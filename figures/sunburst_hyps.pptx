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g4"/>
            <p:cNvSpPr/>
            <p:nvPr/>
          </p:nvSpPr>
          <p:spPr>
            <a:xfrm>
              <a:off x="3894737" y="2751749"/>
              <a:ext cx="1354487" cy="1354475"/>
            </a:xfrm>
            <a:custGeom>
              <a:avLst/>
              <a:pathLst>
                <a:path w="1354487" h="1354475">
                  <a:moveTo>
                    <a:pt x="677244" y="0"/>
                  </a:moveTo>
                  <a:lnTo>
                    <a:pt x="689097" y="103"/>
                  </a:lnTo>
                  <a:lnTo>
                    <a:pt x="700947" y="414"/>
                  </a:lnTo>
                  <a:lnTo>
                    <a:pt x="712790" y="933"/>
                  </a:lnTo>
                  <a:lnTo>
                    <a:pt x="724621" y="1659"/>
                  </a:lnTo>
                  <a:lnTo>
                    <a:pt x="736438" y="2591"/>
                  </a:lnTo>
                  <a:lnTo>
                    <a:pt x="748237" y="3731"/>
                  </a:lnTo>
                  <a:lnTo>
                    <a:pt x="760015" y="5076"/>
                  </a:lnTo>
                  <a:lnTo>
                    <a:pt x="771766" y="6628"/>
                  </a:lnTo>
                  <a:lnTo>
                    <a:pt x="783489" y="8385"/>
                  </a:lnTo>
                  <a:lnTo>
                    <a:pt x="795180" y="10347"/>
                  </a:lnTo>
                  <a:lnTo>
                    <a:pt x="806834" y="12513"/>
                  </a:lnTo>
                  <a:lnTo>
                    <a:pt x="818449" y="14883"/>
                  </a:lnTo>
                  <a:lnTo>
                    <a:pt x="830020" y="17456"/>
                  </a:lnTo>
                  <a:lnTo>
                    <a:pt x="841544" y="20231"/>
                  </a:lnTo>
                  <a:lnTo>
                    <a:pt x="853018" y="23208"/>
                  </a:lnTo>
                  <a:lnTo>
                    <a:pt x="864439" y="26384"/>
                  </a:lnTo>
                  <a:lnTo>
                    <a:pt x="875802" y="29760"/>
                  </a:lnTo>
                  <a:lnTo>
                    <a:pt x="887104" y="33335"/>
                  </a:lnTo>
                  <a:lnTo>
                    <a:pt x="898342" y="37106"/>
                  </a:lnTo>
                  <a:lnTo>
                    <a:pt x="909512" y="41074"/>
                  </a:lnTo>
                  <a:lnTo>
                    <a:pt x="920611" y="45237"/>
                  </a:lnTo>
                  <a:lnTo>
                    <a:pt x="931635" y="49593"/>
                  </a:lnTo>
                  <a:lnTo>
                    <a:pt x="942581" y="54142"/>
                  </a:lnTo>
                  <a:lnTo>
                    <a:pt x="953447" y="58881"/>
                  </a:lnTo>
                  <a:lnTo>
                    <a:pt x="964227" y="63810"/>
                  </a:lnTo>
                  <a:lnTo>
                    <a:pt x="974920" y="68927"/>
                  </a:lnTo>
                  <a:lnTo>
                    <a:pt x="985521" y="74230"/>
                  </a:lnTo>
                  <a:lnTo>
                    <a:pt x="996028" y="79718"/>
                  </a:lnTo>
                  <a:lnTo>
                    <a:pt x="1006438" y="85389"/>
                  </a:lnTo>
                  <a:lnTo>
                    <a:pt x="1016746" y="91241"/>
                  </a:lnTo>
                  <a:lnTo>
                    <a:pt x="1026950" y="97273"/>
                  </a:lnTo>
                  <a:lnTo>
                    <a:pt x="1037048" y="103482"/>
                  </a:lnTo>
                  <a:lnTo>
                    <a:pt x="1047035" y="109868"/>
                  </a:lnTo>
                  <a:lnTo>
                    <a:pt x="1056909" y="116427"/>
                  </a:lnTo>
                  <a:lnTo>
                    <a:pt x="1066666" y="123158"/>
                  </a:lnTo>
                  <a:lnTo>
                    <a:pt x="1076304" y="130058"/>
                  </a:lnTo>
                  <a:lnTo>
                    <a:pt x="1085820" y="137127"/>
                  </a:lnTo>
                  <a:lnTo>
                    <a:pt x="1095211" y="144360"/>
                  </a:lnTo>
                  <a:lnTo>
                    <a:pt x="1104474" y="151757"/>
                  </a:lnTo>
                  <a:lnTo>
                    <a:pt x="1113606" y="159315"/>
                  </a:lnTo>
                  <a:lnTo>
                    <a:pt x="1122604" y="167032"/>
                  </a:lnTo>
                  <a:lnTo>
                    <a:pt x="1131466" y="174905"/>
                  </a:lnTo>
                  <a:lnTo>
                    <a:pt x="1140188" y="182932"/>
                  </a:lnTo>
                  <a:lnTo>
                    <a:pt x="1148769" y="191110"/>
                  </a:lnTo>
                  <a:lnTo>
                    <a:pt x="1157205" y="199437"/>
                  </a:lnTo>
                  <a:lnTo>
                    <a:pt x="1165495" y="207911"/>
                  </a:lnTo>
                  <a:lnTo>
                    <a:pt x="1173634" y="216528"/>
                  </a:lnTo>
                  <a:lnTo>
                    <a:pt x="1181622" y="225287"/>
                  </a:lnTo>
                  <a:lnTo>
                    <a:pt x="1189455" y="234184"/>
                  </a:lnTo>
                  <a:lnTo>
                    <a:pt x="1197131" y="243216"/>
                  </a:lnTo>
                  <a:lnTo>
                    <a:pt x="1204648" y="252382"/>
                  </a:lnTo>
                  <a:lnTo>
                    <a:pt x="1212004" y="261678"/>
                  </a:lnTo>
                  <a:lnTo>
                    <a:pt x="1219195" y="271101"/>
                  </a:lnTo>
                  <a:lnTo>
                    <a:pt x="1226221" y="280649"/>
                  </a:lnTo>
                  <a:lnTo>
                    <a:pt x="1233078" y="290318"/>
                  </a:lnTo>
                  <a:lnTo>
                    <a:pt x="1239765" y="300105"/>
                  </a:lnTo>
                  <a:lnTo>
                    <a:pt x="1246280" y="310009"/>
                  </a:lnTo>
                  <a:lnTo>
                    <a:pt x="1252620" y="320024"/>
                  </a:lnTo>
                  <a:lnTo>
                    <a:pt x="1258784" y="330149"/>
                  </a:lnTo>
                  <a:lnTo>
                    <a:pt x="1264770" y="340381"/>
                  </a:lnTo>
                  <a:lnTo>
                    <a:pt x="1270576" y="350716"/>
                  </a:lnTo>
                  <a:lnTo>
                    <a:pt x="1276200" y="361150"/>
                  </a:lnTo>
                  <a:lnTo>
                    <a:pt x="1281641" y="371682"/>
                  </a:lnTo>
                  <a:lnTo>
                    <a:pt x="1286897" y="382307"/>
                  </a:lnTo>
                  <a:lnTo>
                    <a:pt x="1291965" y="393022"/>
                  </a:lnTo>
                  <a:lnTo>
                    <a:pt x="1296846" y="403825"/>
                  </a:lnTo>
                  <a:lnTo>
                    <a:pt x="1301537" y="414711"/>
                  </a:lnTo>
                  <a:lnTo>
                    <a:pt x="1306036" y="425678"/>
                  </a:lnTo>
                  <a:lnTo>
                    <a:pt x="1310343" y="436722"/>
                  </a:lnTo>
                  <a:lnTo>
                    <a:pt x="1314455" y="447839"/>
                  </a:lnTo>
                  <a:lnTo>
                    <a:pt x="1318373" y="459027"/>
                  </a:lnTo>
                  <a:lnTo>
                    <a:pt x="1322094" y="470282"/>
                  </a:lnTo>
                  <a:lnTo>
                    <a:pt x="1325618" y="481600"/>
                  </a:lnTo>
                  <a:lnTo>
                    <a:pt x="1328943" y="492978"/>
                  </a:lnTo>
                  <a:lnTo>
                    <a:pt x="1332068" y="504412"/>
                  </a:lnTo>
                  <a:lnTo>
                    <a:pt x="1334993" y="515900"/>
                  </a:lnTo>
                  <a:lnTo>
                    <a:pt x="1337716" y="527436"/>
                  </a:lnTo>
                  <a:lnTo>
                    <a:pt x="1340237" y="539019"/>
                  </a:lnTo>
                  <a:lnTo>
                    <a:pt x="1342555" y="550644"/>
                  </a:lnTo>
                  <a:lnTo>
                    <a:pt x="1344669" y="562308"/>
                  </a:lnTo>
                  <a:lnTo>
                    <a:pt x="1346578" y="574007"/>
                  </a:lnTo>
                  <a:lnTo>
                    <a:pt x="1348283" y="585738"/>
                  </a:lnTo>
                  <a:lnTo>
                    <a:pt x="1349782" y="597496"/>
                  </a:lnTo>
                  <a:lnTo>
                    <a:pt x="1351075" y="609280"/>
                  </a:lnTo>
                  <a:lnTo>
                    <a:pt x="1352161" y="621084"/>
                  </a:lnTo>
                  <a:lnTo>
                    <a:pt x="1353041" y="632905"/>
                  </a:lnTo>
                  <a:lnTo>
                    <a:pt x="1353713" y="644739"/>
                  </a:lnTo>
                  <a:lnTo>
                    <a:pt x="1354179" y="656584"/>
                  </a:lnTo>
                  <a:lnTo>
                    <a:pt x="1354437" y="668435"/>
                  </a:lnTo>
                  <a:lnTo>
                    <a:pt x="1354487" y="680289"/>
                  </a:lnTo>
                  <a:lnTo>
                    <a:pt x="1354330" y="692142"/>
                  </a:lnTo>
                  <a:lnTo>
                    <a:pt x="1353966" y="703990"/>
                  </a:lnTo>
                  <a:lnTo>
                    <a:pt x="1353394" y="715830"/>
                  </a:lnTo>
                  <a:lnTo>
                    <a:pt x="1352615" y="727658"/>
                  </a:lnTo>
                  <a:lnTo>
                    <a:pt x="1351630" y="739471"/>
                  </a:lnTo>
                  <a:lnTo>
                    <a:pt x="1350437" y="751265"/>
                  </a:lnTo>
                  <a:lnTo>
                    <a:pt x="1349039" y="763036"/>
                  </a:lnTo>
                  <a:lnTo>
                    <a:pt x="1347434" y="774781"/>
                  </a:lnTo>
                  <a:lnTo>
                    <a:pt x="1345625" y="786496"/>
                  </a:lnTo>
                  <a:lnTo>
                    <a:pt x="1343610" y="798177"/>
                  </a:lnTo>
                  <a:lnTo>
                    <a:pt x="1341392" y="809822"/>
                  </a:lnTo>
                  <a:lnTo>
                    <a:pt x="1338970" y="821425"/>
                  </a:lnTo>
                  <a:lnTo>
                    <a:pt x="1336345" y="832985"/>
                  </a:lnTo>
                  <a:lnTo>
                    <a:pt x="1333518" y="844497"/>
                  </a:lnTo>
                  <a:lnTo>
                    <a:pt x="1330490" y="855958"/>
                  </a:lnTo>
                  <a:lnTo>
                    <a:pt x="1327263" y="867363"/>
                  </a:lnTo>
                  <a:lnTo>
                    <a:pt x="1323836" y="878711"/>
                  </a:lnTo>
                  <a:lnTo>
                    <a:pt x="1320211" y="889997"/>
                  </a:lnTo>
                  <a:lnTo>
                    <a:pt x="1316389" y="901218"/>
                  </a:lnTo>
                  <a:lnTo>
                    <a:pt x="1312371" y="912370"/>
                  </a:lnTo>
                  <a:lnTo>
                    <a:pt x="1308158" y="923450"/>
                  </a:lnTo>
                  <a:lnTo>
                    <a:pt x="1303753" y="934455"/>
                  </a:lnTo>
                  <a:lnTo>
                    <a:pt x="1299155" y="945381"/>
                  </a:lnTo>
                  <a:lnTo>
                    <a:pt x="1294367" y="956225"/>
                  </a:lnTo>
                  <a:lnTo>
                    <a:pt x="1289389" y="966983"/>
                  </a:lnTo>
                  <a:lnTo>
                    <a:pt x="1284225" y="977652"/>
                  </a:lnTo>
                  <a:lnTo>
                    <a:pt x="1278874" y="988230"/>
                  </a:lnTo>
                  <a:lnTo>
                    <a:pt x="1273339" y="998712"/>
                  </a:lnTo>
                  <a:lnTo>
                    <a:pt x="1267621" y="1009096"/>
                  </a:lnTo>
                  <a:lnTo>
                    <a:pt x="1261723" y="1019378"/>
                  </a:lnTo>
                  <a:lnTo>
                    <a:pt x="1255645" y="1029555"/>
                  </a:lnTo>
                  <a:lnTo>
                    <a:pt x="1249391" y="1039625"/>
                  </a:lnTo>
                  <a:lnTo>
                    <a:pt x="1242961" y="1049583"/>
                  </a:lnTo>
                  <a:lnTo>
                    <a:pt x="1236357" y="1059427"/>
                  </a:lnTo>
                  <a:lnTo>
                    <a:pt x="1229583" y="1069155"/>
                  </a:lnTo>
                  <a:lnTo>
                    <a:pt x="1222639" y="1078762"/>
                  </a:lnTo>
                  <a:lnTo>
                    <a:pt x="1215528" y="1088246"/>
                  </a:lnTo>
                  <a:lnTo>
                    <a:pt x="1208252" y="1097604"/>
                  </a:lnTo>
                  <a:lnTo>
                    <a:pt x="1200814" y="1106834"/>
                  </a:lnTo>
                  <a:lnTo>
                    <a:pt x="1193215" y="1115931"/>
                  </a:lnTo>
                  <a:lnTo>
                    <a:pt x="1185458" y="1124895"/>
                  </a:lnTo>
                  <a:lnTo>
                    <a:pt x="1177545" y="1133721"/>
                  </a:lnTo>
                  <a:lnTo>
                    <a:pt x="1169479" y="1142408"/>
                  </a:lnTo>
                  <a:lnTo>
                    <a:pt x="1161262" y="1150952"/>
                  </a:lnTo>
                  <a:lnTo>
                    <a:pt x="1152897" y="1159351"/>
                  </a:lnTo>
                  <a:lnTo>
                    <a:pt x="1144387" y="1167602"/>
                  </a:lnTo>
                  <a:lnTo>
                    <a:pt x="1135733" y="1175703"/>
                  </a:lnTo>
                  <a:lnTo>
                    <a:pt x="1126939" y="1183651"/>
                  </a:lnTo>
                  <a:lnTo>
                    <a:pt x="1118006" y="1191444"/>
                  </a:lnTo>
                  <a:lnTo>
                    <a:pt x="1108939" y="1199080"/>
                  </a:lnTo>
                  <a:lnTo>
                    <a:pt x="1099740" y="1206555"/>
                  </a:lnTo>
                  <a:lnTo>
                    <a:pt x="1090411" y="1213869"/>
                  </a:lnTo>
                  <a:lnTo>
                    <a:pt x="1080956" y="1221018"/>
                  </a:lnTo>
                  <a:lnTo>
                    <a:pt x="1071377" y="1228001"/>
                  </a:lnTo>
                  <a:lnTo>
                    <a:pt x="1061677" y="1234814"/>
                  </a:lnTo>
                  <a:lnTo>
                    <a:pt x="1051860" y="1241458"/>
                  </a:lnTo>
                  <a:lnTo>
                    <a:pt x="1041927" y="1247928"/>
                  </a:lnTo>
                  <a:lnTo>
                    <a:pt x="1031883" y="1254223"/>
                  </a:lnTo>
                  <a:lnTo>
                    <a:pt x="1021731" y="1260342"/>
                  </a:lnTo>
                  <a:lnTo>
                    <a:pt x="1011472" y="1266282"/>
                  </a:lnTo>
                  <a:lnTo>
                    <a:pt x="1001112" y="1272041"/>
                  </a:lnTo>
                  <a:lnTo>
                    <a:pt x="990652" y="1277619"/>
                  </a:lnTo>
                  <a:lnTo>
                    <a:pt x="980096" y="1283012"/>
                  </a:lnTo>
                  <a:lnTo>
                    <a:pt x="969448" y="1288220"/>
                  </a:lnTo>
                  <a:lnTo>
                    <a:pt x="958709" y="1293240"/>
                  </a:lnTo>
                  <a:lnTo>
                    <a:pt x="947885" y="1298072"/>
                  </a:lnTo>
                  <a:lnTo>
                    <a:pt x="936978" y="1302714"/>
                  </a:lnTo>
                  <a:lnTo>
                    <a:pt x="925991" y="1307164"/>
                  </a:lnTo>
                  <a:lnTo>
                    <a:pt x="914928" y="1311421"/>
                  </a:lnTo>
                  <a:lnTo>
                    <a:pt x="903792" y="1315484"/>
                  </a:lnTo>
                  <a:lnTo>
                    <a:pt x="892587" y="1319352"/>
                  </a:lnTo>
                  <a:lnTo>
                    <a:pt x="881316" y="1323022"/>
                  </a:lnTo>
                  <a:lnTo>
                    <a:pt x="869982" y="1326495"/>
                  </a:lnTo>
                  <a:lnTo>
                    <a:pt x="858589" y="1329769"/>
                  </a:lnTo>
                  <a:lnTo>
                    <a:pt x="847141" y="1332843"/>
                  </a:lnTo>
                  <a:lnTo>
                    <a:pt x="835640" y="1335716"/>
                  </a:lnTo>
                  <a:lnTo>
                    <a:pt x="824091" y="1338387"/>
                  </a:lnTo>
                  <a:lnTo>
                    <a:pt x="812498" y="1340856"/>
                  </a:lnTo>
                  <a:lnTo>
                    <a:pt x="800862" y="1343122"/>
                  </a:lnTo>
                  <a:lnTo>
                    <a:pt x="789189" y="1345184"/>
                  </a:lnTo>
                  <a:lnTo>
                    <a:pt x="777482" y="1347041"/>
                  </a:lnTo>
                  <a:lnTo>
                    <a:pt x="765743" y="1348692"/>
                  </a:lnTo>
                  <a:lnTo>
                    <a:pt x="753978" y="1350138"/>
                  </a:lnTo>
                  <a:lnTo>
                    <a:pt x="742189" y="1351378"/>
                  </a:lnTo>
                  <a:lnTo>
                    <a:pt x="730380" y="1352412"/>
                  </a:lnTo>
                  <a:lnTo>
                    <a:pt x="718555" y="1353238"/>
                  </a:lnTo>
                  <a:lnTo>
                    <a:pt x="706718" y="1353858"/>
                  </a:lnTo>
                  <a:lnTo>
                    <a:pt x="694871" y="1354270"/>
                  </a:lnTo>
                  <a:lnTo>
                    <a:pt x="683019" y="1354475"/>
                  </a:lnTo>
                  <a:lnTo>
                    <a:pt x="671165" y="1354472"/>
                  </a:lnTo>
                  <a:lnTo>
                    <a:pt x="659313" y="1354262"/>
                  </a:lnTo>
                  <a:lnTo>
                    <a:pt x="647467" y="1353845"/>
                  </a:lnTo>
                  <a:lnTo>
                    <a:pt x="635629" y="1353220"/>
                  </a:lnTo>
                  <a:lnTo>
                    <a:pt x="623805" y="1352388"/>
                  </a:lnTo>
                  <a:lnTo>
                    <a:pt x="611996" y="1351349"/>
                  </a:lnTo>
                  <a:lnTo>
                    <a:pt x="600208" y="1350104"/>
                  </a:lnTo>
                  <a:lnTo>
                    <a:pt x="588443" y="1348653"/>
                  </a:lnTo>
                  <a:lnTo>
                    <a:pt x="576706" y="1346995"/>
                  </a:lnTo>
                  <a:lnTo>
                    <a:pt x="564999" y="1345133"/>
                  </a:lnTo>
                  <a:lnTo>
                    <a:pt x="553327" y="1343066"/>
                  </a:lnTo>
                  <a:lnTo>
                    <a:pt x="541693" y="1340796"/>
                  </a:lnTo>
                  <a:lnTo>
                    <a:pt x="530100" y="1338321"/>
                  </a:lnTo>
                  <a:lnTo>
                    <a:pt x="518552" y="1335645"/>
                  </a:lnTo>
                  <a:lnTo>
                    <a:pt x="507053" y="1332767"/>
                  </a:lnTo>
                  <a:lnTo>
                    <a:pt x="495606" y="1329687"/>
                  </a:lnTo>
                  <a:lnTo>
                    <a:pt x="484215" y="1326408"/>
                  </a:lnTo>
                  <a:lnTo>
                    <a:pt x="472882" y="1322930"/>
                  </a:lnTo>
                  <a:lnTo>
                    <a:pt x="461613" y="1319255"/>
                  </a:lnTo>
                  <a:lnTo>
                    <a:pt x="450409" y="1315382"/>
                  </a:lnTo>
                  <a:lnTo>
                    <a:pt x="439275" y="1311315"/>
                  </a:lnTo>
                  <a:lnTo>
                    <a:pt x="428214" y="1307052"/>
                  </a:lnTo>
                  <a:lnTo>
                    <a:pt x="417229" y="1302597"/>
                  </a:lnTo>
                  <a:lnTo>
                    <a:pt x="406324" y="1297951"/>
                  </a:lnTo>
                  <a:lnTo>
                    <a:pt x="395502" y="1293114"/>
                  </a:lnTo>
                  <a:lnTo>
                    <a:pt x="384766" y="1288089"/>
                  </a:lnTo>
                  <a:lnTo>
                    <a:pt x="374120" y="1282876"/>
                  </a:lnTo>
                  <a:lnTo>
                    <a:pt x="363567" y="1277478"/>
                  </a:lnTo>
                  <a:lnTo>
                    <a:pt x="353109" y="1271896"/>
                  </a:lnTo>
                  <a:lnTo>
                    <a:pt x="342751" y="1266132"/>
                  </a:lnTo>
                  <a:lnTo>
                    <a:pt x="332496" y="1260187"/>
                  </a:lnTo>
                  <a:lnTo>
                    <a:pt x="322346" y="1254064"/>
                  </a:lnTo>
                  <a:lnTo>
                    <a:pt x="312305" y="1247764"/>
                  </a:lnTo>
                  <a:lnTo>
                    <a:pt x="302375" y="1241289"/>
                  </a:lnTo>
                  <a:lnTo>
                    <a:pt x="292561" y="1234642"/>
                  </a:lnTo>
                  <a:lnTo>
                    <a:pt x="282864" y="1227824"/>
                  </a:lnTo>
                  <a:lnTo>
                    <a:pt x="273288" y="1220837"/>
                  </a:lnTo>
                  <a:lnTo>
                    <a:pt x="263836" y="1213683"/>
                  </a:lnTo>
                  <a:lnTo>
                    <a:pt x="254510" y="1206366"/>
                  </a:lnTo>
                  <a:lnTo>
                    <a:pt x="245314" y="1198886"/>
                  </a:lnTo>
                  <a:lnTo>
                    <a:pt x="236251" y="1191246"/>
                  </a:lnTo>
                  <a:lnTo>
                    <a:pt x="227322" y="1183449"/>
                  </a:lnTo>
                  <a:lnTo>
                    <a:pt x="218531" y="1175497"/>
                  </a:lnTo>
                  <a:lnTo>
                    <a:pt x="209881" y="1167392"/>
                  </a:lnTo>
                  <a:lnTo>
                    <a:pt x="201374" y="1159137"/>
                  </a:lnTo>
                  <a:lnTo>
                    <a:pt x="193013" y="1150734"/>
                  </a:lnTo>
                  <a:lnTo>
                    <a:pt x="184800" y="1142187"/>
                  </a:lnTo>
                  <a:lnTo>
                    <a:pt x="176738" y="1133497"/>
                  </a:lnTo>
                  <a:lnTo>
                    <a:pt x="168829" y="1124667"/>
                  </a:lnTo>
                  <a:lnTo>
                    <a:pt x="161077" y="1115700"/>
                  </a:lnTo>
                  <a:lnTo>
                    <a:pt x="153482" y="1106599"/>
                  </a:lnTo>
                  <a:lnTo>
                    <a:pt x="146047" y="1097366"/>
                  </a:lnTo>
                  <a:lnTo>
                    <a:pt x="138776" y="1088004"/>
                  </a:lnTo>
                  <a:lnTo>
                    <a:pt x="131669" y="1078517"/>
                  </a:lnTo>
                  <a:lnTo>
                    <a:pt x="124730" y="1068907"/>
                  </a:lnTo>
                  <a:lnTo>
                    <a:pt x="117959" y="1059176"/>
                  </a:lnTo>
                  <a:lnTo>
                    <a:pt x="111360" y="1049329"/>
                  </a:lnTo>
                  <a:lnTo>
                    <a:pt x="104935" y="1039368"/>
                  </a:lnTo>
                  <a:lnTo>
                    <a:pt x="98685" y="1029296"/>
                  </a:lnTo>
                  <a:lnTo>
                    <a:pt x="92612" y="1019116"/>
                  </a:lnTo>
                  <a:lnTo>
                    <a:pt x="86718" y="1008831"/>
                  </a:lnTo>
                  <a:lnTo>
                    <a:pt x="81005" y="998445"/>
                  </a:lnTo>
                  <a:lnTo>
                    <a:pt x="75474" y="987960"/>
                  </a:lnTo>
                  <a:lnTo>
                    <a:pt x="70128" y="977380"/>
                  </a:lnTo>
                  <a:lnTo>
                    <a:pt x="64969" y="966708"/>
                  </a:lnTo>
                  <a:lnTo>
                    <a:pt x="59996" y="955948"/>
                  </a:lnTo>
                  <a:lnTo>
                    <a:pt x="55213" y="945102"/>
                  </a:lnTo>
                  <a:lnTo>
                    <a:pt x="50620" y="934174"/>
                  </a:lnTo>
                  <a:lnTo>
                    <a:pt x="46219" y="923167"/>
                  </a:lnTo>
                  <a:lnTo>
                    <a:pt x="42012" y="912085"/>
                  </a:lnTo>
                  <a:lnTo>
                    <a:pt x="37999" y="900931"/>
                  </a:lnTo>
                  <a:lnTo>
                    <a:pt x="34182" y="889708"/>
                  </a:lnTo>
                  <a:lnTo>
                    <a:pt x="30562" y="878421"/>
                  </a:lnTo>
                  <a:lnTo>
                    <a:pt x="27140" y="867072"/>
                  </a:lnTo>
                  <a:lnTo>
                    <a:pt x="23917" y="855664"/>
                  </a:lnTo>
                  <a:lnTo>
                    <a:pt x="20895" y="844202"/>
                  </a:lnTo>
                  <a:lnTo>
                    <a:pt x="18073" y="832689"/>
                  </a:lnTo>
                  <a:lnTo>
                    <a:pt x="15454" y="821128"/>
                  </a:lnTo>
                  <a:lnTo>
                    <a:pt x="13037" y="809523"/>
                  </a:lnTo>
                  <a:lnTo>
                    <a:pt x="10823" y="797878"/>
                  </a:lnTo>
                  <a:lnTo>
                    <a:pt x="8814" y="786196"/>
                  </a:lnTo>
                  <a:lnTo>
                    <a:pt x="7010" y="774480"/>
                  </a:lnTo>
                  <a:lnTo>
                    <a:pt x="5411" y="762735"/>
                  </a:lnTo>
                  <a:lnTo>
                    <a:pt x="4017" y="750963"/>
                  </a:lnTo>
                  <a:lnTo>
                    <a:pt x="2830" y="739169"/>
                  </a:lnTo>
                  <a:lnTo>
                    <a:pt x="1850" y="727355"/>
                  </a:lnTo>
                  <a:lnTo>
                    <a:pt x="1077" y="715527"/>
                  </a:lnTo>
                  <a:lnTo>
                    <a:pt x="510" y="703686"/>
                  </a:lnTo>
                  <a:lnTo>
                    <a:pt x="151" y="691838"/>
                  </a:lnTo>
                  <a:lnTo>
                    <a:pt x="0" y="679985"/>
                  </a:lnTo>
                  <a:lnTo>
                    <a:pt x="55" y="668131"/>
                  </a:lnTo>
                  <a:lnTo>
                    <a:pt x="319" y="656280"/>
                  </a:lnTo>
                  <a:lnTo>
                    <a:pt x="789" y="644436"/>
                  </a:lnTo>
                  <a:lnTo>
                    <a:pt x="1467" y="632601"/>
                  </a:lnTo>
                  <a:lnTo>
                    <a:pt x="2352" y="620781"/>
                  </a:lnTo>
                  <a:lnTo>
                    <a:pt x="3444" y="608977"/>
                  </a:lnTo>
                  <a:lnTo>
                    <a:pt x="4742" y="597195"/>
                  </a:lnTo>
                  <a:lnTo>
                    <a:pt x="6246" y="585437"/>
                  </a:lnTo>
                  <a:lnTo>
                    <a:pt x="7956" y="573707"/>
                  </a:lnTo>
                  <a:lnTo>
                    <a:pt x="9871" y="562008"/>
                  </a:lnTo>
                  <a:lnTo>
                    <a:pt x="11990" y="550346"/>
                  </a:lnTo>
                  <a:lnTo>
                    <a:pt x="677244" y="677250"/>
                  </a:lnTo>
                  <a:close/>
                </a:path>
              </a:pathLst>
            </a:custGeom>
            <a:solidFill>
              <a:srgbClr val="238B45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5"/>
            <p:cNvSpPr/>
            <p:nvPr/>
          </p:nvSpPr>
          <p:spPr>
            <a:xfrm>
              <a:off x="3906727" y="2751749"/>
              <a:ext cx="665254" cy="677250"/>
            </a:xfrm>
            <a:custGeom>
              <a:avLst/>
              <a:pathLst>
                <a:path w="665254" h="677250">
                  <a:moveTo>
                    <a:pt x="0" y="550346"/>
                  </a:moveTo>
                  <a:lnTo>
                    <a:pt x="2322" y="538725"/>
                  </a:lnTo>
                  <a:lnTo>
                    <a:pt x="4847" y="527147"/>
                  </a:lnTo>
                  <a:lnTo>
                    <a:pt x="7574" y="515616"/>
                  </a:lnTo>
                  <a:lnTo>
                    <a:pt x="10503" y="504133"/>
                  </a:lnTo>
                  <a:lnTo>
                    <a:pt x="13632" y="492704"/>
                  </a:lnTo>
                  <a:lnTo>
                    <a:pt x="16961" y="481331"/>
                  </a:lnTo>
                  <a:lnTo>
                    <a:pt x="20488" y="470018"/>
                  </a:lnTo>
                  <a:lnTo>
                    <a:pt x="24213" y="458768"/>
                  </a:lnTo>
                  <a:lnTo>
                    <a:pt x="28133" y="447586"/>
                  </a:lnTo>
                  <a:lnTo>
                    <a:pt x="32249" y="436474"/>
                  </a:lnTo>
                  <a:lnTo>
                    <a:pt x="36559" y="425435"/>
                  </a:lnTo>
                  <a:lnTo>
                    <a:pt x="41061" y="414474"/>
                  </a:lnTo>
                  <a:lnTo>
                    <a:pt x="45754" y="403593"/>
                  </a:lnTo>
                  <a:lnTo>
                    <a:pt x="50637" y="392795"/>
                  </a:lnTo>
                  <a:lnTo>
                    <a:pt x="55708" y="382085"/>
                  </a:lnTo>
                  <a:lnTo>
                    <a:pt x="60966" y="371465"/>
                  </a:lnTo>
                  <a:lnTo>
                    <a:pt x="66409" y="360939"/>
                  </a:lnTo>
                  <a:lnTo>
                    <a:pt x="72035" y="350510"/>
                  </a:lnTo>
                  <a:lnTo>
                    <a:pt x="77842" y="340181"/>
                  </a:lnTo>
                  <a:lnTo>
                    <a:pt x="83830" y="329955"/>
                  </a:lnTo>
                  <a:lnTo>
                    <a:pt x="89995" y="319835"/>
                  </a:lnTo>
                  <a:lnTo>
                    <a:pt x="96337" y="309824"/>
                  </a:lnTo>
                  <a:lnTo>
                    <a:pt x="102852" y="299927"/>
                  </a:lnTo>
                  <a:lnTo>
                    <a:pt x="109540" y="290144"/>
                  </a:lnTo>
                  <a:lnTo>
                    <a:pt x="116399" y="280480"/>
                  </a:lnTo>
                  <a:lnTo>
                    <a:pt x="123425" y="270938"/>
                  </a:lnTo>
                  <a:lnTo>
                    <a:pt x="130617" y="261520"/>
                  </a:lnTo>
                  <a:lnTo>
                    <a:pt x="137972" y="252229"/>
                  </a:lnTo>
                  <a:lnTo>
                    <a:pt x="145489" y="243069"/>
                  </a:lnTo>
                  <a:lnTo>
                    <a:pt x="153166" y="234041"/>
                  </a:lnTo>
                  <a:lnTo>
                    <a:pt x="160999" y="225149"/>
                  </a:lnTo>
                  <a:lnTo>
                    <a:pt x="168986" y="216396"/>
                  </a:lnTo>
                  <a:lnTo>
                    <a:pt x="177125" y="207783"/>
                  </a:lnTo>
                  <a:lnTo>
                    <a:pt x="185414" y="199315"/>
                  </a:lnTo>
                  <a:lnTo>
                    <a:pt x="193850" y="190992"/>
                  </a:lnTo>
                  <a:lnTo>
                    <a:pt x="202430" y="182819"/>
                  </a:lnTo>
                  <a:lnTo>
                    <a:pt x="211152" y="174797"/>
                  </a:lnTo>
                  <a:lnTo>
                    <a:pt x="220012" y="166928"/>
                  </a:lnTo>
                  <a:lnTo>
                    <a:pt x="229009" y="159216"/>
                  </a:lnTo>
                  <a:lnTo>
                    <a:pt x="238140" y="151663"/>
                  </a:lnTo>
                  <a:lnTo>
                    <a:pt x="247401" y="144270"/>
                  </a:lnTo>
                  <a:lnTo>
                    <a:pt x="256791" y="137041"/>
                  </a:lnTo>
                  <a:lnTo>
                    <a:pt x="266305" y="129977"/>
                  </a:lnTo>
                  <a:lnTo>
                    <a:pt x="275941" y="123080"/>
                  </a:lnTo>
                  <a:lnTo>
                    <a:pt x="285697" y="116353"/>
                  </a:lnTo>
                  <a:lnTo>
                    <a:pt x="295569" y="109798"/>
                  </a:lnTo>
                  <a:lnTo>
                    <a:pt x="305554" y="103417"/>
                  </a:lnTo>
                  <a:lnTo>
                    <a:pt x="315649" y="97211"/>
                  </a:lnTo>
                  <a:lnTo>
                    <a:pt x="325851" y="91183"/>
                  </a:lnTo>
                  <a:lnTo>
                    <a:pt x="336157" y="85335"/>
                  </a:lnTo>
                  <a:lnTo>
                    <a:pt x="346564" y="79667"/>
                  </a:lnTo>
                  <a:lnTo>
                    <a:pt x="357069" y="74183"/>
                  </a:lnTo>
                  <a:lnTo>
                    <a:pt x="367668" y="68883"/>
                  </a:lnTo>
                  <a:lnTo>
                    <a:pt x="378357" y="63769"/>
                  </a:lnTo>
                  <a:lnTo>
                    <a:pt x="389135" y="58843"/>
                  </a:lnTo>
                  <a:lnTo>
                    <a:pt x="399997" y="54107"/>
                  </a:lnTo>
                  <a:lnTo>
                    <a:pt x="410941" y="49561"/>
                  </a:lnTo>
                  <a:lnTo>
                    <a:pt x="421962" y="45208"/>
                  </a:lnTo>
                  <a:lnTo>
                    <a:pt x="433058" y="41048"/>
                  </a:lnTo>
                  <a:lnTo>
                    <a:pt x="444225" y="37082"/>
                  </a:lnTo>
                  <a:lnTo>
                    <a:pt x="455460" y="33313"/>
                  </a:lnTo>
                  <a:lnTo>
                    <a:pt x="466758" y="29741"/>
                  </a:lnTo>
                  <a:lnTo>
                    <a:pt x="478118" y="26367"/>
                  </a:lnTo>
                  <a:lnTo>
                    <a:pt x="489535" y="23193"/>
                  </a:lnTo>
                  <a:lnTo>
                    <a:pt x="501005" y="20218"/>
                  </a:lnTo>
                  <a:lnTo>
                    <a:pt x="512526" y="17445"/>
                  </a:lnTo>
                  <a:lnTo>
                    <a:pt x="524094" y="14874"/>
                  </a:lnTo>
                  <a:lnTo>
                    <a:pt x="535705" y="12505"/>
                  </a:lnTo>
                  <a:lnTo>
                    <a:pt x="547356" y="10340"/>
                  </a:lnTo>
                  <a:lnTo>
                    <a:pt x="559042" y="8380"/>
                  </a:lnTo>
                  <a:lnTo>
                    <a:pt x="570761" y="6624"/>
                  </a:lnTo>
                  <a:lnTo>
                    <a:pt x="582510" y="5073"/>
                  </a:lnTo>
                  <a:lnTo>
                    <a:pt x="594283" y="3728"/>
                  </a:lnTo>
                  <a:lnTo>
                    <a:pt x="606078" y="2590"/>
                  </a:lnTo>
                  <a:lnTo>
                    <a:pt x="617892" y="1658"/>
                  </a:lnTo>
                  <a:lnTo>
                    <a:pt x="629719" y="932"/>
                  </a:lnTo>
                  <a:lnTo>
                    <a:pt x="641558" y="414"/>
                  </a:lnTo>
                  <a:lnTo>
                    <a:pt x="653404" y="103"/>
                  </a:lnTo>
                  <a:lnTo>
                    <a:pt x="665254" y="0"/>
                  </a:lnTo>
                  <a:lnTo>
                    <a:pt x="665254" y="677250"/>
                  </a:lnTo>
                  <a:close/>
                </a:path>
              </a:pathLst>
            </a:custGeom>
            <a:solidFill>
              <a:srgbClr val="74C476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4571981" y="2074499"/>
              <a:ext cx="1354447" cy="2709000"/>
            </a:xfrm>
            <a:custGeom>
              <a:avLst/>
              <a:pathLst>
                <a:path w="1354447" h="2709000">
                  <a:moveTo>
                    <a:pt x="0" y="0"/>
                  </a:moveTo>
                  <a:lnTo>
                    <a:pt x="23771" y="208"/>
                  </a:lnTo>
                  <a:lnTo>
                    <a:pt x="47535" y="834"/>
                  </a:lnTo>
                  <a:lnTo>
                    <a:pt x="71284" y="1877"/>
                  </a:lnTo>
                  <a:lnTo>
                    <a:pt x="95012" y="3336"/>
                  </a:lnTo>
                  <a:lnTo>
                    <a:pt x="118710" y="5211"/>
                  </a:lnTo>
                  <a:lnTo>
                    <a:pt x="142371" y="7503"/>
                  </a:lnTo>
                  <a:lnTo>
                    <a:pt x="165989" y="10209"/>
                  </a:lnTo>
                  <a:lnTo>
                    <a:pt x="189556" y="13329"/>
                  </a:lnTo>
                  <a:lnTo>
                    <a:pt x="213064" y="16862"/>
                  </a:lnTo>
                  <a:lnTo>
                    <a:pt x="236506" y="20807"/>
                  </a:lnTo>
                  <a:lnTo>
                    <a:pt x="259876" y="25163"/>
                  </a:lnTo>
                  <a:lnTo>
                    <a:pt x="283166" y="29929"/>
                  </a:lnTo>
                  <a:lnTo>
                    <a:pt x="306368" y="35103"/>
                  </a:lnTo>
                  <a:lnTo>
                    <a:pt x="329476" y="40682"/>
                  </a:lnTo>
                  <a:lnTo>
                    <a:pt x="352483" y="46667"/>
                  </a:lnTo>
                  <a:lnTo>
                    <a:pt x="375381" y="53055"/>
                  </a:lnTo>
                  <a:lnTo>
                    <a:pt x="398164" y="59843"/>
                  </a:lnTo>
                  <a:lnTo>
                    <a:pt x="420823" y="67030"/>
                  </a:lnTo>
                  <a:lnTo>
                    <a:pt x="443353" y="74614"/>
                  </a:lnTo>
                  <a:lnTo>
                    <a:pt x="465747" y="82592"/>
                  </a:lnTo>
                  <a:lnTo>
                    <a:pt x="487997" y="90961"/>
                  </a:lnTo>
                  <a:lnTo>
                    <a:pt x="510097" y="99720"/>
                  </a:lnTo>
                  <a:lnTo>
                    <a:pt x="532040" y="108866"/>
                  </a:lnTo>
                  <a:lnTo>
                    <a:pt x="553818" y="118395"/>
                  </a:lnTo>
                  <a:lnTo>
                    <a:pt x="575427" y="128305"/>
                  </a:lnTo>
                  <a:lnTo>
                    <a:pt x="596858" y="138592"/>
                  </a:lnTo>
                  <a:lnTo>
                    <a:pt x="618105" y="149254"/>
                  </a:lnTo>
                  <a:lnTo>
                    <a:pt x="639161" y="160288"/>
                  </a:lnTo>
                  <a:lnTo>
                    <a:pt x="660021" y="171689"/>
                  </a:lnTo>
                  <a:lnTo>
                    <a:pt x="680678" y="183454"/>
                  </a:lnTo>
                  <a:lnTo>
                    <a:pt x="701125" y="195580"/>
                  </a:lnTo>
                  <a:lnTo>
                    <a:pt x="721356" y="208064"/>
                  </a:lnTo>
                  <a:lnTo>
                    <a:pt x="741364" y="220900"/>
                  </a:lnTo>
                  <a:lnTo>
                    <a:pt x="761145" y="234085"/>
                  </a:lnTo>
                  <a:lnTo>
                    <a:pt x="780691" y="247616"/>
                  </a:lnTo>
                  <a:lnTo>
                    <a:pt x="799996" y="261487"/>
                  </a:lnTo>
                  <a:lnTo>
                    <a:pt x="819055" y="275696"/>
                  </a:lnTo>
                  <a:lnTo>
                    <a:pt x="837862" y="290236"/>
                  </a:lnTo>
                  <a:lnTo>
                    <a:pt x="856411" y="305104"/>
                  </a:lnTo>
                  <a:lnTo>
                    <a:pt x="874696" y="320296"/>
                  </a:lnTo>
                  <a:lnTo>
                    <a:pt x="892711" y="335806"/>
                  </a:lnTo>
                  <a:lnTo>
                    <a:pt x="910451" y="351630"/>
                  </a:lnTo>
                  <a:lnTo>
                    <a:pt x="927912" y="367763"/>
                  </a:lnTo>
                  <a:lnTo>
                    <a:pt x="945086" y="384199"/>
                  </a:lnTo>
                  <a:lnTo>
                    <a:pt x="961969" y="400935"/>
                  </a:lnTo>
                  <a:lnTo>
                    <a:pt x="978556" y="417964"/>
                  </a:lnTo>
                  <a:lnTo>
                    <a:pt x="994841" y="435282"/>
                  </a:lnTo>
                  <a:lnTo>
                    <a:pt x="1010820" y="452883"/>
                  </a:lnTo>
                  <a:lnTo>
                    <a:pt x="1026488" y="470762"/>
                  </a:lnTo>
                  <a:lnTo>
                    <a:pt x="1041839" y="488913"/>
                  </a:lnTo>
                  <a:lnTo>
                    <a:pt x="1056869" y="507330"/>
                  </a:lnTo>
                  <a:lnTo>
                    <a:pt x="1071574" y="526008"/>
                  </a:lnTo>
                  <a:lnTo>
                    <a:pt x="1085949" y="544942"/>
                  </a:lnTo>
                  <a:lnTo>
                    <a:pt x="1099990" y="564125"/>
                  </a:lnTo>
                  <a:lnTo>
                    <a:pt x="1113691" y="583552"/>
                  </a:lnTo>
                  <a:lnTo>
                    <a:pt x="1127050" y="603215"/>
                  </a:lnTo>
                  <a:lnTo>
                    <a:pt x="1140061" y="623111"/>
                  </a:lnTo>
                  <a:lnTo>
                    <a:pt x="1152721" y="643231"/>
                  </a:lnTo>
                  <a:lnTo>
                    <a:pt x="1165027" y="663571"/>
                  </a:lnTo>
                  <a:lnTo>
                    <a:pt x="1176973" y="684124"/>
                  </a:lnTo>
                  <a:lnTo>
                    <a:pt x="1188557" y="704883"/>
                  </a:lnTo>
                  <a:lnTo>
                    <a:pt x="1199774" y="725842"/>
                  </a:lnTo>
                  <a:lnTo>
                    <a:pt x="1210622" y="746994"/>
                  </a:lnTo>
                  <a:lnTo>
                    <a:pt x="1221098" y="768334"/>
                  </a:lnTo>
                  <a:lnTo>
                    <a:pt x="1231197" y="789855"/>
                  </a:lnTo>
                  <a:lnTo>
                    <a:pt x="1240917" y="811549"/>
                  </a:lnTo>
                  <a:lnTo>
                    <a:pt x="1250254" y="833411"/>
                  </a:lnTo>
                  <a:lnTo>
                    <a:pt x="1259207" y="855433"/>
                  </a:lnTo>
                  <a:lnTo>
                    <a:pt x="1267771" y="877609"/>
                  </a:lnTo>
                  <a:lnTo>
                    <a:pt x="1275945" y="899931"/>
                  </a:lnTo>
                  <a:lnTo>
                    <a:pt x="1283727" y="922394"/>
                  </a:lnTo>
                  <a:lnTo>
                    <a:pt x="1291112" y="944990"/>
                  </a:lnTo>
                  <a:lnTo>
                    <a:pt x="1298100" y="967712"/>
                  </a:lnTo>
                  <a:lnTo>
                    <a:pt x="1304688" y="990553"/>
                  </a:lnTo>
                  <a:lnTo>
                    <a:pt x="1310875" y="1013506"/>
                  </a:lnTo>
                  <a:lnTo>
                    <a:pt x="1316657" y="1036564"/>
                  </a:lnTo>
                  <a:lnTo>
                    <a:pt x="1322034" y="1059721"/>
                  </a:lnTo>
                  <a:lnTo>
                    <a:pt x="1327004" y="1082967"/>
                  </a:lnTo>
                  <a:lnTo>
                    <a:pt x="1331565" y="1106298"/>
                  </a:lnTo>
                  <a:lnTo>
                    <a:pt x="1335716" y="1129705"/>
                  </a:lnTo>
                  <a:lnTo>
                    <a:pt x="1339455" y="1153181"/>
                  </a:lnTo>
                  <a:lnTo>
                    <a:pt x="1342782" y="1176720"/>
                  </a:lnTo>
                  <a:lnTo>
                    <a:pt x="1345695" y="1200313"/>
                  </a:lnTo>
                  <a:lnTo>
                    <a:pt x="1348194" y="1223953"/>
                  </a:lnTo>
                  <a:lnTo>
                    <a:pt x="1350277" y="1247634"/>
                  </a:lnTo>
                  <a:lnTo>
                    <a:pt x="1351945" y="1271348"/>
                  </a:lnTo>
                  <a:lnTo>
                    <a:pt x="1353196" y="1295087"/>
                  </a:lnTo>
                  <a:lnTo>
                    <a:pt x="1354030" y="1318845"/>
                  </a:lnTo>
                  <a:lnTo>
                    <a:pt x="1354447" y="1342613"/>
                  </a:lnTo>
                  <a:lnTo>
                    <a:pt x="1354447" y="1366386"/>
                  </a:lnTo>
                  <a:lnTo>
                    <a:pt x="1354030" y="1390154"/>
                  </a:lnTo>
                  <a:lnTo>
                    <a:pt x="1353196" y="1413912"/>
                  </a:lnTo>
                  <a:lnTo>
                    <a:pt x="1351945" y="1437651"/>
                  </a:lnTo>
                  <a:lnTo>
                    <a:pt x="1350277" y="1461365"/>
                  </a:lnTo>
                  <a:lnTo>
                    <a:pt x="1348194" y="1485046"/>
                  </a:lnTo>
                  <a:lnTo>
                    <a:pt x="1345695" y="1508686"/>
                  </a:lnTo>
                  <a:lnTo>
                    <a:pt x="1342782" y="1532279"/>
                  </a:lnTo>
                  <a:lnTo>
                    <a:pt x="1339455" y="1555818"/>
                  </a:lnTo>
                  <a:lnTo>
                    <a:pt x="1335716" y="1579294"/>
                  </a:lnTo>
                  <a:lnTo>
                    <a:pt x="1331565" y="1602701"/>
                  </a:lnTo>
                  <a:lnTo>
                    <a:pt x="1327004" y="1626032"/>
                  </a:lnTo>
                  <a:lnTo>
                    <a:pt x="1322034" y="1649278"/>
                  </a:lnTo>
                  <a:lnTo>
                    <a:pt x="1316657" y="1672435"/>
                  </a:lnTo>
                  <a:lnTo>
                    <a:pt x="1310875" y="1695493"/>
                  </a:lnTo>
                  <a:lnTo>
                    <a:pt x="1304688" y="1718446"/>
                  </a:lnTo>
                  <a:lnTo>
                    <a:pt x="1298100" y="1741287"/>
                  </a:lnTo>
                  <a:lnTo>
                    <a:pt x="1291112" y="1764009"/>
                  </a:lnTo>
                  <a:lnTo>
                    <a:pt x="1283727" y="1786605"/>
                  </a:lnTo>
                  <a:lnTo>
                    <a:pt x="1275945" y="1809068"/>
                  </a:lnTo>
                  <a:lnTo>
                    <a:pt x="1267771" y="1831390"/>
                  </a:lnTo>
                  <a:lnTo>
                    <a:pt x="1259207" y="1853566"/>
                  </a:lnTo>
                  <a:lnTo>
                    <a:pt x="1250254" y="1875588"/>
                  </a:lnTo>
                  <a:lnTo>
                    <a:pt x="1240917" y="1897450"/>
                  </a:lnTo>
                  <a:lnTo>
                    <a:pt x="1231197" y="1919144"/>
                  </a:lnTo>
                  <a:lnTo>
                    <a:pt x="1221098" y="1940665"/>
                  </a:lnTo>
                  <a:lnTo>
                    <a:pt x="1210622" y="1962005"/>
                  </a:lnTo>
                  <a:lnTo>
                    <a:pt x="1199774" y="1983157"/>
                  </a:lnTo>
                  <a:lnTo>
                    <a:pt x="1188557" y="2004116"/>
                  </a:lnTo>
                  <a:lnTo>
                    <a:pt x="1176973" y="2024875"/>
                  </a:lnTo>
                  <a:lnTo>
                    <a:pt x="1165027" y="2045428"/>
                  </a:lnTo>
                  <a:lnTo>
                    <a:pt x="1152721" y="2065768"/>
                  </a:lnTo>
                  <a:lnTo>
                    <a:pt x="1140061" y="2085888"/>
                  </a:lnTo>
                  <a:lnTo>
                    <a:pt x="1127050" y="2105784"/>
                  </a:lnTo>
                  <a:lnTo>
                    <a:pt x="1113691" y="2125447"/>
                  </a:lnTo>
                  <a:lnTo>
                    <a:pt x="1099990" y="2144874"/>
                  </a:lnTo>
                  <a:lnTo>
                    <a:pt x="1085949" y="2164057"/>
                  </a:lnTo>
                  <a:lnTo>
                    <a:pt x="1071574" y="2182991"/>
                  </a:lnTo>
                  <a:lnTo>
                    <a:pt x="1056869" y="2201669"/>
                  </a:lnTo>
                  <a:lnTo>
                    <a:pt x="1041839" y="2220086"/>
                  </a:lnTo>
                  <a:lnTo>
                    <a:pt x="1026488" y="2238237"/>
                  </a:lnTo>
                  <a:lnTo>
                    <a:pt x="1010820" y="2256116"/>
                  </a:lnTo>
                  <a:lnTo>
                    <a:pt x="994841" y="2273717"/>
                  </a:lnTo>
                  <a:lnTo>
                    <a:pt x="978556" y="2291035"/>
                  </a:lnTo>
                  <a:lnTo>
                    <a:pt x="961969" y="2308064"/>
                  </a:lnTo>
                  <a:lnTo>
                    <a:pt x="945086" y="2324800"/>
                  </a:lnTo>
                  <a:lnTo>
                    <a:pt x="927912" y="2341236"/>
                  </a:lnTo>
                  <a:lnTo>
                    <a:pt x="910451" y="2357369"/>
                  </a:lnTo>
                  <a:lnTo>
                    <a:pt x="892711" y="2373193"/>
                  </a:lnTo>
                  <a:lnTo>
                    <a:pt x="874696" y="2388703"/>
                  </a:lnTo>
                  <a:lnTo>
                    <a:pt x="856411" y="2403895"/>
                  </a:lnTo>
                  <a:lnTo>
                    <a:pt x="837862" y="2418763"/>
                  </a:lnTo>
                  <a:lnTo>
                    <a:pt x="819055" y="2433303"/>
                  </a:lnTo>
                  <a:lnTo>
                    <a:pt x="799996" y="2447512"/>
                  </a:lnTo>
                  <a:lnTo>
                    <a:pt x="780691" y="2461383"/>
                  </a:lnTo>
                  <a:lnTo>
                    <a:pt x="761145" y="2474914"/>
                  </a:lnTo>
                  <a:lnTo>
                    <a:pt x="741364" y="2488099"/>
                  </a:lnTo>
                  <a:lnTo>
                    <a:pt x="721356" y="2500935"/>
                  </a:lnTo>
                  <a:lnTo>
                    <a:pt x="701125" y="2513419"/>
                  </a:lnTo>
                  <a:lnTo>
                    <a:pt x="680678" y="2525545"/>
                  </a:lnTo>
                  <a:lnTo>
                    <a:pt x="660021" y="2537310"/>
                  </a:lnTo>
                  <a:lnTo>
                    <a:pt x="639161" y="2548711"/>
                  </a:lnTo>
                  <a:lnTo>
                    <a:pt x="618105" y="2559745"/>
                  </a:lnTo>
                  <a:lnTo>
                    <a:pt x="596858" y="2570407"/>
                  </a:lnTo>
                  <a:lnTo>
                    <a:pt x="575427" y="2580694"/>
                  </a:lnTo>
                  <a:lnTo>
                    <a:pt x="553818" y="2590604"/>
                  </a:lnTo>
                  <a:lnTo>
                    <a:pt x="532040" y="2600133"/>
                  </a:lnTo>
                  <a:lnTo>
                    <a:pt x="510097" y="2609279"/>
                  </a:lnTo>
                  <a:lnTo>
                    <a:pt x="487997" y="2618038"/>
                  </a:lnTo>
                  <a:lnTo>
                    <a:pt x="465747" y="2626407"/>
                  </a:lnTo>
                  <a:lnTo>
                    <a:pt x="443353" y="2634385"/>
                  </a:lnTo>
                  <a:lnTo>
                    <a:pt x="420823" y="2641969"/>
                  </a:lnTo>
                  <a:lnTo>
                    <a:pt x="398164" y="2649156"/>
                  </a:lnTo>
                  <a:lnTo>
                    <a:pt x="375381" y="2655944"/>
                  </a:lnTo>
                  <a:lnTo>
                    <a:pt x="352483" y="2662332"/>
                  </a:lnTo>
                  <a:lnTo>
                    <a:pt x="329476" y="2668317"/>
                  </a:lnTo>
                  <a:lnTo>
                    <a:pt x="306368" y="2673896"/>
                  </a:lnTo>
                  <a:lnTo>
                    <a:pt x="283166" y="2679070"/>
                  </a:lnTo>
                  <a:lnTo>
                    <a:pt x="259876" y="2683836"/>
                  </a:lnTo>
                  <a:lnTo>
                    <a:pt x="236506" y="2688192"/>
                  </a:lnTo>
                  <a:lnTo>
                    <a:pt x="213064" y="2692137"/>
                  </a:lnTo>
                  <a:lnTo>
                    <a:pt x="189556" y="2695670"/>
                  </a:lnTo>
                  <a:lnTo>
                    <a:pt x="165989" y="2698790"/>
                  </a:lnTo>
                  <a:lnTo>
                    <a:pt x="142371" y="2701496"/>
                  </a:lnTo>
                  <a:lnTo>
                    <a:pt x="118710" y="2703788"/>
                  </a:lnTo>
                  <a:lnTo>
                    <a:pt x="95012" y="2705663"/>
                  </a:lnTo>
                  <a:lnTo>
                    <a:pt x="71284" y="2707122"/>
                  </a:lnTo>
                  <a:lnTo>
                    <a:pt x="47535" y="2708165"/>
                  </a:lnTo>
                  <a:lnTo>
                    <a:pt x="23771" y="2708791"/>
                  </a:lnTo>
                  <a:lnTo>
                    <a:pt x="0" y="2709000"/>
                  </a:lnTo>
                  <a:lnTo>
                    <a:pt x="0" y="2031750"/>
                  </a:lnTo>
                  <a:lnTo>
                    <a:pt x="11885" y="2031645"/>
                  </a:lnTo>
                  <a:lnTo>
                    <a:pt x="23767" y="2031332"/>
                  </a:lnTo>
                  <a:lnTo>
                    <a:pt x="35642" y="2030811"/>
                  </a:lnTo>
                  <a:lnTo>
                    <a:pt x="47506" y="2030081"/>
                  </a:lnTo>
                  <a:lnTo>
                    <a:pt x="59355" y="2029144"/>
                  </a:lnTo>
                  <a:lnTo>
                    <a:pt x="71185" y="2027998"/>
                  </a:lnTo>
                  <a:lnTo>
                    <a:pt x="82994" y="2026645"/>
                  </a:lnTo>
                  <a:lnTo>
                    <a:pt x="94778" y="2025085"/>
                  </a:lnTo>
                  <a:lnTo>
                    <a:pt x="106532" y="2023318"/>
                  </a:lnTo>
                  <a:lnTo>
                    <a:pt x="118253" y="2021346"/>
                  </a:lnTo>
                  <a:lnTo>
                    <a:pt x="129938" y="2019168"/>
                  </a:lnTo>
                  <a:lnTo>
                    <a:pt x="141583" y="2016785"/>
                  </a:lnTo>
                  <a:lnTo>
                    <a:pt x="153184" y="2014198"/>
                  </a:lnTo>
                  <a:lnTo>
                    <a:pt x="164738" y="2011408"/>
                  </a:lnTo>
                  <a:lnTo>
                    <a:pt x="176241" y="2008416"/>
                  </a:lnTo>
                  <a:lnTo>
                    <a:pt x="187690" y="2005222"/>
                  </a:lnTo>
                  <a:lnTo>
                    <a:pt x="199082" y="2001828"/>
                  </a:lnTo>
                  <a:lnTo>
                    <a:pt x="210411" y="1998234"/>
                  </a:lnTo>
                  <a:lnTo>
                    <a:pt x="221676" y="1994442"/>
                  </a:lnTo>
                  <a:lnTo>
                    <a:pt x="232873" y="1990453"/>
                  </a:lnTo>
                  <a:lnTo>
                    <a:pt x="243998" y="1986269"/>
                  </a:lnTo>
                  <a:lnTo>
                    <a:pt x="255048" y="1981889"/>
                  </a:lnTo>
                  <a:lnTo>
                    <a:pt x="266020" y="1977316"/>
                  </a:lnTo>
                  <a:lnTo>
                    <a:pt x="276909" y="1972552"/>
                  </a:lnTo>
                  <a:lnTo>
                    <a:pt x="287713" y="1967597"/>
                  </a:lnTo>
                  <a:lnTo>
                    <a:pt x="298429" y="1962453"/>
                  </a:lnTo>
                  <a:lnTo>
                    <a:pt x="309052" y="1957122"/>
                  </a:lnTo>
                  <a:lnTo>
                    <a:pt x="319580" y="1951605"/>
                  </a:lnTo>
                  <a:lnTo>
                    <a:pt x="330010" y="1945905"/>
                  </a:lnTo>
                  <a:lnTo>
                    <a:pt x="340339" y="1940022"/>
                  </a:lnTo>
                  <a:lnTo>
                    <a:pt x="350562" y="1933959"/>
                  </a:lnTo>
                  <a:lnTo>
                    <a:pt x="360678" y="1927717"/>
                  </a:lnTo>
                  <a:lnTo>
                    <a:pt x="370682" y="1921299"/>
                  </a:lnTo>
                  <a:lnTo>
                    <a:pt x="380572" y="1914707"/>
                  </a:lnTo>
                  <a:lnTo>
                    <a:pt x="390345" y="1907941"/>
                  </a:lnTo>
                  <a:lnTo>
                    <a:pt x="399998" y="1901006"/>
                  </a:lnTo>
                  <a:lnTo>
                    <a:pt x="409527" y="1893901"/>
                  </a:lnTo>
                  <a:lnTo>
                    <a:pt x="418931" y="1886631"/>
                  </a:lnTo>
                  <a:lnTo>
                    <a:pt x="428205" y="1879197"/>
                  </a:lnTo>
                  <a:lnTo>
                    <a:pt x="437348" y="1871601"/>
                  </a:lnTo>
                  <a:lnTo>
                    <a:pt x="446355" y="1863846"/>
                  </a:lnTo>
                  <a:lnTo>
                    <a:pt x="455225" y="1855934"/>
                  </a:lnTo>
                  <a:lnTo>
                    <a:pt x="463956" y="1847868"/>
                  </a:lnTo>
                  <a:lnTo>
                    <a:pt x="472543" y="1839650"/>
                  </a:lnTo>
                  <a:lnTo>
                    <a:pt x="480984" y="1831282"/>
                  </a:lnTo>
                  <a:lnTo>
                    <a:pt x="489278" y="1822767"/>
                  </a:lnTo>
                  <a:lnTo>
                    <a:pt x="497420" y="1814108"/>
                  </a:lnTo>
                  <a:lnTo>
                    <a:pt x="505410" y="1805308"/>
                  </a:lnTo>
                  <a:lnTo>
                    <a:pt x="513244" y="1796368"/>
                  </a:lnTo>
                  <a:lnTo>
                    <a:pt x="520919" y="1787293"/>
                  </a:lnTo>
                  <a:lnTo>
                    <a:pt x="528434" y="1778084"/>
                  </a:lnTo>
                  <a:lnTo>
                    <a:pt x="535787" y="1768745"/>
                  </a:lnTo>
                  <a:lnTo>
                    <a:pt x="542974" y="1759278"/>
                  </a:lnTo>
                  <a:lnTo>
                    <a:pt x="549995" y="1749687"/>
                  </a:lnTo>
                  <a:lnTo>
                    <a:pt x="556845" y="1739973"/>
                  </a:lnTo>
                  <a:lnTo>
                    <a:pt x="563525" y="1730142"/>
                  </a:lnTo>
                  <a:lnTo>
                    <a:pt x="570030" y="1720194"/>
                  </a:lnTo>
                  <a:lnTo>
                    <a:pt x="576360" y="1710134"/>
                  </a:lnTo>
                  <a:lnTo>
                    <a:pt x="582513" y="1699964"/>
                  </a:lnTo>
                  <a:lnTo>
                    <a:pt x="588486" y="1689687"/>
                  </a:lnTo>
                  <a:lnTo>
                    <a:pt x="594278" y="1679308"/>
                  </a:lnTo>
                  <a:lnTo>
                    <a:pt x="599887" y="1668828"/>
                  </a:lnTo>
                  <a:lnTo>
                    <a:pt x="605311" y="1658252"/>
                  </a:lnTo>
                  <a:lnTo>
                    <a:pt x="610549" y="1647582"/>
                  </a:lnTo>
                  <a:lnTo>
                    <a:pt x="615598" y="1636822"/>
                  </a:lnTo>
                  <a:lnTo>
                    <a:pt x="620458" y="1625975"/>
                  </a:lnTo>
                  <a:lnTo>
                    <a:pt x="625127" y="1615044"/>
                  </a:lnTo>
                  <a:lnTo>
                    <a:pt x="629603" y="1604033"/>
                  </a:lnTo>
                  <a:lnTo>
                    <a:pt x="633885" y="1592945"/>
                  </a:lnTo>
                  <a:lnTo>
                    <a:pt x="637972" y="1581784"/>
                  </a:lnTo>
                  <a:lnTo>
                    <a:pt x="641863" y="1570552"/>
                  </a:lnTo>
                  <a:lnTo>
                    <a:pt x="645556" y="1559254"/>
                  </a:lnTo>
                  <a:lnTo>
                    <a:pt x="649050" y="1547893"/>
                  </a:lnTo>
                  <a:lnTo>
                    <a:pt x="652344" y="1536473"/>
                  </a:lnTo>
                  <a:lnTo>
                    <a:pt x="655437" y="1524996"/>
                  </a:lnTo>
                  <a:lnTo>
                    <a:pt x="658328" y="1513467"/>
                  </a:lnTo>
                  <a:lnTo>
                    <a:pt x="661017" y="1501889"/>
                  </a:lnTo>
                  <a:lnTo>
                    <a:pt x="663502" y="1490266"/>
                  </a:lnTo>
                  <a:lnTo>
                    <a:pt x="665782" y="1478600"/>
                  </a:lnTo>
                  <a:lnTo>
                    <a:pt x="667858" y="1466897"/>
                  </a:lnTo>
                  <a:lnTo>
                    <a:pt x="669727" y="1455159"/>
                  </a:lnTo>
                  <a:lnTo>
                    <a:pt x="671391" y="1443389"/>
                  </a:lnTo>
                  <a:lnTo>
                    <a:pt x="672847" y="1431593"/>
                  </a:lnTo>
                  <a:lnTo>
                    <a:pt x="674097" y="1419773"/>
                  </a:lnTo>
                  <a:lnTo>
                    <a:pt x="675138" y="1407932"/>
                  </a:lnTo>
                  <a:lnTo>
                    <a:pt x="675972" y="1396075"/>
                  </a:lnTo>
                  <a:lnTo>
                    <a:pt x="676598" y="1384206"/>
                  </a:lnTo>
                  <a:lnTo>
                    <a:pt x="677015" y="1372327"/>
                  </a:lnTo>
                  <a:lnTo>
                    <a:pt x="677223" y="1360443"/>
                  </a:lnTo>
                  <a:lnTo>
                    <a:pt x="677223" y="1348556"/>
                  </a:lnTo>
                  <a:lnTo>
                    <a:pt x="677015" y="1336672"/>
                  </a:lnTo>
                  <a:lnTo>
                    <a:pt x="676598" y="1324793"/>
                  </a:lnTo>
                  <a:lnTo>
                    <a:pt x="675972" y="1312924"/>
                  </a:lnTo>
                  <a:lnTo>
                    <a:pt x="675138" y="1301067"/>
                  </a:lnTo>
                  <a:lnTo>
                    <a:pt x="674097" y="1289226"/>
                  </a:lnTo>
                  <a:lnTo>
                    <a:pt x="672847" y="1277406"/>
                  </a:lnTo>
                  <a:lnTo>
                    <a:pt x="671391" y="1265610"/>
                  </a:lnTo>
                  <a:lnTo>
                    <a:pt x="669727" y="1253840"/>
                  </a:lnTo>
                  <a:lnTo>
                    <a:pt x="667858" y="1242102"/>
                  </a:lnTo>
                  <a:lnTo>
                    <a:pt x="665782" y="1230399"/>
                  </a:lnTo>
                  <a:lnTo>
                    <a:pt x="663502" y="1218733"/>
                  </a:lnTo>
                  <a:lnTo>
                    <a:pt x="661017" y="1207110"/>
                  </a:lnTo>
                  <a:lnTo>
                    <a:pt x="658328" y="1195532"/>
                  </a:lnTo>
                  <a:lnTo>
                    <a:pt x="655437" y="1184003"/>
                  </a:lnTo>
                  <a:lnTo>
                    <a:pt x="652344" y="1172526"/>
                  </a:lnTo>
                  <a:lnTo>
                    <a:pt x="649050" y="1161106"/>
                  </a:lnTo>
                  <a:lnTo>
                    <a:pt x="645556" y="1149745"/>
                  </a:lnTo>
                  <a:lnTo>
                    <a:pt x="641863" y="1138447"/>
                  </a:lnTo>
                  <a:lnTo>
                    <a:pt x="637972" y="1127215"/>
                  </a:lnTo>
                  <a:lnTo>
                    <a:pt x="633885" y="1116054"/>
                  </a:lnTo>
                  <a:lnTo>
                    <a:pt x="629603" y="1104966"/>
                  </a:lnTo>
                  <a:lnTo>
                    <a:pt x="625127" y="1093955"/>
                  </a:lnTo>
                  <a:lnTo>
                    <a:pt x="620458" y="1083024"/>
                  </a:lnTo>
                  <a:lnTo>
                    <a:pt x="615598" y="1072177"/>
                  </a:lnTo>
                  <a:lnTo>
                    <a:pt x="610549" y="1061417"/>
                  </a:lnTo>
                  <a:lnTo>
                    <a:pt x="605311" y="1050747"/>
                  </a:lnTo>
                  <a:lnTo>
                    <a:pt x="599887" y="1040171"/>
                  </a:lnTo>
                  <a:lnTo>
                    <a:pt x="594278" y="1029691"/>
                  </a:lnTo>
                  <a:lnTo>
                    <a:pt x="588486" y="1019312"/>
                  </a:lnTo>
                  <a:lnTo>
                    <a:pt x="582513" y="1009035"/>
                  </a:lnTo>
                  <a:lnTo>
                    <a:pt x="576360" y="998865"/>
                  </a:lnTo>
                  <a:lnTo>
                    <a:pt x="570030" y="988805"/>
                  </a:lnTo>
                  <a:lnTo>
                    <a:pt x="563525" y="978857"/>
                  </a:lnTo>
                  <a:lnTo>
                    <a:pt x="556845" y="969026"/>
                  </a:lnTo>
                  <a:lnTo>
                    <a:pt x="549995" y="959312"/>
                  </a:lnTo>
                  <a:lnTo>
                    <a:pt x="542974" y="949721"/>
                  </a:lnTo>
                  <a:lnTo>
                    <a:pt x="535787" y="940254"/>
                  </a:lnTo>
                  <a:lnTo>
                    <a:pt x="528434" y="930915"/>
                  </a:lnTo>
                  <a:lnTo>
                    <a:pt x="520919" y="921706"/>
                  </a:lnTo>
                  <a:lnTo>
                    <a:pt x="513244" y="912631"/>
                  </a:lnTo>
                  <a:lnTo>
                    <a:pt x="505410" y="903691"/>
                  </a:lnTo>
                  <a:lnTo>
                    <a:pt x="497420" y="894891"/>
                  </a:lnTo>
                  <a:lnTo>
                    <a:pt x="489278" y="886232"/>
                  </a:lnTo>
                  <a:lnTo>
                    <a:pt x="480984" y="877717"/>
                  </a:lnTo>
                  <a:lnTo>
                    <a:pt x="472543" y="869349"/>
                  </a:lnTo>
                  <a:lnTo>
                    <a:pt x="463956" y="861131"/>
                  </a:lnTo>
                  <a:lnTo>
                    <a:pt x="455225" y="853065"/>
                  </a:lnTo>
                  <a:lnTo>
                    <a:pt x="446355" y="845153"/>
                  </a:lnTo>
                  <a:lnTo>
                    <a:pt x="437348" y="837398"/>
                  </a:lnTo>
                  <a:lnTo>
                    <a:pt x="428205" y="829802"/>
                  </a:lnTo>
                  <a:lnTo>
                    <a:pt x="418931" y="822368"/>
                  </a:lnTo>
                  <a:lnTo>
                    <a:pt x="409527" y="815098"/>
                  </a:lnTo>
                  <a:lnTo>
                    <a:pt x="399998" y="807993"/>
                  </a:lnTo>
                  <a:lnTo>
                    <a:pt x="390345" y="801058"/>
                  </a:lnTo>
                  <a:lnTo>
                    <a:pt x="380572" y="794292"/>
                  </a:lnTo>
                  <a:lnTo>
                    <a:pt x="370682" y="787700"/>
                  </a:lnTo>
                  <a:lnTo>
                    <a:pt x="360678" y="781282"/>
                  </a:lnTo>
                  <a:lnTo>
                    <a:pt x="350562" y="775040"/>
                  </a:lnTo>
                  <a:lnTo>
                    <a:pt x="340339" y="768977"/>
                  </a:lnTo>
                  <a:lnTo>
                    <a:pt x="330010" y="763094"/>
                  </a:lnTo>
                  <a:lnTo>
                    <a:pt x="319580" y="757394"/>
                  </a:lnTo>
                  <a:lnTo>
                    <a:pt x="309052" y="751877"/>
                  </a:lnTo>
                  <a:lnTo>
                    <a:pt x="298429" y="746546"/>
                  </a:lnTo>
                  <a:lnTo>
                    <a:pt x="287713" y="741402"/>
                  </a:lnTo>
                  <a:lnTo>
                    <a:pt x="276909" y="736447"/>
                  </a:lnTo>
                  <a:lnTo>
                    <a:pt x="266020" y="731683"/>
                  </a:lnTo>
                  <a:lnTo>
                    <a:pt x="255048" y="727110"/>
                  </a:lnTo>
                  <a:lnTo>
                    <a:pt x="243998" y="722730"/>
                  </a:lnTo>
                  <a:lnTo>
                    <a:pt x="232873" y="718546"/>
                  </a:lnTo>
                  <a:lnTo>
                    <a:pt x="221676" y="714557"/>
                  </a:lnTo>
                  <a:lnTo>
                    <a:pt x="210411" y="710765"/>
                  </a:lnTo>
                  <a:lnTo>
                    <a:pt x="199082" y="707171"/>
                  </a:lnTo>
                  <a:lnTo>
                    <a:pt x="187690" y="703777"/>
                  </a:lnTo>
                  <a:lnTo>
                    <a:pt x="176241" y="700583"/>
                  </a:lnTo>
                  <a:lnTo>
                    <a:pt x="164738" y="697591"/>
                  </a:lnTo>
                  <a:lnTo>
                    <a:pt x="153184" y="694801"/>
                  </a:lnTo>
                  <a:lnTo>
                    <a:pt x="141583" y="692214"/>
                  </a:lnTo>
                  <a:lnTo>
                    <a:pt x="129938" y="689831"/>
                  </a:lnTo>
                  <a:lnTo>
                    <a:pt x="118253" y="687653"/>
                  </a:lnTo>
                  <a:lnTo>
                    <a:pt x="106532" y="685681"/>
                  </a:lnTo>
                  <a:lnTo>
                    <a:pt x="94778" y="683914"/>
                  </a:lnTo>
                  <a:lnTo>
                    <a:pt x="82994" y="682354"/>
                  </a:lnTo>
                  <a:lnTo>
                    <a:pt x="71185" y="681001"/>
                  </a:lnTo>
                  <a:lnTo>
                    <a:pt x="59355" y="679855"/>
                  </a:lnTo>
                  <a:lnTo>
                    <a:pt x="47506" y="678918"/>
                  </a:lnTo>
                  <a:lnTo>
                    <a:pt x="35642" y="678188"/>
                  </a:lnTo>
                  <a:lnTo>
                    <a:pt x="23767" y="677667"/>
                  </a:lnTo>
                  <a:lnTo>
                    <a:pt x="11885" y="677354"/>
                  </a:lnTo>
                  <a:lnTo>
                    <a:pt x="0" y="677250"/>
                  </a:lnTo>
                  <a:close/>
                </a:path>
              </a:pathLst>
            </a:custGeom>
            <a:solidFill>
              <a:srgbClr val="084594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g7"/>
            <p:cNvSpPr/>
            <p:nvPr/>
          </p:nvSpPr>
          <p:spPr>
            <a:xfrm>
              <a:off x="3241473" y="2074499"/>
              <a:ext cx="1330508" cy="1227596"/>
            </a:xfrm>
            <a:custGeom>
              <a:avLst/>
              <a:pathLst>
                <a:path w="1330508" h="1227596">
                  <a:moveTo>
                    <a:pt x="0" y="1100692"/>
                  </a:moveTo>
                  <a:lnTo>
                    <a:pt x="4644" y="1077451"/>
                  </a:lnTo>
                  <a:lnTo>
                    <a:pt x="9694" y="1054295"/>
                  </a:lnTo>
                  <a:lnTo>
                    <a:pt x="15149" y="1031232"/>
                  </a:lnTo>
                  <a:lnTo>
                    <a:pt x="21006" y="1008267"/>
                  </a:lnTo>
                  <a:lnTo>
                    <a:pt x="27265" y="985408"/>
                  </a:lnTo>
                  <a:lnTo>
                    <a:pt x="33922" y="962662"/>
                  </a:lnTo>
                  <a:lnTo>
                    <a:pt x="40976" y="940036"/>
                  </a:lnTo>
                  <a:lnTo>
                    <a:pt x="48426" y="917537"/>
                  </a:lnTo>
                  <a:lnTo>
                    <a:pt x="56267" y="895172"/>
                  </a:lnTo>
                  <a:lnTo>
                    <a:pt x="64499" y="872948"/>
                  </a:lnTo>
                  <a:lnTo>
                    <a:pt x="73118" y="850871"/>
                  </a:lnTo>
                  <a:lnTo>
                    <a:pt x="82122" y="828948"/>
                  </a:lnTo>
                  <a:lnTo>
                    <a:pt x="91509" y="807186"/>
                  </a:lnTo>
                  <a:lnTo>
                    <a:pt x="101275" y="785591"/>
                  </a:lnTo>
                  <a:lnTo>
                    <a:pt x="111417" y="764171"/>
                  </a:lnTo>
                  <a:lnTo>
                    <a:pt x="121932" y="742931"/>
                  </a:lnTo>
                  <a:lnTo>
                    <a:pt x="132818" y="721879"/>
                  </a:lnTo>
                  <a:lnTo>
                    <a:pt x="144070" y="701020"/>
                  </a:lnTo>
                  <a:lnTo>
                    <a:pt x="155685" y="680362"/>
                  </a:lnTo>
                  <a:lnTo>
                    <a:pt x="167660" y="659910"/>
                  </a:lnTo>
                  <a:lnTo>
                    <a:pt x="179991" y="639670"/>
                  </a:lnTo>
                  <a:lnTo>
                    <a:pt x="192674" y="619649"/>
                  </a:lnTo>
                  <a:lnTo>
                    <a:pt x="205705" y="599854"/>
                  </a:lnTo>
                  <a:lnTo>
                    <a:pt x="219081" y="580289"/>
                  </a:lnTo>
                  <a:lnTo>
                    <a:pt x="232798" y="560961"/>
                  </a:lnTo>
                  <a:lnTo>
                    <a:pt x="246850" y="541877"/>
                  </a:lnTo>
                  <a:lnTo>
                    <a:pt x="261234" y="523041"/>
                  </a:lnTo>
                  <a:lnTo>
                    <a:pt x="275945" y="504459"/>
                  </a:lnTo>
                  <a:lnTo>
                    <a:pt x="290979" y="486138"/>
                  </a:lnTo>
                  <a:lnTo>
                    <a:pt x="306332" y="468083"/>
                  </a:lnTo>
                  <a:lnTo>
                    <a:pt x="321998" y="450299"/>
                  </a:lnTo>
                  <a:lnTo>
                    <a:pt x="337973" y="432792"/>
                  </a:lnTo>
                  <a:lnTo>
                    <a:pt x="354251" y="415567"/>
                  </a:lnTo>
                  <a:lnTo>
                    <a:pt x="370829" y="398630"/>
                  </a:lnTo>
                  <a:lnTo>
                    <a:pt x="387700" y="381985"/>
                  </a:lnTo>
                  <a:lnTo>
                    <a:pt x="404860" y="365638"/>
                  </a:lnTo>
                  <a:lnTo>
                    <a:pt x="422304" y="349594"/>
                  </a:lnTo>
                  <a:lnTo>
                    <a:pt x="440025" y="333857"/>
                  </a:lnTo>
                  <a:lnTo>
                    <a:pt x="458019" y="318433"/>
                  </a:lnTo>
                  <a:lnTo>
                    <a:pt x="476280" y="303326"/>
                  </a:lnTo>
                  <a:lnTo>
                    <a:pt x="494803" y="288541"/>
                  </a:lnTo>
                  <a:lnTo>
                    <a:pt x="513582" y="274082"/>
                  </a:lnTo>
                  <a:lnTo>
                    <a:pt x="532610" y="259954"/>
                  </a:lnTo>
                  <a:lnTo>
                    <a:pt x="551883" y="246161"/>
                  </a:lnTo>
                  <a:lnTo>
                    <a:pt x="571395" y="232707"/>
                  </a:lnTo>
                  <a:lnTo>
                    <a:pt x="591138" y="219597"/>
                  </a:lnTo>
                  <a:lnTo>
                    <a:pt x="611108" y="206834"/>
                  </a:lnTo>
                  <a:lnTo>
                    <a:pt x="631299" y="194423"/>
                  </a:lnTo>
                  <a:lnTo>
                    <a:pt x="651703" y="182367"/>
                  </a:lnTo>
                  <a:lnTo>
                    <a:pt x="672315" y="170670"/>
                  </a:lnTo>
                  <a:lnTo>
                    <a:pt x="693129" y="159335"/>
                  </a:lnTo>
                  <a:lnTo>
                    <a:pt x="714138" y="148366"/>
                  </a:lnTo>
                  <a:lnTo>
                    <a:pt x="735336" y="137766"/>
                  </a:lnTo>
                  <a:lnTo>
                    <a:pt x="756715" y="127539"/>
                  </a:lnTo>
                  <a:lnTo>
                    <a:pt x="778271" y="117687"/>
                  </a:lnTo>
                  <a:lnTo>
                    <a:pt x="799995" y="108214"/>
                  </a:lnTo>
                  <a:lnTo>
                    <a:pt x="821882" y="99123"/>
                  </a:lnTo>
                  <a:lnTo>
                    <a:pt x="843925" y="90416"/>
                  </a:lnTo>
                  <a:lnTo>
                    <a:pt x="866117" y="82096"/>
                  </a:lnTo>
                  <a:lnTo>
                    <a:pt x="888450" y="74165"/>
                  </a:lnTo>
                  <a:lnTo>
                    <a:pt x="910920" y="66627"/>
                  </a:lnTo>
                  <a:lnTo>
                    <a:pt x="933517" y="59483"/>
                  </a:lnTo>
                  <a:lnTo>
                    <a:pt x="956236" y="52735"/>
                  </a:lnTo>
                  <a:lnTo>
                    <a:pt x="979070" y="46386"/>
                  </a:lnTo>
                  <a:lnTo>
                    <a:pt x="1002011" y="40437"/>
                  </a:lnTo>
                  <a:lnTo>
                    <a:pt x="1025053" y="34890"/>
                  </a:lnTo>
                  <a:lnTo>
                    <a:pt x="1048189" y="29748"/>
                  </a:lnTo>
                  <a:lnTo>
                    <a:pt x="1071411" y="25011"/>
                  </a:lnTo>
                  <a:lnTo>
                    <a:pt x="1094712" y="20681"/>
                  </a:lnTo>
                  <a:lnTo>
                    <a:pt x="1118085" y="16760"/>
                  </a:lnTo>
                  <a:lnTo>
                    <a:pt x="1141523" y="13248"/>
                  </a:lnTo>
                  <a:lnTo>
                    <a:pt x="1165020" y="10147"/>
                  </a:lnTo>
                  <a:lnTo>
                    <a:pt x="1188567" y="7457"/>
                  </a:lnTo>
                  <a:lnTo>
                    <a:pt x="1212157" y="5180"/>
                  </a:lnTo>
                  <a:lnTo>
                    <a:pt x="1235784" y="3316"/>
                  </a:lnTo>
                  <a:lnTo>
                    <a:pt x="1259439" y="1865"/>
                  </a:lnTo>
                  <a:lnTo>
                    <a:pt x="1283117" y="829"/>
                  </a:lnTo>
                  <a:lnTo>
                    <a:pt x="1306808" y="207"/>
                  </a:lnTo>
                  <a:lnTo>
                    <a:pt x="1330508" y="0"/>
                  </a:lnTo>
                  <a:lnTo>
                    <a:pt x="1330508" y="677250"/>
                  </a:lnTo>
                  <a:lnTo>
                    <a:pt x="1318658" y="677353"/>
                  </a:lnTo>
                  <a:lnTo>
                    <a:pt x="1306812" y="677664"/>
                  </a:lnTo>
                  <a:lnTo>
                    <a:pt x="1294973" y="678182"/>
                  </a:lnTo>
                  <a:lnTo>
                    <a:pt x="1283146" y="678908"/>
                  </a:lnTo>
                  <a:lnTo>
                    <a:pt x="1271332" y="679840"/>
                  </a:lnTo>
                  <a:lnTo>
                    <a:pt x="1259537" y="680978"/>
                  </a:lnTo>
                  <a:lnTo>
                    <a:pt x="1247764" y="682323"/>
                  </a:lnTo>
                  <a:lnTo>
                    <a:pt x="1236016" y="683874"/>
                  </a:lnTo>
                  <a:lnTo>
                    <a:pt x="1224296" y="685630"/>
                  </a:lnTo>
                  <a:lnTo>
                    <a:pt x="1212610" y="687590"/>
                  </a:lnTo>
                  <a:lnTo>
                    <a:pt x="1200959" y="689755"/>
                  </a:lnTo>
                  <a:lnTo>
                    <a:pt x="1189348" y="692124"/>
                  </a:lnTo>
                  <a:lnTo>
                    <a:pt x="1177780" y="694695"/>
                  </a:lnTo>
                  <a:lnTo>
                    <a:pt x="1166260" y="697468"/>
                  </a:lnTo>
                  <a:lnTo>
                    <a:pt x="1154789" y="700443"/>
                  </a:lnTo>
                  <a:lnTo>
                    <a:pt x="1143372" y="703617"/>
                  </a:lnTo>
                  <a:lnTo>
                    <a:pt x="1132012" y="706991"/>
                  </a:lnTo>
                  <a:lnTo>
                    <a:pt x="1120714" y="710563"/>
                  </a:lnTo>
                  <a:lnTo>
                    <a:pt x="1109479" y="714332"/>
                  </a:lnTo>
                  <a:lnTo>
                    <a:pt x="1098312" y="718298"/>
                  </a:lnTo>
                  <a:lnTo>
                    <a:pt x="1087216" y="722458"/>
                  </a:lnTo>
                  <a:lnTo>
                    <a:pt x="1076195" y="726811"/>
                  </a:lnTo>
                  <a:lnTo>
                    <a:pt x="1065252" y="731357"/>
                  </a:lnTo>
                  <a:lnTo>
                    <a:pt x="1054389" y="736093"/>
                  </a:lnTo>
                  <a:lnTo>
                    <a:pt x="1043612" y="741019"/>
                  </a:lnTo>
                  <a:lnTo>
                    <a:pt x="1032922" y="746133"/>
                  </a:lnTo>
                  <a:lnTo>
                    <a:pt x="1022323" y="751433"/>
                  </a:lnTo>
                  <a:lnTo>
                    <a:pt x="1011818" y="756917"/>
                  </a:lnTo>
                  <a:lnTo>
                    <a:pt x="1001412" y="762585"/>
                  </a:lnTo>
                  <a:lnTo>
                    <a:pt x="991105" y="768433"/>
                  </a:lnTo>
                  <a:lnTo>
                    <a:pt x="980903" y="774461"/>
                  </a:lnTo>
                  <a:lnTo>
                    <a:pt x="970808" y="780667"/>
                  </a:lnTo>
                  <a:lnTo>
                    <a:pt x="960823" y="787048"/>
                  </a:lnTo>
                  <a:lnTo>
                    <a:pt x="950951" y="793603"/>
                  </a:lnTo>
                  <a:lnTo>
                    <a:pt x="941195" y="800330"/>
                  </a:lnTo>
                  <a:lnTo>
                    <a:pt x="931559" y="807227"/>
                  </a:lnTo>
                  <a:lnTo>
                    <a:pt x="922045" y="814291"/>
                  </a:lnTo>
                  <a:lnTo>
                    <a:pt x="912655" y="821520"/>
                  </a:lnTo>
                  <a:lnTo>
                    <a:pt x="903394" y="828913"/>
                  </a:lnTo>
                  <a:lnTo>
                    <a:pt x="894263" y="836466"/>
                  </a:lnTo>
                  <a:lnTo>
                    <a:pt x="885266" y="844178"/>
                  </a:lnTo>
                  <a:lnTo>
                    <a:pt x="876406" y="852047"/>
                  </a:lnTo>
                  <a:lnTo>
                    <a:pt x="867684" y="860069"/>
                  </a:lnTo>
                  <a:lnTo>
                    <a:pt x="859104" y="868242"/>
                  </a:lnTo>
                  <a:lnTo>
                    <a:pt x="850668" y="876565"/>
                  </a:lnTo>
                  <a:lnTo>
                    <a:pt x="842379" y="885033"/>
                  </a:lnTo>
                  <a:lnTo>
                    <a:pt x="834240" y="893646"/>
                  </a:lnTo>
                  <a:lnTo>
                    <a:pt x="826253" y="902399"/>
                  </a:lnTo>
                  <a:lnTo>
                    <a:pt x="818420" y="911291"/>
                  </a:lnTo>
                  <a:lnTo>
                    <a:pt x="810743" y="920319"/>
                  </a:lnTo>
                  <a:lnTo>
                    <a:pt x="803226" y="929479"/>
                  </a:lnTo>
                  <a:lnTo>
                    <a:pt x="795871" y="938770"/>
                  </a:lnTo>
                  <a:lnTo>
                    <a:pt x="788679" y="948188"/>
                  </a:lnTo>
                  <a:lnTo>
                    <a:pt x="781653" y="957730"/>
                  </a:lnTo>
                  <a:lnTo>
                    <a:pt x="774794" y="967394"/>
                  </a:lnTo>
                  <a:lnTo>
                    <a:pt x="768107" y="977177"/>
                  </a:lnTo>
                  <a:lnTo>
                    <a:pt x="761591" y="987074"/>
                  </a:lnTo>
                  <a:lnTo>
                    <a:pt x="755249" y="997085"/>
                  </a:lnTo>
                  <a:lnTo>
                    <a:pt x="749084" y="1007205"/>
                  </a:lnTo>
                  <a:lnTo>
                    <a:pt x="743096" y="1017431"/>
                  </a:lnTo>
                  <a:lnTo>
                    <a:pt x="737289" y="1027760"/>
                  </a:lnTo>
                  <a:lnTo>
                    <a:pt x="731663" y="1038189"/>
                  </a:lnTo>
                  <a:lnTo>
                    <a:pt x="726220" y="1048715"/>
                  </a:lnTo>
                  <a:lnTo>
                    <a:pt x="720962" y="1059335"/>
                  </a:lnTo>
                  <a:lnTo>
                    <a:pt x="715891" y="1070045"/>
                  </a:lnTo>
                  <a:lnTo>
                    <a:pt x="711008" y="1080843"/>
                  </a:lnTo>
                  <a:lnTo>
                    <a:pt x="706315" y="1091724"/>
                  </a:lnTo>
                  <a:lnTo>
                    <a:pt x="701813" y="1102685"/>
                  </a:lnTo>
                  <a:lnTo>
                    <a:pt x="697503" y="1113724"/>
                  </a:lnTo>
                  <a:lnTo>
                    <a:pt x="693387" y="1124836"/>
                  </a:lnTo>
                  <a:lnTo>
                    <a:pt x="689467" y="1136018"/>
                  </a:lnTo>
                  <a:lnTo>
                    <a:pt x="685742" y="1147268"/>
                  </a:lnTo>
                  <a:lnTo>
                    <a:pt x="682215" y="1158581"/>
                  </a:lnTo>
                  <a:lnTo>
                    <a:pt x="678886" y="1169954"/>
                  </a:lnTo>
                  <a:lnTo>
                    <a:pt x="675757" y="1181383"/>
                  </a:lnTo>
                  <a:lnTo>
                    <a:pt x="672828" y="1192866"/>
                  </a:lnTo>
                  <a:lnTo>
                    <a:pt x="670101" y="1204397"/>
                  </a:lnTo>
                  <a:lnTo>
                    <a:pt x="667576" y="1215975"/>
                  </a:lnTo>
                  <a:lnTo>
                    <a:pt x="665254" y="1227596"/>
                  </a:lnTo>
                  <a:close/>
                </a:path>
              </a:pathLst>
            </a:custGeom>
            <a:solidFill>
              <a:srgbClr val="084594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3220154" y="3471524"/>
              <a:ext cx="1351827" cy="1311975"/>
            </a:xfrm>
            <a:custGeom>
              <a:avLst/>
              <a:pathLst>
                <a:path w="1351827" h="1311975">
                  <a:moveTo>
                    <a:pt x="1351827" y="1311975"/>
                  </a:moveTo>
                  <a:lnTo>
                    <a:pt x="1328077" y="1311766"/>
                  </a:lnTo>
                  <a:lnTo>
                    <a:pt x="1304336" y="1311142"/>
                  </a:lnTo>
                  <a:lnTo>
                    <a:pt x="1280608" y="1310101"/>
                  </a:lnTo>
                  <a:lnTo>
                    <a:pt x="1256903" y="1308644"/>
                  </a:lnTo>
                  <a:lnTo>
                    <a:pt x="1233227" y="1306772"/>
                  </a:lnTo>
                  <a:lnTo>
                    <a:pt x="1209587" y="1304485"/>
                  </a:lnTo>
                  <a:lnTo>
                    <a:pt x="1185991" y="1301784"/>
                  </a:lnTo>
                  <a:lnTo>
                    <a:pt x="1162446" y="1298670"/>
                  </a:lnTo>
                  <a:lnTo>
                    <a:pt x="1138959" y="1295143"/>
                  </a:lnTo>
                  <a:lnTo>
                    <a:pt x="1115537" y="1291205"/>
                  </a:lnTo>
                  <a:lnTo>
                    <a:pt x="1092189" y="1286857"/>
                  </a:lnTo>
                  <a:lnTo>
                    <a:pt x="1068920" y="1282101"/>
                  </a:lnTo>
                  <a:lnTo>
                    <a:pt x="1045738" y="1276937"/>
                  </a:lnTo>
                  <a:lnTo>
                    <a:pt x="1022650" y="1271367"/>
                  </a:lnTo>
                  <a:lnTo>
                    <a:pt x="999663" y="1265393"/>
                  </a:lnTo>
                  <a:lnTo>
                    <a:pt x="976785" y="1259018"/>
                  </a:lnTo>
                  <a:lnTo>
                    <a:pt x="954022" y="1252242"/>
                  </a:lnTo>
                  <a:lnTo>
                    <a:pt x="931381" y="1245068"/>
                  </a:lnTo>
                  <a:lnTo>
                    <a:pt x="908870" y="1237498"/>
                  </a:lnTo>
                  <a:lnTo>
                    <a:pt x="886495" y="1229534"/>
                  </a:lnTo>
                  <a:lnTo>
                    <a:pt x="864262" y="1221180"/>
                  </a:lnTo>
                  <a:lnTo>
                    <a:pt x="842180" y="1212437"/>
                  </a:lnTo>
                  <a:lnTo>
                    <a:pt x="820254" y="1203308"/>
                  </a:lnTo>
                  <a:lnTo>
                    <a:pt x="798492" y="1193796"/>
                  </a:lnTo>
                  <a:lnTo>
                    <a:pt x="776900" y="1183904"/>
                  </a:lnTo>
                  <a:lnTo>
                    <a:pt x="755485" y="1173635"/>
                  </a:lnTo>
                  <a:lnTo>
                    <a:pt x="734253" y="1162992"/>
                  </a:lnTo>
                  <a:lnTo>
                    <a:pt x="713211" y="1151979"/>
                  </a:lnTo>
                  <a:lnTo>
                    <a:pt x="692365" y="1140598"/>
                  </a:lnTo>
                  <a:lnTo>
                    <a:pt x="671722" y="1128853"/>
                  </a:lnTo>
                  <a:lnTo>
                    <a:pt x="651288" y="1116748"/>
                  </a:lnTo>
                  <a:lnTo>
                    <a:pt x="631070" y="1104287"/>
                  </a:lnTo>
                  <a:lnTo>
                    <a:pt x="611073" y="1091474"/>
                  </a:lnTo>
                  <a:lnTo>
                    <a:pt x="591303" y="1078311"/>
                  </a:lnTo>
                  <a:lnTo>
                    <a:pt x="571768" y="1064804"/>
                  </a:lnTo>
                  <a:lnTo>
                    <a:pt x="552473" y="1050957"/>
                  </a:lnTo>
                  <a:lnTo>
                    <a:pt x="533423" y="1036773"/>
                  </a:lnTo>
                  <a:lnTo>
                    <a:pt x="514625" y="1022258"/>
                  </a:lnTo>
                  <a:lnTo>
                    <a:pt x="496084" y="1007415"/>
                  </a:lnTo>
                  <a:lnTo>
                    <a:pt x="477806" y="992249"/>
                  </a:lnTo>
                  <a:lnTo>
                    <a:pt x="459797" y="976765"/>
                  </a:lnTo>
                  <a:lnTo>
                    <a:pt x="442063" y="960968"/>
                  </a:lnTo>
                  <a:lnTo>
                    <a:pt x="424608" y="944863"/>
                  </a:lnTo>
                  <a:lnTo>
                    <a:pt x="407438" y="928453"/>
                  </a:lnTo>
                  <a:lnTo>
                    <a:pt x="390558" y="911746"/>
                  </a:lnTo>
                  <a:lnTo>
                    <a:pt x="373974" y="894744"/>
                  </a:lnTo>
                  <a:lnTo>
                    <a:pt x="357691" y="877455"/>
                  </a:lnTo>
                  <a:lnTo>
                    <a:pt x="341713" y="859883"/>
                  </a:lnTo>
                  <a:lnTo>
                    <a:pt x="326046" y="842033"/>
                  </a:lnTo>
                  <a:lnTo>
                    <a:pt x="310694" y="823912"/>
                  </a:lnTo>
                  <a:lnTo>
                    <a:pt x="295662" y="805524"/>
                  </a:lnTo>
                  <a:lnTo>
                    <a:pt x="280955" y="786875"/>
                  </a:lnTo>
                  <a:lnTo>
                    <a:pt x="266578" y="767971"/>
                  </a:lnTo>
                  <a:lnTo>
                    <a:pt x="252534" y="748818"/>
                  </a:lnTo>
                  <a:lnTo>
                    <a:pt x="238828" y="729422"/>
                  </a:lnTo>
                  <a:lnTo>
                    <a:pt x="225464" y="709789"/>
                  </a:lnTo>
                  <a:lnTo>
                    <a:pt x="212446" y="689924"/>
                  </a:lnTo>
                  <a:lnTo>
                    <a:pt x="199779" y="669834"/>
                  </a:lnTo>
                  <a:lnTo>
                    <a:pt x="187466" y="649525"/>
                  </a:lnTo>
                  <a:lnTo>
                    <a:pt x="175511" y="629003"/>
                  </a:lnTo>
                  <a:lnTo>
                    <a:pt x="163917" y="608275"/>
                  </a:lnTo>
                  <a:lnTo>
                    <a:pt x="152689" y="587347"/>
                  </a:lnTo>
                  <a:lnTo>
                    <a:pt x="141829" y="566225"/>
                  </a:lnTo>
                  <a:lnTo>
                    <a:pt x="131342" y="544915"/>
                  </a:lnTo>
                  <a:lnTo>
                    <a:pt x="121229" y="523426"/>
                  </a:lnTo>
                  <a:lnTo>
                    <a:pt x="111495" y="501762"/>
                  </a:lnTo>
                  <a:lnTo>
                    <a:pt x="102143" y="479931"/>
                  </a:lnTo>
                  <a:lnTo>
                    <a:pt x="93174" y="457939"/>
                  </a:lnTo>
                  <a:lnTo>
                    <a:pt x="84593" y="435793"/>
                  </a:lnTo>
                  <a:lnTo>
                    <a:pt x="76401" y="413501"/>
                  </a:lnTo>
                  <a:lnTo>
                    <a:pt x="68601" y="391068"/>
                  </a:lnTo>
                  <a:lnTo>
                    <a:pt x="61196" y="368502"/>
                  </a:lnTo>
                  <a:lnTo>
                    <a:pt x="54188" y="345809"/>
                  </a:lnTo>
                  <a:lnTo>
                    <a:pt x="47578" y="322997"/>
                  </a:lnTo>
                  <a:lnTo>
                    <a:pt x="41370" y="300073"/>
                  </a:lnTo>
                  <a:lnTo>
                    <a:pt x="35565" y="277043"/>
                  </a:lnTo>
                  <a:lnTo>
                    <a:pt x="30164" y="253915"/>
                  </a:lnTo>
                  <a:lnTo>
                    <a:pt x="25169" y="230696"/>
                  </a:lnTo>
                  <a:lnTo>
                    <a:pt x="20583" y="207393"/>
                  </a:lnTo>
                  <a:lnTo>
                    <a:pt x="16405" y="184013"/>
                  </a:lnTo>
                  <a:lnTo>
                    <a:pt x="12639" y="160564"/>
                  </a:lnTo>
                  <a:lnTo>
                    <a:pt x="9283" y="137052"/>
                  </a:lnTo>
                  <a:lnTo>
                    <a:pt x="6341" y="113485"/>
                  </a:lnTo>
                  <a:lnTo>
                    <a:pt x="3813" y="89870"/>
                  </a:lnTo>
                  <a:lnTo>
                    <a:pt x="1699" y="66214"/>
                  </a:lnTo>
                  <a:lnTo>
                    <a:pt x="0" y="42524"/>
                  </a:lnTo>
                  <a:lnTo>
                    <a:pt x="675913" y="0"/>
                  </a:lnTo>
                  <a:lnTo>
                    <a:pt x="676763" y="11844"/>
                  </a:lnTo>
                  <a:lnTo>
                    <a:pt x="677820" y="23672"/>
                  </a:lnTo>
                  <a:lnTo>
                    <a:pt x="679084" y="35480"/>
                  </a:lnTo>
                  <a:lnTo>
                    <a:pt x="680555" y="47263"/>
                  </a:lnTo>
                  <a:lnTo>
                    <a:pt x="682233" y="59019"/>
                  </a:lnTo>
                  <a:lnTo>
                    <a:pt x="684116" y="70744"/>
                  </a:lnTo>
                  <a:lnTo>
                    <a:pt x="686205" y="82434"/>
                  </a:lnTo>
                  <a:lnTo>
                    <a:pt x="688498" y="94085"/>
                  </a:lnTo>
                  <a:lnTo>
                    <a:pt x="690995" y="105695"/>
                  </a:lnTo>
                  <a:lnTo>
                    <a:pt x="693696" y="117259"/>
                  </a:lnTo>
                  <a:lnTo>
                    <a:pt x="696598" y="128774"/>
                  </a:lnTo>
                  <a:lnTo>
                    <a:pt x="699703" y="140236"/>
                  </a:lnTo>
                  <a:lnTo>
                    <a:pt x="703007" y="151642"/>
                  </a:lnTo>
                  <a:lnTo>
                    <a:pt x="706511" y="162988"/>
                  </a:lnTo>
                  <a:lnTo>
                    <a:pt x="710214" y="174271"/>
                  </a:lnTo>
                  <a:lnTo>
                    <a:pt x="714114" y="185488"/>
                  </a:lnTo>
                  <a:lnTo>
                    <a:pt x="718210" y="196634"/>
                  </a:lnTo>
                  <a:lnTo>
                    <a:pt x="722501" y="207707"/>
                  </a:lnTo>
                  <a:lnTo>
                    <a:pt x="726985" y="218703"/>
                  </a:lnTo>
                  <a:lnTo>
                    <a:pt x="731661" y="229618"/>
                  </a:lnTo>
                  <a:lnTo>
                    <a:pt x="736528" y="240450"/>
                  </a:lnTo>
                  <a:lnTo>
                    <a:pt x="741584" y="251195"/>
                  </a:lnTo>
                  <a:lnTo>
                    <a:pt x="746828" y="261850"/>
                  </a:lnTo>
                  <a:lnTo>
                    <a:pt x="752258" y="272411"/>
                  </a:lnTo>
                  <a:lnTo>
                    <a:pt x="757872" y="282875"/>
                  </a:lnTo>
                  <a:lnTo>
                    <a:pt x="763669" y="293239"/>
                  </a:lnTo>
                  <a:lnTo>
                    <a:pt x="769646" y="303500"/>
                  </a:lnTo>
                  <a:lnTo>
                    <a:pt x="775803" y="313654"/>
                  </a:lnTo>
                  <a:lnTo>
                    <a:pt x="782136" y="323699"/>
                  </a:lnTo>
                  <a:lnTo>
                    <a:pt x="788645" y="333632"/>
                  </a:lnTo>
                  <a:lnTo>
                    <a:pt x="795327" y="343448"/>
                  </a:lnTo>
                  <a:lnTo>
                    <a:pt x="802180" y="353147"/>
                  </a:lnTo>
                  <a:lnTo>
                    <a:pt x="809202" y="362723"/>
                  </a:lnTo>
                  <a:lnTo>
                    <a:pt x="816391" y="372175"/>
                  </a:lnTo>
                  <a:lnTo>
                    <a:pt x="823745" y="381499"/>
                  </a:lnTo>
                  <a:lnTo>
                    <a:pt x="831260" y="390693"/>
                  </a:lnTo>
                  <a:lnTo>
                    <a:pt x="838936" y="399754"/>
                  </a:lnTo>
                  <a:lnTo>
                    <a:pt x="846770" y="408679"/>
                  </a:lnTo>
                  <a:lnTo>
                    <a:pt x="854759" y="417465"/>
                  </a:lnTo>
                  <a:lnTo>
                    <a:pt x="862900" y="426110"/>
                  </a:lnTo>
                  <a:lnTo>
                    <a:pt x="871192" y="434610"/>
                  </a:lnTo>
                  <a:lnTo>
                    <a:pt x="879632" y="442964"/>
                  </a:lnTo>
                  <a:lnTo>
                    <a:pt x="888217" y="451169"/>
                  </a:lnTo>
                  <a:lnTo>
                    <a:pt x="896945" y="459221"/>
                  </a:lnTo>
                  <a:lnTo>
                    <a:pt x="905812" y="467120"/>
                  </a:lnTo>
                  <a:lnTo>
                    <a:pt x="914816" y="474862"/>
                  </a:lnTo>
                  <a:lnTo>
                    <a:pt x="923955" y="482445"/>
                  </a:lnTo>
                  <a:lnTo>
                    <a:pt x="933226" y="489866"/>
                  </a:lnTo>
                  <a:lnTo>
                    <a:pt x="942625" y="497124"/>
                  </a:lnTo>
                  <a:lnTo>
                    <a:pt x="952150" y="504216"/>
                  </a:lnTo>
                  <a:lnTo>
                    <a:pt x="961797" y="511139"/>
                  </a:lnTo>
                  <a:lnTo>
                    <a:pt x="971565" y="517893"/>
                  </a:lnTo>
                  <a:lnTo>
                    <a:pt x="981450" y="524474"/>
                  </a:lnTo>
                  <a:lnTo>
                    <a:pt x="991448" y="530881"/>
                  </a:lnTo>
                  <a:lnTo>
                    <a:pt x="1001557" y="537112"/>
                  </a:lnTo>
                  <a:lnTo>
                    <a:pt x="1011774" y="543164"/>
                  </a:lnTo>
                  <a:lnTo>
                    <a:pt x="1022096" y="549036"/>
                  </a:lnTo>
                  <a:lnTo>
                    <a:pt x="1032519" y="554727"/>
                  </a:lnTo>
                  <a:lnTo>
                    <a:pt x="1043040" y="560233"/>
                  </a:lnTo>
                  <a:lnTo>
                    <a:pt x="1053656" y="565555"/>
                  </a:lnTo>
                  <a:lnTo>
                    <a:pt x="1064363" y="570689"/>
                  </a:lnTo>
                  <a:lnTo>
                    <a:pt x="1075159" y="575635"/>
                  </a:lnTo>
                  <a:lnTo>
                    <a:pt x="1086041" y="580391"/>
                  </a:lnTo>
                  <a:lnTo>
                    <a:pt x="1097003" y="584956"/>
                  </a:lnTo>
                  <a:lnTo>
                    <a:pt x="1108045" y="589327"/>
                  </a:lnTo>
                  <a:lnTo>
                    <a:pt x="1119161" y="593505"/>
                  </a:lnTo>
                  <a:lnTo>
                    <a:pt x="1130348" y="597486"/>
                  </a:lnTo>
                  <a:lnTo>
                    <a:pt x="1141604" y="601271"/>
                  </a:lnTo>
                  <a:lnTo>
                    <a:pt x="1152924" y="604858"/>
                  </a:lnTo>
                  <a:lnTo>
                    <a:pt x="1164306" y="608246"/>
                  </a:lnTo>
                  <a:lnTo>
                    <a:pt x="1175745" y="611434"/>
                  </a:lnTo>
                  <a:lnTo>
                    <a:pt x="1187238" y="614421"/>
                  </a:lnTo>
                  <a:lnTo>
                    <a:pt x="1198782" y="617206"/>
                  </a:lnTo>
                  <a:lnTo>
                    <a:pt x="1210373" y="619788"/>
                  </a:lnTo>
                  <a:lnTo>
                    <a:pt x="1222008" y="622166"/>
                  </a:lnTo>
                  <a:lnTo>
                    <a:pt x="1233682" y="624340"/>
                  </a:lnTo>
                  <a:lnTo>
                    <a:pt x="1245393" y="626309"/>
                  </a:lnTo>
                  <a:lnTo>
                    <a:pt x="1257136" y="628072"/>
                  </a:lnTo>
                  <a:lnTo>
                    <a:pt x="1268909" y="629629"/>
                  </a:lnTo>
                  <a:lnTo>
                    <a:pt x="1280707" y="630980"/>
                  </a:lnTo>
                  <a:lnTo>
                    <a:pt x="1292527" y="632123"/>
                  </a:lnTo>
                  <a:lnTo>
                    <a:pt x="1304365" y="633059"/>
                  </a:lnTo>
                  <a:lnTo>
                    <a:pt x="1316217" y="633788"/>
                  </a:lnTo>
                  <a:lnTo>
                    <a:pt x="1328081" y="634308"/>
                  </a:lnTo>
                  <a:lnTo>
                    <a:pt x="1339952" y="634621"/>
                  </a:lnTo>
                  <a:lnTo>
                    <a:pt x="1351827" y="634725"/>
                  </a:lnTo>
                  <a:close/>
                </a:path>
              </a:pathLst>
            </a:custGeom>
            <a:solidFill>
              <a:srgbClr val="2171B5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3217536" y="3175192"/>
              <a:ext cx="689191" cy="338857"/>
            </a:xfrm>
            <a:custGeom>
              <a:avLst/>
              <a:pathLst>
                <a:path w="689191" h="338857">
                  <a:moveTo>
                    <a:pt x="2618" y="338857"/>
                  </a:moveTo>
                  <a:lnTo>
                    <a:pt x="1309" y="314577"/>
                  </a:lnTo>
                  <a:lnTo>
                    <a:pt x="436" y="290277"/>
                  </a:lnTo>
                  <a:lnTo>
                    <a:pt x="0" y="265965"/>
                  </a:lnTo>
                  <a:lnTo>
                    <a:pt x="0" y="241650"/>
                  </a:lnTo>
                  <a:lnTo>
                    <a:pt x="436" y="217338"/>
                  </a:lnTo>
                  <a:lnTo>
                    <a:pt x="1309" y="193038"/>
                  </a:lnTo>
                  <a:lnTo>
                    <a:pt x="2618" y="168758"/>
                  </a:lnTo>
                  <a:lnTo>
                    <a:pt x="4362" y="144505"/>
                  </a:lnTo>
                  <a:lnTo>
                    <a:pt x="6542" y="120287"/>
                  </a:lnTo>
                  <a:lnTo>
                    <a:pt x="9156" y="96112"/>
                  </a:lnTo>
                  <a:lnTo>
                    <a:pt x="12203" y="71989"/>
                  </a:lnTo>
                  <a:lnTo>
                    <a:pt x="15684" y="47923"/>
                  </a:lnTo>
                  <a:lnTo>
                    <a:pt x="19595" y="23924"/>
                  </a:lnTo>
                  <a:lnTo>
                    <a:pt x="23937" y="0"/>
                  </a:lnTo>
                  <a:lnTo>
                    <a:pt x="689191" y="126903"/>
                  </a:lnTo>
                  <a:lnTo>
                    <a:pt x="687020" y="138866"/>
                  </a:lnTo>
                  <a:lnTo>
                    <a:pt x="685064" y="150865"/>
                  </a:lnTo>
                  <a:lnTo>
                    <a:pt x="683324" y="162898"/>
                  </a:lnTo>
                  <a:lnTo>
                    <a:pt x="681800" y="174960"/>
                  </a:lnTo>
                  <a:lnTo>
                    <a:pt x="680493" y="187047"/>
                  </a:lnTo>
                  <a:lnTo>
                    <a:pt x="679404" y="199156"/>
                  </a:lnTo>
                  <a:lnTo>
                    <a:pt x="678531" y="211283"/>
                  </a:lnTo>
                  <a:lnTo>
                    <a:pt x="677877" y="223423"/>
                  </a:lnTo>
                  <a:lnTo>
                    <a:pt x="677440" y="235573"/>
                  </a:lnTo>
                  <a:lnTo>
                    <a:pt x="677222" y="247729"/>
                  </a:lnTo>
                  <a:lnTo>
                    <a:pt x="677222" y="259886"/>
                  </a:lnTo>
                  <a:lnTo>
                    <a:pt x="677440" y="272042"/>
                  </a:lnTo>
                  <a:lnTo>
                    <a:pt x="677877" y="284192"/>
                  </a:lnTo>
                  <a:lnTo>
                    <a:pt x="678531" y="296332"/>
                  </a:lnTo>
                  <a:close/>
                </a:path>
              </a:pathLst>
            </a:custGeom>
            <a:solidFill>
              <a:srgbClr val="6BAED6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4571981" y="1397249"/>
              <a:ext cx="2027740" cy="1946700"/>
            </a:xfrm>
            <a:custGeom>
              <a:avLst/>
              <a:pathLst>
                <a:path w="2027740" h="1946700">
                  <a:moveTo>
                    <a:pt x="0" y="0"/>
                  </a:moveTo>
                  <a:lnTo>
                    <a:pt x="35623" y="312"/>
                  </a:lnTo>
                  <a:lnTo>
                    <a:pt x="71236" y="1249"/>
                  </a:lnTo>
                  <a:lnTo>
                    <a:pt x="106827" y="2810"/>
                  </a:lnTo>
                  <a:lnTo>
                    <a:pt x="142385" y="4995"/>
                  </a:lnTo>
                  <a:lnTo>
                    <a:pt x="177900" y="7803"/>
                  </a:lnTo>
                  <a:lnTo>
                    <a:pt x="213359" y="11233"/>
                  </a:lnTo>
                  <a:lnTo>
                    <a:pt x="248753" y="15285"/>
                  </a:lnTo>
                  <a:lnTo>
                    <a:pt x="284071" y="19956"/>
                  </a:lnTo>
                  <a:lnTo>
                    <a:pt x="319301" y="25246"/>
                  </a:lnTo>
                  <a:lnTo>
                    <a:pt x="354433" y="31153"/>
                  </a:lnTo>
                  <a:lnTo>
                    <a:pt x="389456" y="37675"/>
                  </a:lnTo>
                  <a:lnTo>
                    <a:pt x="424360" y="44811"/>
                  </a:lnTo>
                  <a:lnTo>
                    <a:pt x="459133" y="52557"/>
                  </a:lnTo>
                  <a:lnTo>
                    <a:pt x="493764" y="60911"/>
                  </a:lnTo>
                  <a:lnTo>
                    <a:pt x="528244" y="69871"/>
                  </a:lnTo>
                  <a:lnTo>
                    <a:pt x="562562" y="79435"/>
                  </a:lnTo>
                  <a:lnTo>
                    <a:pt x="596707" y="89599"/>
                  </a:lnTo>
                  <a:lnTo>
                    <a:pt x="630668" y="100360"/>
                  </a:lnTo>
                  <a:lnTo>
                    <a:pt x="664435" y="111715"/>
                  </a:lnTo>
                  <a:lnTo>
                    <a:pt x="697998" y="123660"/>
                  </a:lnTo>
                  <a:lnTo>
                    <a:pt x="731346" y="136191"/>
                  </a:lnTo>
                  <a:lnTo>
                    <a:pt x="764470" y="149306"/>
                  </a:lnTo>
                  <a:lnTo>
                    <a:pt x="797358" y="162999"/>
                  </a:lnTo>
                  <a:lnTo>
                    <a:pt x="830001" y="177267"/>
                  </a:lnTo>
                  <a:lnTo>
                    <a:pt x="862389" y="192105"/>
                  </a:lnTo>
                  <a:lnTo>
                    <a:pt x="894512" y="207509"/>
                  </a:lnTo>
                  <a:lnTo>
                    <a:pt x="926360" y="223473"/>
                  </a:lnTo>
                  <a:lnTo>
                    <a:pt x="957923" y="239993"/>
                  </a:lnTo>
                  <a:lnTo>
                    <a:pt x="989192" y="257065"/>
                  </a:lnTo>
                  <a:lnTo>
                    <a:pt x="1020157" y="274682"/>
                  </a:lnTo>
                  <a:lnTo>
                    <a:pt x="1050807" y="292839"/>
                  </a:lnTo>
                  <a:lnTo>
                    <a:pt x="1081135" y="311530"/>
                  </a:lnTo>
                  <a:lnTo>
                    <a:pt x="1111131" y="330751"/>
                  </a:lnTo>
                  <a:lnTo>
                    <a:pt x="1140784" y="350495"/>
                  </a:lnTo>
                  <a:lnTo>
                    <a:pt x="1170087" y="370755"/>
                  </a:lnTo>
                  <a:lnTo>
                    <a:pt x="1199031" y="391526"/>
                  </a:lnTo>
                  <a:lnTo>
                    <a:pt x="1227605" y="412802"/>
                  </a:lnTo>
                  <a:lnTo>
                    <a:pt x="1255803" y="434575"/>
                  </a:lnTo>
                  <a:lnTo>
                    <a:pt x="1283614" y="456839"/>
                  </a:lnTo>
                  <a:lnTo>
                    <a:pt x="1311030" y="479588"/>
                  </a:lnTo>
                  <a:lnTo>
                    <a:pt x="1338044" y="502813"/>
                  </a:lnTo>
                  <a:lnTo>
                    <a:pt x="1364646" y="526509"/>
                  </a:lnTo>
                  <a:lnTo>
                    <a:pt x="1390828" y="550667"/>
                  </a:lnTo>
                  <a:lnTo>
                    <a:pt x="1416583" y="575281"/>
                  </a:lnTo>
                  <a:lnTo>
                    <a:pt x="1441902" y="600343"/>
                  </a:lnTo>
                  <a:lnTo>
                    <a:pt x="1466778" y="625845"/>
                  </a:lnTo>
                  <a:lnTo>
                    <a:pt x="1491203" y="651779"/>
                  </a:lnTo>
                  <a:lnTo>
                    <a:pt x="1515170" y="678137"/>
                  </a:lnTo>
                  <a:lnTo>
                    <a:pt x="1538671" y="704911"/>
                  </a:lnTo>
                  <a:lnTo>
                    <a:pt x="1561698" y="732094"/>
                  </a:lnTo>
                  <a:lnTo>
                    <a:pt x="1584246" y="759676"/>
                  </a:lnTo>
                  <a:lnTo>
                    <a:pt x="1606306" y="787649"/>
                  </a:lnTo>
                  <a:lnTo>
                    <a:pt x="1627873" y="816004"/>
                  </a:lnTo>
                  <a:lnTo>
                    <a:pt x="1648939" y="844734"/>
                  </a:lnTo>
                  <a:lnTo>
                    <a:pt x="1669498" y="873828"/>
                  </a:lnTo>
                  <a:lnTo>
                    <a:pt x="1689544" y="903278"/>
                  </a:lnTo>
                  <a:lnTo>
                    <a:pt x="1709070" y="933075"/>
                  </a:lnTo>
                  <a:lnTo>
                    <a:pt x="1728071" y="963210"/>
                  </a:lnTo>
                  <a:lnTo>
                    <a:pt x="1746541" y="993674"/>
                  </a:lnTo>
                  <a:lnTo>
                    <a:pt x="1764474" y="1024457"/>
                  </a:lnTo>
                  <a:lnTo>
                    <a:pt x="1781864" y="1055549"/>
                  </a:lnTo>
                  <a:lnTo>
                    <a:pt x="1798706" y="1086942"/>
                  </a:lnTo>
                  <a:lnTo>
                    <a:pt x="1814996" y="1118625"/>
                  </a:lnTo>
                  <a:lnTo>
                    <a:pt x="1830727" y="1150588"/>
                  </a:lnTo>
                  <a:lnTo>
                    <a:pt x="1845895" y="1182823"/>
                  </a:lnTo>
                  <a:lnTo>
                    <a:pt x="1860496" y="1215319"/>
                  </a:lnTo>
                  <a:lnTo>
                    <a:pt x="1874525" y="1248065"/>
                  </a:lnTo>
                  <a:lnTo>
                    <a:pt x="1887978" y="1281053"/>
                  </a:lnTo>
                  <a:lnTo>
                    <a:pt x="1900850" y="1314271"/>
                  </a:lnTo>
                  <a:lnTo>
                    <a:pt x="1913138" y="1347710"/>
                  </a:lnTo>
                  <a:lnTo>
                    <a:pt x="1924837" y="1381360"/>
                  </a:lnTo>
                  <a:lnTo>
                    <a:pt x="1935945" y="1415209"/>
                  </a:lnTo>
                  <a:lnTo>
                    <a:pt x="1946458" y="1449248"/>
                  </a:lnTo>
                  <a:lnTo>
                    <a:pt x="1956372" y="1483466"/>
                  </a:lnTo>
                  <a:lnTo>
                    <a:pt x="1965685" y="1517852"/>
                  </a:lnTo>
                  <a:lnTo>
                    <a:pt x="1974393" y="1552397"/>
                  </a:lnTo>
                  <a:lnTo>
                    <a:pt x="1982494" y="1587088"/>
                  </a:lnTo>
                  <a:lnTo>
                    <a:pt x="1989986" y="1621917"/>
                  </a:lnTo>
                  <a:lnTo>
                    <a:pt x="1996866" y="1656872"/>
                  </a:lnTo>
                  <a:lnTo>
                    <a:pt x="2003132" y="1691941"/>
                  </a:lnTo>
                  <a:lnTo>
                    <a:pt x="2008782" y="1727116"/>
                  </a:lnTo>
                  <a:lnTo>
                    <a:pt x="2013814" y="1762384"/>
                  </a:lnTo>
                  <a:lnTo>
                    <a:pt x="2018228" y="1797734"/>
                  </a:lnTo>
                  <a:lnTo>
                    <a:pt x="2022021" y="1833157"/>
                  </a:lnTo>
                  <a:lnTo>
                    <a:pt x="2025192" y="1868641"/>
                  </a:lnTo>
                  <a:lnTo>
                    <a:pt x="2027740" y="1904175"/>
                  </a:lnTo>
                  <a:lnTo>
                    <a:pt x="1351827" y="1946700"/>
                  </a:lnTo>
                  <a:lnTo>
                    <a:pt x="1350128" y="1923010"/>
                  </a:lnTo>
                  <a:lnTo>
                    <a:pt x="1348014" y="1899355"/>
                  </a:lnTo>
                  <a:lnTo>
                    <a:pt x="1345485" y="1875739"/>
                  </a:lnTo>
                  <a:lnTo>
                    <a:pt x="1342543" y="1852172"/>
                  </a:lnTo>
                  <a:lnTo>
                    <a:pt x="1339188" y="1828660"/>
                  </a:lnTo>
                  <a:lnTo>
                    <a:pt x="1335421" y="1805211"/>
                  </a:lnTo>
                  <a:lnTo>
                    <a:pt x="1331244" y="1781831"/>
                  </a:lnTo>
                  <a:lnTo>
                    <a:pt x="1326657" y="1758528"/>
                  </a:lnTo>
                  <a:lnTo>
                    <a:pt x="1321663" y="1735309"/>
                  </a:lnTo>
                  <a:lnTo>
                    <a:pt x="1316262" y="1712181"/>
                  </a:lnTo>
                  <a:lnTo>
                    <a:pt x="1310456" y="1689151"/>
                  </a:lnTo>
                  <a:lnTo>
                    <a:pt x="1304248" y="1666227"/>
                  </a:lnTo>
                  <a:lnTo>
                    <a:pt x="1297638" y="1643415"/>
                  </a:lnTo>
                  <a:lnTo>
                    <a:pt x="1290630" y="1620722"/>
                  </a:lnTo>
                  <a:lnTo>
                    <a:pt x="1283225" y="1598156"/>
                  </a:lnTo>
                  <a:lnTo>
                    <a:pt x="1275425" y="1575723"/>
                  </a:lnTo>
                  <a:lnTo>
                    <a:pt x="1267233" y="1553431"/>
                  </a:lnTo>
                  <a:lnTo>
                    <a:pt x="1258652" y="1531285"/>
                  </a:lnTo>
                  <a:lnTo>
                    <a:pt x="1249683" y="1509293"/>
                  </a:lnTo>
                  <a:lnTo>
                    <a:pt x="1240331" y="1487462"/>
                  </a:lnTo>
                  <a:lnTo>
                    <a:pt x="1230597" y="1465798"/>
                  </a:lnTo>
                  <a:lnTo>
                    <a:pt x="1220484" y="1444309"/>
                  </a:lnTo>
                  <a:lnTo>
                    <a:pt x="1209997" y="1423000"/>
                  </a:lnTo>
                  <a:lnTo>
                    <a:pt x="1199137" y="1401878"/>
                  </a:lnTo>
                  <a:lnTo>
                    <a:pt x="1187909" y="1380949"/>
                  </a:lnTo>
                  <a:lnTo>
                    <a:pt x="1176316" y="1360221"/>
                  </a:lnTo>
                  <a:lnTo>
                    <a:pt x="1164361" y="1339699"/>
                  </a:lnTo>
                  <a:lnTo>
                    <a:pt x="1152047" y="1319390"/>
                  </a:lnTo>
                  <a:lnTo>
                    <a:pt x="1139380" y="1299300"/>
                  </a:lnTo>
                  <a:lnTo>
                    <a:pt x="1126363" y="1279435"/>
                  </a:lnTo>
                  <a:lnTo>
                    <a:pt x="1112999" y="1259802"/>
                  </a:lnTo>
                  <a:lnTo>
                    <a:pt x="1099293" y="1240406"/>
                  </a:lnTo>
                  <a:lnTo>
                    <a:pt x="1085248" y="1221253"/>
                  </a:lnTo>
                  <a:lnTo>
                    <a:pt x="1070871" y="1202349"/>
                  </a:lnTo>
                  <a:lnTo>
                    <a:pt x="1056164" y="1183700"/>
                  </a:lnTo>
                  <a:lnTo>
                    <a:pt x="1041132" y="1165312"/>
                  </a:lnTo>
                  <a:lnTo>
                    <a:pt x="1025780" y="1147191"/>
                  </a:lnTo>
                  <a:lnTo>
                    <a:pt x="1010113" y="1129341"/>
                  </a:lnTo>
                  <a:lnTo>
                    <a:pt x="994135" y="1111769"/>
                  </a:lnTo>
                  <a:lnTo>
                    <a:pt x="977852" y="1094480"/>
                  </a:lnTo>
                  <a:lnTo>
                    <a:pt x="961268" y="1077479"/>
                  </a:lnTo>
                  <a:lnTo>
                    <a:pt x="944388" y="1060771"/>
                  </a:lnTo>
                  <a:lnTo>
                    <a:pt x="927219" y="1044361"/>
                  </a:lnTo>
                  <a:lnTo>
                    <a:pt x="909764" y="1028256"/>
                  </a:lnTo>
                  <a:lnTo>
                    <a:pt x="892029" y="1012459"/>
                  </a:lnTo>
                  <a:lnTo>
                    <a:pt x="874020" y="996975"/>
                  </a:lnTo>
                  <a:lnTo>
                    <a:pt x="855742" y="981809"/>
                  </a:lnTo>
                  <a:lnTo>
                    <a:pt x="837202" y="966966"/>
                  </a:lnTo>
                  <a:lnTo>
                    <a:pt x="818403" y="952451"/>
                  </a:lnTo>
                  <a:lnTo>
                    <a:pt x="799354" y="938267"/>
                  </a:lnTo>
                  <a:lnTo>
                    <a:pt x="780058" y="924420"/>
                  </a:lnTo>
                  <a:lnTo>
                    <a:pt x="760523" y="910913"/>
                  </a:lnTo>
                  <a:lnTo>
                    <a:pt x="740754" y="897751"/>
                  </a:lnTo>
                  <a:lnTo>
                    <a:pt x="720757" y="884937"/>
                  </a:lnTo>
                  <a:lnTo>
                    <a:pt x="700538" y="872476"/>
                  </a:lnTo>
                  <a:lnTo>
                    <a:pt x="680104" y="860371"/>
                  </a:lnTo>
                  <a:lnTo>
                    <a:pt x="659461" y="848626"/>
                  </a:lnTo>
                  <a:lnTo>
                    <a:pt x="638615" y="837245"/>
                  </a:lnTo>
                  <a:lnTo>
                    <a:pt x="617573" y="826232"/>
                  </a:lnTo>
                  <a:lnTo>
                    <a:pt x="596341" y="815589"/>
                  </a:lnTo>
                  <a:lnTo>
                    <a:pt x="574926" y="805320"/>
                  </a:lnTo>
                  <a:lnTo>
                    <a:pt x="553334" y="795428"/>
                  </a:lnTo>
                  <a:lnTo>
                    <a:pt x="531572" y="785916"/>
                  </a:lnTo>
                  <a:lnTo>
                    <a:pt x="509646" y="776787"/>
                  </a:lnTo>
                  <a:lnTo>
                    <a:pt x="487564" y="768044"/>
                  </a:lnTo>
                  <a:lnTo>
                    <a:pt x="465332" y="759690"/>
                  </a:lnTo>
                  <a:lnTo>
                    <a:pt x="442956" y="751726"/>
                  </a:lnTo>
                  <a:lnTo>
                    <a:pt x="420445" y="744156"/>
                  </a:lnTo>
                  <a:lnTo>
                    <a:pt x="397804" y="736982"/>
                  </a:lnTo>
                  <a:lnTo>
                    <a:pt x="375041" y="730207"/>
                  </a:lnTo>
                  <a:lnTo>
                    <a:pt x="352163" y="723831"/>
                  </a:lnTo>
                  <a:lnTo>
                    <a:pt x="329176" y="717857"/>
                  </a:lnTo>
                  <a:lnTo>
                    <a:pt x="306088" y="712288"/>
                  </a:lnTo>
                  <a:lnTo>
                    <a:pt x="282906" y="707124"/>
                  </a:lnTo>
                  <a:lnTo>
                    <a:pt x="259637" y="702367"/>
                  </a:lnTo>
                  <a:lnTo>
                    <a:pt x="236289" y="698019"/>
                  </a:lnTo>
                  <a:lnTo>
                    <a:pt x="212867" y="694081"/>
                  </a:lnTo>
                  <a:lnTo>
                    <a:pt x="189381" y="690554"/>
                  </a:lnTo>
                  <a:lnTo>
                    <a:pt x="165835" y="687440"/>
                  </a:lnTo>
                  <a:lnTo>
                    <a:pt x="142239" y="684739"/>
                  </a:lnTo>
                  <a:lnTo>
                    <a:pt x="118600" y="682452"/>
                  </a:lnTo>
                  <a:lnTo>
                    <a:pt x="94923" y="680580"/>
                  </a:lnTo>
                  <a:lnTo>
                    <a:pt x="71218" y="679123"/>
                  </a:lnTo>
                  <a:lnTo>
                    <a:pt x="47491" y="678082"/>
                  </a:lnTo>
                  <a:lnTo>
                    <a:pt x="23749" y="677458"/>
                  </a:lnTo>
                  <a:lnTo>
                    <a:pt x="0" y="677250"/>
                  </a:lnTo>
                  <a:close/>
                </a:path>
              </a:pathLst>
            </a:custGeom>
            <a:solidFill>
              <a:srgbClr val="E6550D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2544240" y="3514049"/>
              <a:ext cx="2027740" cy="1946700"/>
            </a:xfrm>
            <a:custGeom>
              <a:avLst/>
              <a:pathLst>
                <a:path w="2027740" h="1946700">
                  <a:moveTo>
                    <a:pt x="2027740" y="1946700"/>
                  </a:moveTo>
                  <a:lnTo>
                    <a:pt x="1992116" y="1946387"/>
                  </a:lnTo>
                  <a:lnTo>
                    <a:pt x="1956504" y="1945451"/>
                  </a:lnTo>
                  <a:lnTo>
                    <a:pt x="1920913" y="1943889"/>
                  </a:lnTo>
                  <a:lnTo>
                    <a:pt x="1885354" y="1941704"/>
                  </a:lnTo>
                  <a:lnTo>
                    <a:pt x="1849840" y="1938896"/>
                  </a:lnTo>
                  <a:lnTo>
                    <a:pt x="1814380" y="1935466"/>
                  </a:lnTo>
                  <a:lnTo>
                    <a:pt x="1778986" y="1931414"/>
                  </a:lnTo>
                  <a:lnTo>
                    <a:pt x="1743669" y="1926743"/>
                  </a:lnTo>
                  <a:lnTo>
                    <a:pt x="1708439" y="1921453"/>
                  </a:lnTo>
                  <a:lnTo>
                    <a:pt x="1673306" y="1915546"/>
                  </a:lnTo>
                  <a:lnTo>
                    <a:pt x="1638283" y="1909024"/>
                  </a:lnTo>
                  <a:lnTo>
                    <a:pt x="1603380" y="1901889"/>
                  </a:lnTo>
                  <a:lnTo>
                    <a:pt x="1568607" y="1894143"/>
                  </a:lnTo>
                  <a:lnTo>
                    <a:pt x="1533975" y="1885788"/>
                  </a:lnTo>
                  <a:lnTo>
                    <a:pt x="1499495" y="1876828"/>
                  </a:lnTo>
                  <a:lnTo>
                    <a:pt x="1465178" y="1867264"/>
                  </a:lnTo>
                  <a:lnTo>
                    <a:pt x="1431033" y="1857100"/>
                  </a:lnTo>
                  <a:lnTo>
                    <a:pt x="1397072" y="1846339"/>
                  </a:lnTo>
                  <a:lnTo>
                    <a:pt x="1363305" y="1834985"/>
                  </a:lnTo>
                  <a:lnTo>
                    <a:pt x="1329742" y="1823039"/>
                  </a:lnTo>
                  <a:lnTo>
                    <a:pt x="1296394" y="1810508"/>
                  </a:lnTo>
                  <a:lnTo>
                    <a:pt x="1263270" y="1797393"/>
                  </a:lnTo>
                  <a:lnTo>
                    <a:pt x="1230382" y="1783700"/>
                  </a:lnTo>
                  <a:lnTo>
                    <a:pt x="1197739" y="1769432"/>
                  </a:lnTo>
                  <a:lnTo>
                    <a:pt x="1165350" y="1754594"/>
                  </a:lnTo>
                  <a:lnTo>
                    <a:pt x="1133227" y="1739191"/>
                  </a:lnTo>
                  <a:lnTo>
                    <a:pt x="1101379" y="1723226"/>
                  </a:lnTo>
                  <a:lnTo>
                    <a:pt x="1069816" y="1706706"/>
                  </a:lnTo>
                  <a:lnTo>
                    <a:pt x="1038548" y="1689635"/>
                  </a:lnTo>
                  <a:lnTo>
                    <a:pt x="1007583" y="1672018"/>
                  </a:lnTo>
                  <a:lnTo>
                    <a:pt x="976932" y="1653861"/>
                  </a:lnTo>
                  <a:lnTo>
                    <a:pt x="946605" y="1635169"/>
                  </a:lnTo>
                  <a:lnTo>
                    <a:pt x="916609" y="1615948"/>
                  </a:lnTo>
                  <a:lnTo>
                    <a:pt x="886955" y="1596205"/>
                  </a:lnTo>
                  <a:lnTo>
                    <a:pt x="857652" y="1575944"/>
                  </a:lnTo>
                  <a:lnTo>
                    <a:pt x="828709" y="1555173"/>
                  </a:lnTo>
                  <a:lnTo>
                    <a:pt x="800134" y="1533898"/>
                  </a:lnTo>
                  <a:lnTo>
                    <a:pt x="771937" y="1512124"/>
                  </a:lnTo>
                  <a:lnTo>
                    <a:pt x="744126" y="1489860"/>
                  </a:lnTo>
                  <a:lnTo>
                    <a:pt x="716710" y="1467112"/>
                  </a:lnTo>
                  <a:lnTo>
                    <a:pt x="689696" y="1443886"/>
                  </a:lnTo>
                  <a:lnTo>
                    <a:pt x="663094" y="1420190"/>
                  </a:lnTo>
                  <a:lnTo>
                    <a:pt x="636912" y="1396032"/>
                  </a:lnTo>
                  <a:lnTo>
                    <a:pt x="611157" y="1371418"/>
                  </a:lnTo>
                  <a:lnTo>
                    <a:pt x="585838" y="1346356"/>
                  </a:lnTo>
                  <a:lnTo>
                    <a:pt x="560962" y="1320854"/>
                  </a:lnTo>
                  <a:lnTo>
                    <a:pt x="536536" y="1294920"/>
                  </a:lnTo>
                  <a:lnTo>
                    <a:pt x="512570" y="1268562"/>
                  </a:lnTo>
                  <a:lnTo>
                    <a:pt x="489069" y="1241788"/>
                  </a:lnTo>
                  <a:lnTo>
                    <a:pt x="466041" y="1214605"/>
                  </a:lnTo>
                  <a:lnTo>
                    <a:pt x="443494" y="1187023"/>
                  </a:lnTo>
                  <a:lnTo>
                    <a:pt x="421433" y="1159050"/>
                  </a:lnTo>
                  <a:lnTo>
                    <a:pt x="399867" y="1130695"/>
                  </a:lnTo>
                  <a:lnTo>
                    <a:pt x="378801" y="1101966"/>
                  </a:lnTo>
                  <a:lnTo>
                    <a:pt x="358242" y="1072871"/>
                  </a:lnTo>
                  <a:lnTo>
                    <a:pt x="338196" y="1043421"/>
                  </a:lnTo>
                  <a:lnTo>
                    <a:pt x="318669" y="1013624"/>
                  </a:lnTo>
                  <a:lnTo>
                    <a:pt x="299668" y="983489"/>
                  </a:lnTo>
                  <a:lnTo>
                    <a:pt x="281199" y="953025"/>
                  </a:lnTo>
                  <a:lnTo>
                    <a:pt x="263266" y="922243"/>
                  </a:lnTo>
                  <a:lnTo>
                    <a:pt x="245876" y="891150"/>
                  </a:lnTo>
                  <a:lnTo>
                    <a:pt x="229034" y="859758"/>
                  </a:lnTo>
                  <a:lnTo>
                    <a:pt x="212744" y="828075"/>
                  </a:lnTo>
                  <a:lnTo>
                    <a:pt x="197013" y="796111"/>
                  </a:lnTo>
                  <a:lnTo>
                    <a:pt x="181844" y="763876"/>
                  </a:lnTo>
                  <a:lnTo>
                    <a:pt x="167243" y="731381"/>
                  </a:lnTo>
                  <a:lnTo>
                    <a:pt x="153214" y="698634"/>
                  </a:lnTo>
                  <a:lnTo>
                    <a:pt x="139762" y="665646"/>
                  </a:lnTo>
                  <a:lnTo>
                    <a:pt x="126890" y="632428"/>
                  </a:lnTo>
                  <a:lnTo>
                    <a:pt x="114602" y="598989"/>
                  </a:lnTo>
                  <a:lnTo>
                    <a:pt x="102902" y="565340"/>
                  </a:lnTo>
                  <a:lnTo>
                    <a:pt x="91795" y="531490"/>
                  </a:lnTo>
                  <a:lnTo>
                    <a:pt x="81282" y="497452"/>
                  </a:lnTo>
                  <a:lnTo>
                    <a:pt x="71368" y="463234"/>
                  </a:lnTo>
                  <a:lnTo>
                    <a:pt x="62055" y="428847"/>
                  </a:lnTo>
                  <a:lnTo>
                    <a:pt x="53347" y="394303"/>
                  </a:lnTo>
                  <a:lnTo>
                    <a:pt x="45246" y="359611"/>
                  </a:lnTo>
                  <a:lnTo>
                    <a:pt x="37754" y="324782"/>
                  </a:lnTo>
                  <a:lnTo>
                    <a:pt x="30874" y="289828"/>
                  </a:lnTo>
                  <a:lnTo>
                    <a:pt x="24608" y="254758"/>
                  </a:lnTo>
                  <a:lnTo>
                    <a:pt x="18958" y="219584"/>
                  </a:lnTo>
                  <a:lnTo>
                    <a:pt x="13925" y="184316"/>
                  </a:lnTo>
                  <a:lnTo>
                    <a:pt x="9512" y="148965"/>
                  </a:lnTo>
                  <a:lnTo>
                    <a:pt x="5719" y="113542"/>
                  </a:lnTo>
                  <a:lnTo>
                    <a:pt x="2548" y="78058"/>
                  </a:lnTo>
                  <a:lnTo>
                    <a:pt x="0" y="42524"/>
                  </a:lnTo>
                  <a:lnTo>
                    <a:pt x="675913" y="0"/>
                  </a:lnTo>
                  <a:lnTo>
                    <a:pt x="677612" y="23689"/>
                  </a:lnTo>
                  <a:lnTo>
                    <a:pt x="679726" y="47345"/>
                  </a:lnTo>
                  <a:lnTo>
                    <a:pt x="682255" y="70960"/>
                  </a:lnTo>
                  <a:lnTo>
                    <a:pt x="685197" y="94527"/>
                  </a:lnTo>
                  <a:lnTo>
                    <a:pt x="688552" y="118039"/>
                  </a:lnTo>
                  <a:lnTo>
                    <a:pt x="692319" y="141488"/>
                  </a:lnTo>
                  <a:lnTo>
                    <a:pt x="696496" y="164868"/>
                  </a:lnTo>
                  <a:lnTo>
                    <a:pt x="701083" y="188171"/>
                  </a:lnTo>
                  <a:lnTo>
                    <a:pt x="706077" y="211390"/>
                  </a:lnTo>
                  <a:lnTo>
                    <a:pt x="711478" y="234518"/>
                  </a:lnTo>
                  <a:lnTo>
                    <a:pt x="717284" y="257548"/>
                  </a:lnTo>
                  <a:lnTo>
                    <a:pt x="723492" y="280472"/>
                  </a:lnTo>
                  <a:lnTo>
                    <a:pt x="730101" y="303284"/>
                  </a:lnTo>
                  <a:lnTo>
                    <a:pt x="737110" y="325977"/>
                  </a:lnTo>
                  <a:lnTo>
                    <a:pt x="744515" y="348543"/>
                  </a:lnTo>
                  <a:lnTo>
                    <a:pt x="752315" y="370976"/>
                  </a:lnTo>
                  <a:lnTo>
                    <a:pt x="760507" y="393269"/>
                  </a:lnTo>
                  <a:lnTo>
                    <a:pt x="769088" y="415414"/>
                  </a:lnTo>
                  <a:lnTo>
                    <a:pt x="778056" y="437406"/>
                  </a:lnTo>
                  <a:lnTo>
                    <a:pt x="787409" y="459237"/>
                  </a:lnTo>
                  <a:lnTo>
                    <a:pt x="797143" y="480901"/>
                  </a:lnTo>
                  <a:lnTo>
                    <a:pt x="807255" y="502391"/>
                  </a:lnTo>
                  <a:lnTo>
                    <a:pt x="817743" y="523700"/>
                  </a:lnTo>
                  <a:lnTo>
                    <a:pt x="828602" y="544822"/>
                  </a:lnTo>
                  <a:lnTo>
                    <a:pt x="839831" y="565750"/>
                  </a:lnTo>
                  <a:lnTo>
                    <a:pt x="851424" y="586478"/>
                  </a:lnTo>
                  <a:lnTo>
                    <a:pt x="863379" y="607000"/>
                  </a:lnTo>
                  <a:lnTo>
                    <a:pt x="875692" y="627309"/>
                  </a:lnTo>
                  <a:lnTo>
                    <a:pt x="888360" y="647399"/>
                  </a:lnTo>
                  <a:lnTo>
                    <a:pt x="901377" y="667264"/>
                  </a:lnTo>
                  <a:lnTo>
                    <a:pt x="914741" y="686897"/>
                  </a:lnTo>
                  <a:lnTo>
                    <a:pt x="928447" y="706294"/>
                  </a:lnTo>
                  <a:lnTo>
                    <a:pt x="942491" y="725446"/>
                  </a:lnTo>
                  <a:lnTo>
                    <a:pt x="956869" y="744350"/>
                  </a:lnTo>
                  <a:lnTo>
                    <a:pt x="971576" y="762999"/>
                  </a:lnTo>
                  <a:lnTo>
                    <a:pt x="986608" y="781387"/>
                  </a:lnTo>
                  <a:lnTo>
                    <a:pt x="1001960" y="799508"/>
                  </a:lnTo>
                  <a:lnTo>
                    <a:pt x="1017627" y="817358"/>
                  </a:lnTo>
                  <a:lnTo>
                    <a:pt x="1033604" y="834930"/>
                  </a:lnTo>
                  <a:lnTo>
                    <a:pt x="1049888" y="852220"/>
                  </a:lnTo>
                  <a:lnTo>
                    <a:pt x="1066472" y="869221"/>
                  </a:lnTo>
                  <a:lnTo>
                    <a:pt x="1083351" y="885928"/>
                  </a:lnTo>
                  <a:lnTo>
                    <a:pt x="1100521" y="902338"/>
                  </a:lnTo>
                  <a:lnTo>
                    <a:pt x="1117976" y="918443"/>
                  </a:lnTo>
                  <a:lnTo>
                    <a:pt x="1135711" y="934241"/>
                  </a:lnTo>
                  <a:lnTo>
                    <a:pt x="1153720" y="949724"/>
                  </a:lnTo>
                  <a:lnTo>
                    <a:pt x="1171997" y="964890"/>
                  </a:lnTo>
                  <a:lnTo>
                    <a:pt x="1190538" y="979733"/>
                  </a:lnTo>
                  <a:lnTo>
                    <a:pt x="1209336" y="994248"/>
                  </a:lnTo>
                  <a:lnTo>
                    <a:pt x="1228386" y="1008432"/>
                  </a:lnTo>
                  <a:lnTo>
                    <a:pt x="1247682" y="1022279"/>
                  </a:lnTo>
                  <a:lnTo>
                    <a:pt x="1267217" y="1035786"/>
                  </a:lnTo>
                  <a:lnTo>
                    <a:pt x="1286986" y="1048949"/>
                  </a:lnTo>
                  <a:lnTo>
                    <a:pt x="1306983" y="1061762"/>
                  </a:lnTo>
                  <a:lnTo>
                    <a:pt x="1327202" y="1074224"/>
                  </a:lnTo>
                  <a:lnTo>
                    <a:pt x="1347636" y="1086328"/>
                  </a:lnTo>
                  <a:lnTo>
                    <a:pt x="1368279" y="1098073"/>
                  </a:lnTo>
                  <a:lnTo>
                    <a:pt x="1389124" y="1109454"/>
                  </a:lnTo>
                  <a:lnTo>
                    <a:pt x="1410166" y="1120467"/>
                  </a:lnTo>
                  <a:lnTo>
                    <a:pt x="1431398" y="1131110"/>
                  </a:lnTo>
                  <a:lnTo>
                    <a:pt x="1452814" y="1141379"/>
                  </a:lnTo>
                  <a:lnTo>
                    <a:pt x="1474406" y="1151271"/>
                  </a:lnTo>
                  <a:lnTo>
                    <a:pt x="1496168" y="1160783"/>
                  </a:lnTo>
                  <a:lnTo>
                    <a:pt x="1518094" y="1169912"/>
                  </a:lnTo>
                  <a:lnTo>
                    <a:pt x="1540176" y="1178655"/>
                  </a:lnTo>
                  <a:lnTo>
                    <a:pt x="1562408" y="1187010"/>
                  </a:lnTo>
                  <a:lnTo>
                    <a:pt x="1584783" y="1194973"/>
                  </a:lnTo>
                  <a:lnTo>
                    <a:pt x="1607295" y="1202543"/>
                  </a:lnTo>
                  <a:lnTo>
                    <a:pt x="1629936" y="1209717"/>
                  </a:lnTo>
                  <a:lnTo>
                    <a:pt x="1652699" y="1216493"/>
                  </a:lnTo>
                  <a:lnTo>
                    <a:pt x="1675577" y="1222868"/>
                  </a:lnTo>
                  <a:lnTo>
                    <a:pt x="1698564" y="1228842"/>
                  </a:lnTo>
                  <a:lnTo>
                    <a:pt x="1721651" y="1234412"/>
                  </a:lnTo>
                  <a:lnTo>
                    <a:pt x="1744833" y="1239576"/>
                  </a:lnTo>
                  <a:lnTo>
                    <a:pt x="1768102" y="1244332"/>
                  </a:lnTo>
                  <a:lnTo>
                    <a:pt x="1791451" y="1248680"/>
                  </a:lnTo>
                  <a:lnTo>
                    <a:pt x="1814872" y="1252618"/>
                  </a:lnTo>
                  <a:lnTo>
                    <a:pt x="1838359" y="1256145"/>
                  </a:lnTo>
                  <a:lnTo>
                    <a:pt x="1861904" y="1259259"/>
                  </a:lnTo>
                  <a:lnTo>
                    <a:pt x="1885500" y="1261961"/>
                  </a:lnTo>
                  <a:lnTo>
                    <a:pt x="1909140" y="1264247"/>
                  </a:lnTo>
                  <a:lnTo>
                    <a:pt x="1932816" y="1266119"/>
                  </a:lnTo>
                  <a:lnTo>
                    <a:pt x="1956522" y="1267576"/>
                  </a:lnTo>
                  <a:lnTo>
                    <a:pt x="1980249" y="1268617"/>
                  </a:lnTo>
                  <a:lnTo>
                    <a:pt x="2003991" y="1269242"/>
                  </a:lnTo>
                  <a:lnTo>
                    <a:pt x="2027740" y="1269450"/>
                  </a:lnTo>
                  <a:close/>
                </a:path>
              </a:pathLst>
            </a:custGeom>
            <a:solidFill>
              <a:srgbClr val="E6550D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2540313" y="3048288"/>
              <a:ext cx="701160" cy="508286"/>
            </a:xfrm>
            <a:custGeom>
              <a:avLst/>
              <a:pathLst>
                <a:path w="701160" h="508286">
                  <a:moveTo>
                    <a:pt x="3927" y="508286"/>
                  </a:moveTo>
                  <a:lnTo>
                    <a:pt x="1963" y="471866"/>
                  </a:lnTo>
                  <a:lnTo>
                    <a:pt x="654" y="435416"/>
                  </a:lnTo>
                  <a:lnTo>
                    <a:pt x="0" y="398948"/>
                  </a:lnTo>
                  <a:lnTo>
                    <a:pt x="0" y="362475"/>
                  </a:lnTo>
                  <a:lnTo>
                    <a:pt x="654" y="326007"/>
                  </a:lnTo>
                  <a:lnTo>
                    <a:pt x="1963" y="289557"/>
                  </a:lnTo>
                  <a:lnTo>
                    <a:pt x="3927" y="253137"/>
                  </a:lnTo>
                  <a:lnTo>
                    <a:pt x="6544" y="216757"/>
                  </a:lnTo>
                  <a:lnTo>
                    <a:pt x="9813" y="180431"/>
                  </a:lnTo>
                  <a:lnTo>
                    <a:pt x="13734" y="144169"/>
                  </a:lnTo>
                  <a:lnTo>
                    <a:pt x="18305" y="107983"/>
                  </a:lnTo>
                  <a:lnTo>
                    <a:pt x="23526" y="71885"/>
                  </a:lnTo>
                  <a:lnTo>
                    <a:pt x="29393" y="35887"/>
                  </a:lnTo>
                  <a:lnTo>
                    <a:pt x="35906" y="0"/>
                  </a:lnTo>
                  <a:lnTo>
                    <a:pt x="701160" y="126903"/>
                  </a:lnTo>
                  <a:lnTo>
                    <a:pt x="696818" y="150828"/>
                  </a:lnTo>
                  <a:lnTo>
                    <a:pt x="692906" y="174827"/>
                  </a:lnTo>
                  <a:lnTo>
                    <a:pt x="689426" y="198893"/>
                  </a:lnTo>
                  <a:lnTo>
                    <a:pt x="686379" y="223016"/>
                  </a:lnTo>
                  <a:lnTo>
                    <a:pt x="683765" y="247191"/>
                  </a:lnTo>
                  <a:lnTo>
                    <a:pt x="681585" y="271409"/>
                  </a:lnTo>
                  <a:lnTo>
                    <a:pt x="679840" y="295662"/>
                  </a:lnTo>
                  <a:lnTo>
                    <a:pt x="678532" y="319942"/>
                  </a:lnTo>
                  <a:lnTo>
                    <a:pt x="677659" y="344242"/>
                  </a:lnTo>
                  <a:lnTo>
                    <a:pt x="677222" y="368554"/>
                  </a:lnTo>
                  <a:lnTo>
                    <a:pt x="677222" y="392869"/>
                  </a:lnTo>
                  <a:lnTo>
                    <a:pt x="677659" y="417181"/>
                  </a:lnTo>
                  <a:lnTo>
                    <a:pt x="678532" y="441481"/>
                  </a:lnTo>
                  <a:lnTo>
                    <a:pt x="679840" y="465761"/>
                  </a:lnTo>
                  <a:close/>
                </a:path>
              </a:pathLst>
            </a:custGeom>
            <a:solidFill>
              <a:srgbClr val="E6550D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2576219" y="2563922"/>
              <a:ext cx="770173" cy="611269"/>
            </a:xfrm>
            <a:custGeom>
              <a:avLst/>
              <a:pathLst>
                <a:path w="770173" h="611269">
                  <a:moveTo>
                    <a:pt x="0" y="484365"/>
                  </a:moveTo>
                  <a:lnTo>
                    <a:pt x="7155" y="448600"/>
                  </a:lnTo>
                  <a:lnTo>
                    <a:pt x="14952" y="412970"/>
                  </a:lnTo>
                  <a:lnTo>
                    <a:pt x="23387" y="377485"/>
                  </a:lnTo>
                  <a:lnTo>
                    <a:pt x="32457" y="342157"/>
                  </a:lnTo>
                  <a:lnTo>
                    <a:pt x="42161" y="306998"/>
                  </a:lnTo>
                  <a:lnTo>
                    <a:pt x="52493" y="272019"/>
                  </a:lnTo>
                  <a:lnTo>
                    <a:pt x="63453" y="237231"/>
                  </a:lnTo>
                  <a:lnTo>
                    <a:pt x="75034" y="202646"/>
                  </a:lnTo>
                  <a:lnTo>
                    <a:pt x="87235" y="168273"/>
                  </a:lnTo>
                  <a:lnTo>
                    <a:pt x="100051" y="134126"/>
                  </a:lnTo>
                  <a:lnTo>
                    <a:pt x="113478" y="100214"/>
                  </a:lnTo>
                  <a:lnTo>
                    <a:pt x="127511" y="66548"/>
                  </a:lnTo>
                  <a:lnTo>
                    <a:pt x="142146" y="33140"/>
                  </a:lnTo>
                  <a:lnTo>
                    <a:pt x="157379" y="0"/>
                  </a:lnTo>
                  <a:lnTo>
                    <a:pt x="770173" y="288359"/>
                  </a:lnTo>
                  <a:lnTo>
                    <a:pt x="760018" y="310452"/>
                  </a:lnTo>
                  <a:lnTo>
                    <a:pt x="750261" y="332724"/>
                  </a:lnTo>
                  <a:lnTo>
                    <a:pt x="740906" y="355168"/>
                  </a:lnTo>
                  <a:lnTo>
                    <a:pt x="731955" y="377776"/>
                  </a:lnTo>
                  <a:lnTo>
                    <a:pt x="723411" y="400541"/>
                  </a:lnTo>
                  <a:lnTo>
                    <a:pt x="715277" y="423456"/>
                  </a:lnTo>
                  <a:lnTo>
                    <a:pt x="707556" y="446513"/>
                  </a:lnTo>
                  <a:lnTo>
                    <a:pt x="700250" y="469705"/>
                  </a:lnTo>
                  <a:lnTo>
                    <a:pt x="693361" y="493025"/>
                  </a:lnTo>
                  <a:lnTo>
                    <a:pt x="686892" y="516464"/>
                  </a:lnTo>
                  <a:lnTo>
                    <a:pt x="680845" y="540016"/>
                  </a:lnTo>
                  <a:lnTo>
                    <a:pt x="675222" y="563672"/>
                  </a:lnTo>
                  <a:lnTo>
                    <a:pt x="670024" y="587426"/>
                  </a:lnTo>
                  <a:lnTo>
                    <a:pt x="665254" y="611269"/>
                  </a:lnTo>
                  <a:close/>
                </a:path>
              </a:pathLst>
            </a:custGeom>
            <a:solidFill>
              <a:srgbClr val="E6550D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4571981" y="3301425"/>
              <a:ext cx="2031693" cy="2159324"/>
            </a:xfrm>
            <a:custGeom>
              <a:avLst/>
              <a:pathLst>
                <a:path w="2031693" h="2159324">
                  <a:moveTo>
                    <a:pt x="2027740" y="0"/>
                  </a:moveTo>
                  <a:lnTo>
                    <a:pt x="2029668" y="35636"/>
                  </a:lnTo>
                  <a:lnTo>
                    <a:pt x="2030970" y="71302"/>
                  </a:lnTo>
                  <a:lnTo>
                    <a:pt x="2031645" y="106984"/>
                  </a:lnTo>
                  <a:lnTo>
                    <a:pt x="2031693" y="142673"/>
                  </a:lnTo>
                  <a:lnTo>
                    <a:pt x="2031115" y="178358"/>
                  </a:lnTo>
                  <a:lnTo>
                    <a:pt x="2029909" y="214026"/>
                  </a:lnTo>
                  <a:lnTo>
                    <a:pt x="2028078" y="249668"/>
                  </a:lnTo>
                  <a:lnTo>
                    <a:pt x="2025620" y="285273"/>
                  </a:lnTo>
                  <a:lnTo>
                    <a:pt x="2022538" y="320828"/>
                  </a:lnTo>
                  <a:lnTo>
                    <a:pt x="2018831" y="356325"/>
                  </a:lnTo>
                  <a:lnTo>
                    <a:pt x="2014502" y="391750"/>
                  </a:lnTo>
                  <a:lnTo>
                    <a:pt x="2009551" y="427094"/>
                  </a:lnTo>
                  <a:lnTo>
                    <a:pt x="2003980" y="462345"/>
                  </a:lnTo>
                  <a:lnTo>
                    <a:pt x="1997790" y="497494"/>
                  </a:lnTo>
                  <a:lnTo>
                    <a:pt x="1990984" y="532528"/>
                  </a:lnTo>
                  <a:lnTo>
                    <a:pt x="1983564" y="567437"/>
                  </a:lnTo>
                  <a:lnTo>
                    <a:pt x="1975532" y="602210"/>
                  </a:lnTo>
                  <a:lnTo>
                    <a:pt x="1966890" y="636837"/>
                  </a:lnTo>
                  <a:lnTo>
                    <a:pt x="1957642" y="671307"/>
                  </a:lnTo>
                  <a:lnTo>
                    <a:pt x="1947789" y="705609"/>
                  </a:lnTo>
                  <a:lnTo>
                    <a:pt x="1937335" y="739733"/>
                  </a:lnTo>
                  <a:lnTo>
                    <a:pt x="1926284" y="773668"/>
                  </a:lnTo>
                  <a:lnTo>
                    <a:pt x="1914638" y="807403"/>
                  </a:lnTo>
                  <a:lnTo>
                    <a:pt x="1902401" y="840929"/>
                  </a:lnTo>
                  <a:lnTo>
                    <a:pt x="1889578" y="874235"/>
                  </a:lnTo>
                  <a:lnTo>
                    <a:pt x="1876171" y="907310"/>
                  </a:lnTo>
                  <a:lnTo>
                    <a:pt x="1862186" y="940145"/>
                  </a:lnTo>
                  <a:lnTo>
                    <a:pt x="1847626" y="972729"/>
                  </a:lnTo>
                  <a:lnTo>
                    <a:pt x="1832495" y="1005052"/>
                  </a:lnTo>
                  <a:lnTo>
                    <a:pt x="1816800" y="1037104"/>
                  </a:lnTo>
                  <a:lnTo>
                    <a:pt x="1800544" y="1068876"/>
                  </a:lnTo>
                  <a:lnTo>
                    <a:pt x="1783732" y="1100357"/>
                  </a:lnTo>
                  <a:lnTo>
                    <a:pt x="1766370" y="1131538"/>
                  </a:lnTo>
                  <a:lnTo>
                    <a:pt x="1748463" y="1162410"/>
                  </a:lnTo>
                  <a:lnTo>
                    <a:pt x="1730016" y="1192962"/>
                  </a:lnTo>
                  <a:lnTo>
                    <a:pt x="1711036" y="1223185"/>
                  </a:lnTo>
                  <a:lnTo>
                    <a:pt x="1691527" y="1253070"/>
                  </a:lnTo>
                  <a:lnTo>
                    <a:pt x="1671497" y="1282609"/>
                  </a:lnTo>
                  <a:lnTo>
                    <a:pt x="1650951" y="1311790"/>
                  </a:lnTo>
                  <a:lnTo>
                    <a:pt x="1629895" y="1340606"/>
                  </a:lnTo>
                  <a:lnTo>
                    <a:pt x="1608337" y="1369048"/>
                  </a:lnTo>
                  <a:lnTo>
                    <a:pt x="1586282" y="1397107"/>
                  </a:lnTo>
                  <a:lnTo>
                    <a:pt x="1563738" y="1424774"/>
                  </a:lnTo>
                  <a:lnTo>
                    <a:pt x="1540712" y="1452041"/>
                  </a:lnTo>
                  <a:lnTo>
                    <a:pt x="1517210" y="1478900"/>
                  </a:lnTo>
                  <a:lnTo>
                    <a:pt x="1493240" y="1505341"/>
                  </a:lnTo>
                  <a:lnTo>
                    <a:pt x="1468809" y="1531357"/>
                  </a:lnTo>
                  <a:lnTo>
                    <a:pt x="1443925" y="1556940"/>
                  </a:lnTo>
                  <a:lnTo>
                    <a:pt x="1418595" y="1582082"/>
                  </a:lnTo>
                  <a:lnTo>
                    <a:pt x="1392828" y="1606775"/>
                  </a:lnTo>
                  <a:lnTo>
                    <a:pt x="1366631" y="1631012"/>
                  </a:lnTo>
                  <a:lnTo>
                    <a:pt x="1340012" y="1654785"/>
                  </a:lnTo>
                  <a:lnTo>
                    <a:pt x="1312980" y="1678087"/>
                  </a:lnTo>
                  <a:lnTo>
                    <a:pt x="1285543" y="1700910"/>
                  </a:lnTo>
                  <a:lnTo>
                    <a:pt x="1257709" y="1723248"/>
                  </a:lnTo>
                  <a:lnTo>
                    <a:pt x="1229487" y="1745094"/>
                  </a:lnTo>
                  <a:lnTo>
                    <a:pt x="1200885" y="1766440"/>
                  </a:lnTo>
                  <a:lnTo>
                    <a:pt x="1171914" y="1787281"/>
                  </a:lnTo>
                  <a:lnTo>
                    <a:pt x="1142580" y="1807609"/>
                  </a:lnTo>
                  <a:lnTo>
                    <a:pt x="1112894" y="1827419"/>
                  </a:lnTo>
                  <a:lnTo>
                    <a:pt x="1082864" y="1846705"/>
                  </a:lnTo>
                  <a:lnTo>
                    <a:pt x="1052501" y="1865460"/>
                  </a:lnTo>
                  <a:lnTo>
                    <a:pt x="1021813" y="1883680"/>
                  </a:lnTo>
                  <a:lnTo>
                    <a:pt x="990809" y="1901357"/>
                  </a:lnTo>
                  <a:lnTo>
                    <a:pt x="959500" y="1918487"/>
                  </a:lnTo>
                  <a:lnTo>
                    <a:pt x="927894" y="1935064"/>
                  </a:lnTo>
                  <a:lnTo>
                    <a:pt x="896003" y="1951084"/>
                  </a:lnTo>
                  <a:lnTo>
                    <a:pt x="863834" y="1966541"/>
                  </a:lnTo>
                  <a:lnTo>
                    <a:pt x="831400" y="1981430"/>
                  </a:lnTo>
                  <a:lnTo>
                    <a:pt x="798708" y="1995748"/>
                  </a:lnTo>
                  <a:lnTo>
                    <a:pt x="765771" y="2009489"/>
                  </a:lnTo>
                  <a:lnTo>
                    <a:pt x="732597" y="2022649"/>
                  </a:lnTo>
                  <a:lnTo>
                    <a:pt x="699197" y="2035225"/>
                  </a:lnTo>
                  <a:lnTo>
                    <a:pt x="665581" y="2047212"/>
                  </a:lnTo>
                  <a:lnTo>
                    <a:pt x="631760" y="2058607"/>
                  </a:lnTo>
                  <a:lnTo>
                    <a:pt x="597744" y="2069406"/>
                  </a:lnTo>
                  <a:lnTo>
                    <a:pt x="563543" y="2079605"/>
                  </a:lnTo>
                  <a:lnTo>
                    <a:pt x="529169" y="2089203"/>
                  </a:lnTo>
                  <a:lnTo>
                    <a:pt x="494631" y="2098195"/>
                  </a:lnTo>
                  <a:lnTo>
                    <a:pt x="459941" y="2106579"/>
                  </a:lnTo>
                  <a:lnTo>
                    <a:pt x="425109" y="2114353"/>
                  </a:lnTo>
                  <a:lnTo>
                    <a:pt x="390146" y="2121513"/>
                  </a:lnTo>
                  <a:lnTo>
                    <a:pt x="355062" y="2128059"/>
                  </a:lnTo>
                  <a:lnTo>
                    <a:pt x="319869" y="2133987"/>
                  </a:lnTo>
                  <a:lnTo>
                    <a:pt x="284577" y="2139296"/>
                  </a:lnTo>
                  <a:lnTo>
                    <a:pt x="249197" y="2143984"/>
                  </a:lnTo>
                  <a:lnTo>
                    <a:pt x="213740" y="2148050"/>
                  </a:lnTo>
                  <a:lnTo>
                    <a:pt x="178218" y="2151493"/>
                  </a:lnTo>
                  <a:lnTo>
                    <a:pt x="142640" y="2154311"/>
                  </a:lnTo>
                  <a:lnTo>
                    <a:pt x="107018" y="2156504"/>
                  </a:lnTo>
                  <a:lnTo>
                    <a:pt x="71364" y="2158070"/>
                  </a:lnTo>
                  <a:lnTo>
                    <a:pt x="35687" y="2159011"/>
                  </a:lnTo>
                  <a:lnTo>
                    <a:pt x="0" y="2159324"/>
                  </a:lnTo>
                  <a:lnTo>
                    <a:pt x="0" y="1482074"/>
                  </a:lnTo>
                  <a:lnTo>
                    <a:pt x="23791" y="1481865"/>
                  </a:lnTo>
                  <a:lnTo>
                    <a:pt x="47576" y="1481238"/>
                  </a:lnTo>
                  <a:lnTo>
                    <a:pt x="71345" y="1480194"/>
                  </a:lnTo>
                  <a:lnTo>
                    <a:pt x="95093" y="1478732"/>
                  </a:lnTo>
                  <a:lnTo>
                    <a:pt x="118812" y="1476853"/>
                  </a:lnTo>
                  <a:lnTo>
                    <a:pt x="142493" y="1474558"/>
                  </a:lnTo>
                  <a:lnTo>
                    <a:pt x="166131" y="1471847"/>
                  </a:lnTo>
                  <a:lnTo>
                    <a:pt x="189718" y="1468722"/>
                  </a:lnTo>
                  <a:lnTo>
                    <a:pt x="213246" y="1465183"/>
                  </a:lnTo>
                  <a:lnTo>
                    <a:pt x="236708" y="1461231"/>
                  </a:lnTo>
                  <a:lnTo>
                    <a:pt x="260097" y="1456867"/>
                  </a:lnTo>
                  <a:lnTo>
                    <a:pt x="283406" y="1452093"/>
                  </a:lnTo>
                  <a:lnTo>
                    <a:pt x="306627" y="1446911"/>
                  </a:lnTo>
                  <a:lnTo>
                    <a:pt x="329754" y="1441321"/>
                  </a:lnTo>
                  <a:lnTo>
                    <a:pt x="352779" y="1435327"/>
                  </a:lnTo>
                  <a:lnTo>
                    <a:pt x="375695" y="1428928"/>
                  </a:lnTo>
                  <a:lnTo>
                    <a:pt x="398496" y="1422128"/>
                  </a:lnTo>
                  <a:lnTo>
                    <a:pt x="421173" y="1414929"/>
                  </a:lnTo>
                  <a:lnTo>
                    <a:pt x="443721" y="1407333"/>
                  </a:lnTo>
                  <a:lnTo>
                    <a:pt x="466131" y="1399341"/>
                  </a:lnTo>
                  <a:lnTo>
                    <a:pt x="488398" y="1390957"/>
                  </a:lnTo>
                  <a:lnTo>
                    <a:pt x="510514" y="1382184"/>
                  </a:lnTo>
                  <a:lnTo>
                    <a:pt x="532472" y="1373023"/>
                  </a:lnTo>
                  <a:lnTo>
                    <a:pt x="554266" y="1363478"/>
                  </a:lnTo>
                  <a:lnTo>
                    <a:pt x="575889" y="1353552"/>
                  </a:lnTo>
                  <a:lnTo>
                    <a:pt x="597335" y="1343247"/>
                  </a:lnTo>
                  <a:lnTo>
                    <a:pt x="618596" y="1332567"/>
                  </a:lnTo>
                  <a:lnTo>
                    <a:pt x="639666" y="1321516"/>
                  </a:lnTo>
                  <a:lnTo>
                    <a:pt x="660539" y="1310096"/>
                  </a:lnTo>
                  <a:lnTo>
                    <a:pt x="681208" y="1298311"/>
                  </a:lnTo>
                  <a:lnTo>
                    <a:pt x="701667" y="1286165"/>
                  </a:lnTo>
                  <a:lnTo>
                    <a:pt x="721909" y="1273662"/>
                  </a:lnTo>
                  <a:lnTo>
                    <a:pt x="741929" y="1260804"/>
                  </a:lnTo>
                  <a:lnTo>
                    <a:pt x="761720" y="1247598"/>
                  </a:lnTo>
                  <a:lnTo>
                    <a:pt x="781276" y="1234045"/>
                  </a:lnTo>
                  <a:lnTo>
                    <a:pt x="800590" y="1220151"/>
                  </a:lnTo>
                  <a:lnTo>
                    <a:pt x="819658" y="1205920"/>
                  </a:lnTo>
                  <a:lnTo>
                    <a:pt x="838472" y="1191357"/>
                  </a:lnTo>
                  <a:lnTo>
                    <a:pt x="857028" y="1176465"/>
                  </a:lnTo>
                  <a:lnTo>
                    <a:pt x="875320" y="1161249"/>
                  </a:lnTo>
                  <a:lnTo>
                    <a:pt x="893341" y="1145715"/>
                  </a:lnTo>
                  <a:lnTo>
                    <a:pt x="911087" y="1129866"/>
                  </a:lnTo>
                  <a:lnTo>
                    <a:pt x="928552" y="1113708"/>
                  </a:lnTo>
                  <a:lnTo>
                    <a:pt x="945730" y="1097246"/>
                  </a:lnTo>
                  <a:lnTo>
                    <a:pt x="962616" y="1080485"/>
                  </a:lnTo>
                  <a:lnTo>
                    <a:pt x="979206" y="1063429"/>
                  </a:lnTo>
                  <a:lnTo>
                    <a:pt x="995493" y="1046085"/>
                  </a:lnTo>
                  <a:lnTo>
                    <a:pt x="1011473" y="1028458"/>
                  </a:lnTo>
                  <a:lnTo>
                    <a:pt x="1027141" y="1010552"/>
                  </a:lnTo>
                  <a:lnTo>
                    <a:pt x="1042492" y="992374"/>
                  </a:lnTo>
                  <a:lnTo>
                    <a:pt x="1057521" y="973930"/>
                  </a:lnTo>
                  <a:lnTo>
                    <a:pt x="1072225" y="955224"/>
                  </a:lnTo>
                  <a:lnTo>
                    <a:pt x="1086597" y="936262"/>
                  </a:lnTo>
                  <a:lnTo>
                    <a:pt x="1100634" y="917051"/>
                  </a:lnTo>
                  <a:lnTo>
                    <a:pt x="1114331" y="897597"/>
                  </a:lnTo>
                  <a:lnTo>
                    <a:pt x="1127685" y="877905"/>
                  </a:lnTo>
                  <a:lnTo>
                    <a:pt x="1140690" y="857982"/>
                  </a:lnTo>
                  <a:lnTo>
                    <a:pt x="1153344" y="837833"/>
                  </a:lnTo>
                  <a:lnTo>
                    <a:pt x="1165642" y="817465"/>
                  </a:lnTo>
                  <a:lnTo>
                    <a:pt x="1177580" y="796884"/>
                  </a:lnTo>
                  <a:lnTo>
                    <a:pt x="1189154" y="776096"/>
                  </a:lnTo>
                  <a:lnTo>
                    <a:pt x="1200362" y="755109"/>
                  </a:lnTo>
                  <a:lnTo>
                    <a:pt x="1211200" y="733927"/>
                  </a:lnTo>
                  <a:lnTo>
                    <a:pt x="1221663" y="712559"/>
                  </a:lnTo>
                  <a:lnTo>
                    <a:pt x="1231750" y="691010"/>
                  </a:lnTo>
                  <a:lnTo>
                    <a:pt x="1241457" y="669288"/>
                  </a:lnTo>
                  <a:lnTo>
                    <a:pt x="1250781" y="647398"/>
                  </a:lnTo>
                  <a:lnTo>
                    <a:pt x="1259718" y="625348"/>
                  </a:lnTo>
                  <a:lnTo>
                    <a:pt x="1268267" y="603144"/>
                  </a:lnTo>
                  <a:lnTo>
                    <a:pt x="1276425" y="580794"/>
                  </a:lnTo>
                  <a:lnTo>
                    <a:pt x="1284189" y="558303"/>
                  </a:lnTo>
                  <a:lnTo>
                    <a:pt x="1291557" y="535680"/>
                  </a:lnTo>
                  <a:lnTo>
                    <a:pt x="1298526" y="512931"/>
                  </a:lnTo>
                  <a:lnTo>
                    <a:pt x="1305094" y="490063"/>
                  </a:lnTo>
                  <a:lnTo>
                    <a:pt x="1311260" y="467083"/>
                  </a:lnTo>
                  <a:lnTo>
                    <a:pt x="1317021" y="443998"/>
                  </a:lnTo>
                  <a:lnTo>
                    <a:pt x="1322376" y="420816"/>
                  </a:lnTo>
                  <a:lnTo>
                    <a:pt x="1327323" y="397543"/>
                  </a:lnTo>
                  <a:lnTo>
                    <a:pt x="1331860" y="374187"/>
                  </a:lnTo>
                  <a:lnTo>
                    <a:pt x="1335986" y="350755"/>
                  </a:lnTo>
                  <a:lnTo>
                    <a:pt x="1339700" y="327254"/>
                  </a:lnTo>
                  <a:lnTo>
                    <a:pt x="1343001" y="303691"/>
                  </a:lnTo>
                  <a:lnTo>
                    <a:pt x="1345887" y="280074"/>
                  </a:lnTo>
                  <a:lnTo>
                    <a:pt x="1348358" y="256410"/>
                  </a:lnTo>
                  <a:lnTo>
                    <a:pt x="1350413" y="232707"/>
                  </a:lnTo>
                  <a:lnTo>
                    <a:pt x="1352052" y="208970"/>
                  </a:lnTo>
                  <a:lnTo>
                    <a:pt x="1353273" y="185209"/>
                  </a:lnTo>
                  <a:lnTo>
                    <a:pt x="1354076" y="161430"/>
                  </a:lnTo>
                  <a:lnTo>
                    <a:pt x="1354462" y="137640"/>
                  </a:lnTo>
                  <a:lnTo>
                    <a:pt x="1354430" y="113848"/>
                  </a:lnTo>
                  <a:lnTo>
                    <a:pt x="1353980" y="90059"/>
                  </a:lnTo>
                  <a:lnTo>
                    <a:pt x="1353112" y="66282"/>
                  </a:lnTo>
                  <a:lnTo>
                    <a:pt x="1351827" y="42524"/>
                  </a:lnTo>
                  <a:close/>
                </a:path>
              </a:pathLst>
            </a:custGeom>
            <a:solidFill>
              <a:srgbClr val="FD8D3C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2733599" y="1397249"/>
              <a:ext cx="1838382" cy="1455031"/>
            </a:xfrm>
            <a:custGeom>
              <a:avLst/>
              <a:pathLst>
                <a:path w="1838382" h="1455031">
                  <a:moveTo>
                    <a:pt x="0" y="1166672"/>
                  </a:moveTo>
                  <a:lnTo>
                    <a:pt x="15573" y="1134322"/>
                  </a:lnTo>
                  <a:lnTo>
                    <a:pt x="31716" y="1102252"/>
                  </a:lnTo>
                  <a:lnTo>
                    <a:pt x="48422" y="1070473"/>
                  </a:lnTo>
                  <a:lnTo>
                    <a:pt x="65688" y="1038993"/>
                  </a:lnTo>
                  <a:lnTo>
                    <a:pt x="83507" y="1007824"/>
                  </a:lnTo>
                  <a:lnTo>
                    <a:pt x="101875" y="976974"/>
                  </a:lnTo>
                  <a:lnTo>
                    <a:pt x="120784" y="946454"/>
                  </a:lnTo>
                  <a:lnTo>
                    <a:pt x="140230" y="916272"/>
                  </a:lnTo>
                  <a:lnTo>
                    <a:pt x="160206" y="886439"/>
                  </a:lnTo>
                  <a:lnTo>
                    <a:pt x="180707" y="856964"/>
                  </a:lnTo>
                  <a:lnTo>
                    <a:pt x="201725" y="827855"/>
                  </a:lnTo>
                  <a:lnTo>
                    <a:pt x="223254" y="799123"/>
                  </a:lnTo>
                  <a:lnTo>
                    <a:pt x="245287" y="770775"/>
                  </a:lnTo>
                  <a:lnTo>
                    <a:pt x="267818" y="742821"/>
                  </a:lnTo>
                  <a:lnTo>
                    <a:pt x="290839" y="715269"/>
                  </a:lnTo>
                  <a:lnTo>
                    <a:pt x="314344" y="688129"/>
                  </a:lnTo>
                  <a:lnTo>
                    <a:pt x="338324" y="661408"/>
                  </a:lnTo>
                  <a:lnTo>
                    <a:pt x="362773" y="635115"/>
                  </a:lnTo>
                  <a:lnTo>
                    <a:pt x="387683" y="609259"/>
                  </a:lnTo>
                  <a:lnTo>
                    <a:pt x="413045" y="583846"/>
                  </a:lnTo>
                  <a:lnTo>
                    <a:pt x="438853" y="558886"/>
                  </a:lnTo>
                  <a:lnTo>
                    <a:pt x="465098" y="534385"/>
                  </a:lnTo>
                  <a:lnTo>
                    <a:pt x="491772" y="510352"/>
                  </a:lnTo>
                  <a:lnTo>
                    <a:pt x="518866" y="486795"/>
                  </a:lnTo>
                  <a:lnTo>
                    <a:pt x="546372" y="463719"/>
                  </a:lnTo>
                  <a:lnTo>
                    <a:pt x="574282" y="441134"/>
                  </a:lnTo>
                  <a:lnTo>
                    <a:pt x="602586" y="419045"/>
                  </a:lnTo>
                  <a:lnTo>
                    <a:pt x="631276" y="397459"/>
                  </a:lnTo>
                  <a:lnTo>
                    <a:pt x="660344" y="376384"/>
                  </a:lnTo>
                  <a:lnTo>
                    <a:pt x="689779" y="355826"/>
                  </a:lnTo>
                  <a:lnTo>
                    <a:pt x="719573" y="335791"/>
                  </a:lnTo>
                  <a:lnTo>
                    <a:pt x="749716" y="316286"/>
                  </a:lnTo>
                  <a:lnTo>
                    <a:pt x="780199" y="297317"/>
                  </a:lnTo>
                  <a:lnTo>
                    <a:pt x="811012" y="278889"/>
                  </a:lnTo>
                  <a:lnTo>
                    <a:pt x="842147" y="261008"/>
                  </a:lnTo>
                  <a:lnTo>
                    <a:pt x="873592" y="243681"/>
                  </a:lnTo>
                  <a:lnTo>
                    <a:pt x="905339" y="226912"/>
                  </a:lnTo>
                  <a:lnTo>
                    <a:pt x="937377" y="210706"/>
                  </a:lnTo>
                  <a:lnTo>
                    <a:pt x="969697" y="195069"/>
                  </a:lnTo>
                  <a:lnTo>
                    <a:pt x="1002288" y="180006"/>
                  </a:lnTo>
                  <a:lnTo>
                    <a:pt x="1035139" y="165521"/>
                  </a:lnTo>
                  <a:lnTo>
                    <a:pt x="1068242" y="151618"/>
                  </a:lnTo>
                  <a:lnTo>
                    <a:pt x="1101585" y="138303"/>
                  </a:lnTo>
                  <a:lnTo>
                    <a:pt x="1135159" y="125579"/>
                  </a:lnTo>
                  <a:lnTo>
                    <a:pt x="1168951" y="113451"/>
                  </a:lnTo>
                  <a:lnTo>
                    <a:pt x="1202953" y="101921"/>
                  </a:lnTo>
                  <a:lnTo>
                    <a:pt x="1237154" y="90994"/>
                  </a:lnTo>
                  <a:lnTo>
                    <a:pt x="1271542" y="80673"/>
                  </a:lnTo>
                  <a:lnTo>
                    <a:pt x="1306107" y="70961"/>
                  </a:lnTo>
                  <a:lnTo>
                    <a:pt x="1340838" y="61862"/>
                  </a:lnTo>
                  <a:lnTo>
                    <a:pt x="1375725" y="53377"/>
                  </a:lnTo>
                  <a:lnTo>
                    <a:pt x="1410756" y="45511"/>
                  </a:lnTo>
                  <a:lnTo>
                    <a:pt x="1445921" y="38265"/>
                  </a:lnTo>
                  <a:lnTo>
                    <a:pt x="1481208" y="31641"/>
                  </a:lnTo>
                  <a:lnTo>
                    <a:pt x="1516607" y="25642"/>
                  </a:lnTo>
                  <a:lnTo>
                    <a:pt x="1552106" y="20269"/>
                  </a:lnTo>
                  <a:lnTo>
                    <a:pt x="1587694" y="15524"/>
                  </a:lnTo>
                  <a:lnTo>
                    <a:pt x="1623361" y="11409"/>
                  </a:lnTo>
                  <a:lnTo>
                    <a:pt x="1659095" y="7925"/>
                  </a:lnTo>
                  <a:lnTo>
                    <a:pt x="1694885" y="5073"/>
                  </a:lnTo>
                  <a:lnTo>
                    <a:pt x="1730720" y="2854"/>
                  </a:lnTo>
                  <a:lnTo>
                    <a:pt x="1766589" y="1268"/>
                  </a:lnTo>
                  <a:lnTo>
                    <a:pt x="1802480" y="317"/>
                  </a:lnTo>
                  <a:lnTo>
                    <a:pt x="1838382" y="0"/>
                  </a:lnTo>
                  <a:lnTo>
                    <a:pt x="1838382" y="677250"/>
                  </a:lnTo>
                  <a:lnTo>
                    <a:pt x="1814447" y="677461"/>
                  </a:lnTo>
                  <a:lnTo>
                    <a:pt x="1790520" y="678095"/>
                  </a:lnTo>
                  <a:lnTo>
                    <a:pt x="1766608" y="679152"/>
                  </a:lnTo>
                  <a:lnTo>
                    <a:pt x="1742718" y="680632"/>
                  </a:lnTo>
                  <a:lnTo>
                    <a:pt x="1718858" y="682533"/>
                  </a:lnTo>
                  <a:lnTo>
                    <a:pt x="1695035" y="684856"/>
                  </a:lnTo>
                  <a:lnTo>
                    <a:pt x="1671257" y="687599"/>
                  </a:lnTo>
                  <a:lnTo>
                    <a:pt x="1647531" y="690762"/>
                  </a:lnTo>
                  <a:lnTo>
                    <a:pt x="1623865" y="694344"/>
                  </a:lnTo>
                  <a:lnTo>
                    <a:pt x="1600266" y="698344"/>
                  </a:lnTo>
                  <a:lnTo>
                    <a:pt x="1576741" y="702760"/>
                  </a:lnTo>
                  <a:lnTo>
                    <a:pt x="1553298" y="707590"/>
                  </a:lnTo>
                  <a:lnTo>
                    <a:pt x="1529944" y="712835"/>
                  </a:lnTo>
                  <a:lnTo>
                    <a:pt x="1506686" y="718491"/>
                  </a:lnTo>
                  <a:lnTo>
                    <a:pt x="1483532" y="724557"/>
                  </a:lnTo>
                  <a:lnTo>
                    <a:pt x="1460488" y="731032"/>
                  </a:lnTo>
                  <a:lnTo>
                    <a:pt x="1437563" y="737912"/>
                  </a:lnTo>
                  <a:lnTo>
                    <a:pt x="1414763" y="745197"/>
                  </a:lnTo>
                  <a:lnTo>
                    <a:pt x="1392095" y="752884"/>
                  </a:lnTo>
                  <a:lnTo>
                    <a:pt x="1369566" y="760969"/>
                  </a:lnTo>
                  <a:lnTo>
                    <a:pt x="1347184" y="769452"/>
                  </a:lnTo>
                  <a:lnTo>
                    <a:pt x="1324955" y="778329"/>
                  </a:lnTo>
                  <a:lnTo>
                    <a:pt x="1302887" y="787597"/>
                  </a:lnTo>
                  <a:lnTo>
                    <a:pt x="1280986" y="797254"/>
                  </a:lnTo>
                  <a:lnTo>
                    <a:pt x="1259258" y="807296"/>
                  </a:lnTo>
                  <a:lnTo>
                    <a:pt x="1237712" y="817721"/>
                  </a:lnTo>
                  <a:lnTo>
                    <a:pt x="1216353" y="828524"/>
                  </a:lnTo>
                  <a:lnTo>
                    <a:pt x="1195189" y="839704"/>
                  </a:lnTo>
                  <a:lnTo>
                    <a:pt x="1174225" y="851255"/>
                  </a:lnTo>
                  <a:lnTo>
                    <a:pt x="1153469" y="863176"/>
                  </a:lnTo>
                  <a:lnTo>
                    <a:pt x="1132927" y="875461"/>
                  </a:lnTo>
                  <a:lnTo>
                    <a:pt x="1112604" y="888107"/>
                  </a:lnTo>
                  <a:lnTo>
                    <a:pt x="1092509" y="901111"/>
                  </a:lnTo>
                  <a:lnTo>
                    <a:pt x="1072646" y="914467"/>
                  </a:lnTo>
                  <a:lnTo>
                    <a:pt x="1053023" y="928173"/>
                  </a:lnTo>
                  <a:lnTo>
                    <a:pt x="1033645" y="942223"/>
                  </a:lnTo>
                  <a:lnTo>
                    <a:pt x="1014518" y="956613"/>
                  </a:lnTo>
                  <a:lnTo>
                    <a:pt x="995648" y="971339"/>
                  </a:lnTo>
                  <a:lnTo>
                    <a:pt x="977042" y="986396"/>
                  </a:lnTo>
                  <a:lnTo>
                    <a:pt x="958704" y="1001780"/>
                  </a:lnTo>
                  <a:lnTo>
                    <a:pt x="940642" y="1017485"/>
                  </a:lnTo>
                  <a:lnTo>
                    <a:pt x="922859" y="1033507"/>
                  </a:lnTo>
                  <a:lnTo>
                    <a:pt x="905363" y="1049840"/>
                  </a:lnTo>
                  <a:lnTo>
                    <a:pt x="888158" y="1066481"/>
                  </a:lnTo>
                  <a:lnTo>
                    <a:pt x="871249" y="1083422"/>
                  </a:lnTo>
                  <a:lnTo>
                    <a:pt x="854643" y="1100660"/>
                  </a:lnTo>
                  <a:lnTo>
                    <a:pt x="838343" y="1118189"/>
                  </a:lnTo>
                  <a:lnTo>
                    <a:pt x="822356" y="1136003"/>
                  </a:lnTo>
                  <a:lnTo>
                    <a:pt x="806687" y="1154096"/>
                  </a:lnTo>
                  <a:lnTo>
                    <a:pt x="791339" y="1172464"/>
                  </a:lnTo>
                  <a:lnTo>
                    <a:pt x="776319" y="1191100"/>
                  </a:lnTo>
                  <a:lnTo>
                    <a:pt x="761630" y="1209998"/>
                  </a:lnTo>
                  <a:lnTo>
                    <a:pt x="747277" y="1229153"/>
                  </a:lnTo>
                  <a:lnTo>
                    <a:pt x="733265" y="1248559"/>
                  </a:lnTo>
                  <a:lnTo>
                    <a:pt x="719598" y="1268209"/>
                  </a:lnTo>
                  <a:lnTo>
                    <a:pt x="706281" y="1288098"/>
                  </a:lnTo>
                  <a:lnTo>
                    <a:pt x="693317" y="1308219"/>
                  </a:lnTo>
                  <a:lnTo>
                    <a:pt x="680710" y="1328566"/>
                  </a:lnTo>
                  <a:lnTo>
                    <a:pt x="668466" y="1349132"/>
                  </a:lnTo>
                  <a:lnTo>
                    <a:pt x="656586" y="1369912"/>
                  </a:lnTo>
                  <a:lnTo>
                    <a:pt x="645076" y="1390898"/>
                  </a:lnTo>
                  <a:lnTo>
                    <a:pt x="633938" y="1412085"/>
                  </a:lnTo>
                  <a:lnTo>
                    <a:pt x="623176" y="1433465"/>
                  </a:lnTo>
                  <a:lnTo>
                    <a:pt x="612794" y="1455031"/>
                  </a:lnTo>
                  <a:close/>
                </a:path>
              </a:pathLst>
            </a:custGeom>
            <a:solidFill>
              <a:srgbClr val="FD8D3C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4571981" y="720000"/>
              <a:ext cx="2087320" cy="1413913"/>
            </a:xfrm>
            <a:custGeom>
              <a:avLst/>
              <a:pathLst>
                <a:path w="2087320" h="1413913">
                  <a:moveTo>
                    <a:pt x="0" y="0"/>
                  </a:moveTo>
                  <a:lnTo>
                    <a:pt x="47656" y="419"/>
                  </a:lnTo>
                  <a:lnTo>
                    <a:pt x="95298" y="1676"/>
                  </a:lnTo>
                  <a:lnTo>
                    <a:pt x="142911" y="3772"/>
                  </a:lnTo>
                  <a:lnTo>
                    <a:pt x="190479" y="6704"/>
                  </a:lnTo>
                  <a:lnTo>
                    <a:pt x="237988" y="10474"/>
                  </a:lnTo>
                  <a:lnTo>
                    <a:pt x="285424" y="15078"/>
                  </a:lnTo>
                  <a:lnTo>
                    <a:pt x="332771" y="20516"/>
                  </a:lnTo>
                  <a:lnTo>
                    <a:pt x="380016" y="26786"/>
                  </a:lnTo>
                  <a:lnTo>
                    <a:pt x="427142" y="33886"/>
                  </a:lnTo>
                  <a:lnTo>
                    <a:pt x="474137" y="41815"/>
                  </a:lnTo>
                  <a:lnTo>
                    <a:pt x="520985" y="50569"/>
                  </a:lnTo>
                  <a:lnTo>
                    <a:pt x="567671" y="60145"/>
                  </a:lnTo>
                  <a:lnTo>
                    <a:pt x="614182" y="70541"/>
                  </a:lnTo>
                  <a:lnTo>
                    <a:pt x="660503" y="81754"/>
                  </a:lnTo>
                  <a:lnTo>
                    <a:pt x="706619" y="93781"/>
                  </a:lnTo>
                  <a:lnTo>
                    <a:pt x="752517" y="106616"/>
                  </a:lnTo>
                  <a:lnTo>
                    <a:pt x="798181" y="120257"/>
                  </a:lnTo>
                  <a:lnTo>
                    <a:pt x="843599" y="134699"/>
                  </a:lnTo>
                  <a:lnTo>
                    <a:pt x="888756" y="149938"/>
                  </a:lnTo>
                  <a:lnTo>
                    <a:pt x="933637" y="165969"/>
                  </a:lnTo>
                  <a:lnTo>
                    <a:pt x="978230" y="182788"/>
                  </a:lnTo>
                  <a:lnTo>
                    <a:pt x="1022519" y="200388"/>
                  </a:lnTo>
                  <a:lnTo>
                    <a:pt x="1066493" y="218764"/>
                  </a:lnTo>
                  <a:lnTo>
                    <a:pt x="1110136" y="237911"/>
                  </a:lnTo>
                  <a:lnTo>
                    <a:pt x="1153436" y="257823"/>
                  </a:lnTo>
                  <a:lnTo>
                    <a:pt x="1196378" y="278494"/>
                  </a:lnTo>
                  <a:lnTo>
                    <a:pt x="1238951" y="299916"/>
                  </a:lnTo>
                  <a:lnTo>
                    <a:pt x="1281139" y="322085"/>
                  </a:lnTo>
                  <a:lnTo>
                    <a:pt x="1322932" y="344992"/>
                  </a:lnTo>
                  <a:lnTo>
                    <a:pt x="1364315" y="368631"/>
                  </a:lnTo>
                  <a:lnTo>
                    <a:pt x="1405275" y="392994"/>
                  </a:lnTo>
                  <a:lnTo>
                    <a:pt x="1445801" y="418074"/>
                  </a:lnTo>
                  <a:lnTo>
                    <a:pt x="1485879" y="443863"/>
                  </a:lnTo>
                  <a:lnTo>
                    <a:pt x="1525498" y="470353"/>
                  </a:lnTo>
                  <a:lnTo>
                    <a:pt x="1564644" y="497536"/>
                  </a:lnTo>
                  <a:lnTo>
                    <a:pt x="1603306" y="525404"/>
                  </a:lnTo>
                  <a:lnTo>
                    <a:pt x="1641472" y="553947"/>
                  </a:lnTo>
                  <a:lnTo>
                    <a:pt x="1679129" y="583158"/>
                  </a:lnTo>
                  <a:lnTo>
                    <a:pt x="1716267" y="613026"/>
                  </a:lnTo>
                  <a:lnTo>
                    <a:pt x="1752874" y="643543"/>
                  </a:lnTo>
                  <a:lnTo>
                    <a:pt x="1788938" y="674699"/>
                  </a:lnTo>
                  <a:lnTo>
                    <a:pt x="1824449" y="706485"/>
                  </a:lnTo>
                  <a:lnTo>
                    <a:pt x="1859395" y="738890"/>
                  </a:lnTo>
                  <a:lnTo>
                    <a:pt x="1893765" y="771906"/>
                  </a:lnTo>
                  <a:lnTo>
                    <a:pt x="1927550" y="805521"/>
                  </a:lnTo>
                  <a:lnTo>
                    <a:pt x="1960737" y="839725"/>
                  </a:lnTo>
                  <a:lnTo>
                    <a:pt x="1993318" y="874507"/>
                  </a:lnTo>
                  <a:lnTo>
                    <a:pt x="2025282" y="909858"/>
                  </a:lnTo>
                  <a:lnTo>
                    <a:pt x="2056619" y="945765"/>
                  </a:lnTo>
                  <a:lnTo>
                    <a:pt x="2087320" y="982218"/>
                  </a:lnTo>
                  <a:lnTo>
                    <a:pt x="1565490" y="1413913"/>
                  </a:lnTo>
                  <a:lnTo>
                    <a:pt x="1542464" y="1386574"/>
                  </a:lnTo>
                  <a:lnTo>
                    <a:pt x="1518962" y="1359643"/>
                  </a:lnTo>
                  <a:lnTo>
                    <a:pt x="1494989" y="1333130"/>
                  </a:lnTo>
                  <a:lnTo>
                    <a:pt x="1470553" y="1307043"/>
                  </a:lnTo>
                  <a:lnTo>
                    <a:pt x="1445662" y="1281390"/>
                  </a:lnTo>
                  <a:lnTo>
                    <a:pt x="1420324" y="1256179"/>
                  </a:lnTo>
                  <a:lnTo>
                    <a:pt x="1394546" y="1231418"/>
                  </a:lnTo>
                  <a:lnTo>
                    <a:pt x="1368337" y="1207113"/>
                  </a:lnTo>
                  <a:lnTo>
                    <a:pt x="1341704" y="1183274"/>
                  </a:lnTo>
                  <a:lnTo>
                    <a:pt x="1314655" y="1159907"/>
                  </a:lnTo>
                  <a:lnTo>
                    <a:pt x="1287200" y="1137019"/>
                  </a:lnTo>
                  <a:lnTo>
                    <a:pt x="1259347" y="1114618"/>
                  </a:lnTo>
                  <a:lnTo>
                    <a:pt x="1231104" y="1092710"/>
                  </a:lnTo>
                  <a:lnTo>
                    <a:pt x="1202479" y="1071303"/>
                  </a:lnTo>
                  <a:lnTo>
                    <a:pt x="1173483" y="1050402"/>
                  </a:lnTo>
                  <a:lnTo>
                    <a:pt x="1144123" y="1030015"/>
                  </a:lnTo>
                  <a:lnTo>
                    <a:pt x="1114409" y="1010147"/>
                  </a:lnTo>
                  <a:lnTo>
                    <a:pt x="1084351" y="990806"/>
                  </a:lnTo>
                  <a:lnTo>
                    <a:pt x="1053956" y="971996"/>
                  </a:lnTo>
                  <a:lnTo>
                    <a:pt x="1023236" y="953723"/>
                  </a:lnTo>
                  <a:lnTo>
                    <a:pt x="992199" y="935994"/>
                  </a:lnTo>
                  <a:lnTo>
                    <a:pt x="960854" y="918814"/>
                  </a:lnTo>
                  <a:lnTo>
                    <a:pt x="929213" y="902187"/>
                  </a:lnTo>
                  <a:lnTo>
                    <a:pt x="897284" y="886120"/>
                  </a:lnTo>
                  <a:lnTo>
                    <a:pt x="865077" y="870617"/>
                  </a:lnTo>
                  <a:lnTo>
                    <a:pt x="832602" y="855683"/>
                  </a:lnTo>
                  <a:lnTo>
                    <a:pt x="799869" y="841323"/>
                  </a:lnTo>
                  <a:lnTo>
                    <a:pt x="766889" y="827541"/>
                  </a:lnTo>
                  <a:lnTo>
                    <a:pt x="733672" y="814341"/>
                  </a:lnTo>
                  <a:lnTo>
                    <a:pt x="700228" y="801727"/>
                  </a:lnTo>
                  <a:lnTo>
                    <a:pt x="666567" y="789704"/>
                  </a:lnTo>
                  <a:lnTo>
                    <a:pt x="632699" y="778274"/>
                  </a:lnTo>
                  <a:lnTo>
                    <a:pt x="598636" y="767443"/>
                  </a:lnTo>
                  <a:lnTo>
                    <a:pt x="564387" y="757212"/>
                  </a:lnTo>
                  <a:lnTo>
                    <a:pt x="529964" y="747585"/>
                  </a:lnTo>
                  <a:lnTo>
                    <a:pt x="495377" y="738566"/>
                  </a:lnTo>
                  <a:lnTo>
                    <a:pt x="460636" y="730156"/>
                  </a:lnTo>
                  <a:lnTo>
                    <a:pt x="425753" y="722359"/>
                  </a:lnTo>
                  <a:lnTo>
                    <a:pt x="390738" y="715176"/>
                  </a:lnTo>
                  <a:lnTo>
                    <a:pt x="355603" y="708611"/>
                  </a:lnTo>
                  <a:lnTo>
                    <a:pt x="320357" y="702665"/>
                  </a:lnTo>
                  <a:lnTo>
                    <a:pt x="285012" y="697339"/>
                  </a:lnTo>
                  <a:lnTo>
                    <a:pt x="249578" y="692637"/>
                  </a:lnTo>
                  <a:lnTo>
                    <a:pt x="214068" y="688558"/>
                  </a:lnTo>
                  <a:lnTo>
                    <a:pt x="178491" y="685105"/>
                  </a:lnTo>
                  <a:lnTo>
                    <a:pt x="142859" y="682278"/>
                  </a:lnTo>
                  <a:lnTo>
                    <a:pt x="107183" y="680079"/>
                  </a:lnTo>
                  <a:lnTo>
                    <a:pt x="71474" y="678507"/>
                  </a:lnTo>
                  <a:lnTo>
                    <a:pt x="35742" y="677564"/>
                  </a:lnTo>
                  <a:lnTo>
                    <a:pt x="0" y="677249"/>
                  </a:lnTo>
                  <a:close/>
                </a:path>
              </a:pathLst>
            </a:custGeom>
            <a:solidFill>
              <a:srgbClr val="8E2B88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4826627" y="3258900"/>
              <a:ext cx="2454281" cy="2857738"/>
            </a:xfrm>
            <a:custGeom>
              <a:avLst/>
              <a:pathLst>
                <a:path w="2454281" h="2857738">
                  <a:moveTo>
                    <a:pt x="2449008" y="0"/>
                  </a:moveTo>
                  <a:lnTo>
                    <a:pt x="2451575" y="47430"/>
                  </a:lnTo>
                  <a:lnTo>
                    <a:pt x="2453310" y="94899"/>
                  </a:lnTo>
                  <a:lnTo>
                    <a:pt x="2454212" y="142391"/>
                  </a:lnTo>
                  <a:lnTo>
                    <a:pt x="2454281" y="189891"/>
                  </a:lnTo>
                  <a:lnTo>
                    <a:pt x="2453518" y="237385"/>
                  </a:lnTo>
                  <a:lnTo>
                    <a:pt x="2451922" y="284858"/>
                  </a:lnTo>
                  <a:lnTo>
                    <a:pt x="2449494" y="332297"/>
                  </a:lnTo>
                  <a:lnTo>
                    <a:pt x="2446234" y="379685"/>
                  </a:lnTo>
                  <a:lnTo>
                    <a:pt x="2442144" y="427009"/>
                  </a:lnTo>
                  <a:lnTo>
                    <a:pt x="2437225" y="474254"/>
                  </a:lnTo>
                  <a:lnTo>
                    <a:pt x="2431478" y="521405"/>
                  </a:lnTo>
                  <a:lnTo>
                    <a:pt x="2424906" y="568448"/>
                  </a:lnTo>
                  <a:lnTo>
                    <a:pt x="2417509" y="615369"/>
                  </a:lnTo>
                  <a:lnTo>
                    <a:pt x="2409291" y="662153"/>
                  </a:lnTo>
                  <a:lnTo>
                    <a:pt x="2400254" y="708786"/>
                  </a:lnTo>
                  <a:lnTo>
                    <a:pt x="2390401" y="755253"/>
                  </a:lnTo>
                  <a:lnTo>
                    <a:pt x="2379735" y="801540"/>
                  </a:lnTo>
                  <a:lnTo>
                    <a:pt x="2368258" y="847633"/>
                  </a:lnTo>
                  <a:lnTo>
                    <a:pt x="2355975" y="893518"/>
                  </a:lnTo>
                  <a:lnTo>
                    <a:pt x="2342890" y="939180"/>
                  </a:lnTo>
                  <a:lnTo>
                    <a:pt x="2329006" y="984606"/>
                  </a:lnTo>
                  <a:lnTo>
                    <a:pt x="2314328" y="1029782"/>
                  </a:lnTo>
                  <a:lnTo>
                    <a:pt x="2298859" y="1074693"/>
                  </a:lnTo>
                  <a:lnTo>
                    <a:pt x="2282606" y="1119326"/>
                  </a:lnTo>
                  <a:lnTo>
                    <a:pt x="2265573" y="1163667"/>
                  </a:lnTo>
                  <a:lnTo>
                    <a:pt x="2247764" y="1207703"/>
                  </a:lnTo>
                  <a:lnTo>
                    <a:pt x="2229187" y="1251419"/>
                  </a:lnTo>
                  <a:lnTo>
                    <a:pt x="2209846" y="1294804"/>
                  </a:lnTo>
                  <a:lnTo>
                    <a:pt x="2189747" y="1337842"/>
                  </a:lnTo>
                  <a:lnTo>
                    <a:pt x="2168896" y="1380521"/>
                  </a:lnTo>
                  <a:lnTo>
                    <a:pt x="2147301" y="1422829"/>
                  </a:lnTo>
                  <a:lnTo>
                    <a:pt x="2124967" y="1464751"/>
                  </a:lnTo>
                  <a:lnTo>
                    <a:pt x="2101901" y="1506275"/>
                  </a:lnTo>
                  <a:lnTo>
                    <a:pt x="2078111" y="1547388"/>
                  </a:lnTo>
                  <a:lnTo>
                    <a:pt x="2053603" y="1588078"/>
                  </a:lnTo>
                  <a:lnTo>
                    <a:pt x="2028386" y="1628332"/>
                  </a:lnTo>
                  <a:lnTo>
                    <a:pt x="2002467" y="1668138"/>
                  </a:lnTo>
                  <a:lnTo>
                    <a:pt x="1975854" y="1707483"/>
                  </a:lnTo>
                  <a:lnTo>
                    <a:pt x="1948556" y="1746355"/>
                  </a:lnTo>
                  <a:lnTo>
                    <a:pt x="1920580" y="1784743"/>
                  </a:lnTo>
                  <a:lnTo>
                    <a:pt x="1891935" y="1822634"/>
                  </a:lnTo>
                  <a:lnTo>
                    <a:pt x="1862630" y="1860017"/>
                  </a:lnTo>
                  <a:lnTo>
                    <a:pt x="1832674" y="1896881"/>
                  </a:lnTo>
                  <a:lnTo>
                    <a:pt x="1802077" y="1933213"/>
                  </a:lnTo>
                  <a:lnTo>
                    <a:pt x="1770847" y="1969004"/>
                  </a:lnTo>
                  <a:lnTo>
                    <a:pt x="1738994" y="2004242"/>
                  </a:lnTo>
                  <a:lnTo>
                    <a:pt x="1706529" y="2038915"/>
                  </a:lnTo>
                  <a:lnTo>
                    <a:pt x="1673460" y="2073014"/>
                  </a:lnTo>
                  <a:lnTo>
                    <a:pt x="1639799" y="2106528"/>
                  </a:lnTo>
                  <a:lnTo>
                    <a:pt x="1605555" y="2139447"/>
                  </a:lnTo>
                  <a:lnTo>
                    <a:pt x="1570739" y="2171760"/>
                  </a:lnTo>
                  <a:lnTo>
                    <a:pt x="1535362" y="2203458"/>
                  </a:lnTo>
                  <a:lnTo>
                    <a:pt x="1499435" y="2234531"/>
                  </a:lnTo>
                  <a:lnTo>
                    <a:pt x="1462969" y="2264969"/>
                  </a:lnTo>
                  <a:lnTo>
                    <a:pt x="1425974" y="2294763"/>
                  </a:lnTo>
                  <a:lnTo>
                    <a:pt x="1388463" y="2323903"/>
                  </a:lnTo>
                  <a:lnTo>
                    <a:pt x="1350446" y="2352382"/>
                  </a:lnTo>
                  <a:lnTo>
                    <a:pt x="1311936" y="2380189"/>
                  </a:lnTo>
                  <a:lnTo>
                    <a:pt x="1272945" y="2407317"/>
                  </a:lnTo>
                  <a:lnTo>
                    <a:pt x="1233484" y="2433758"/>
                  </a:lnTo>
                  <a:lnTo>
                    <a:pt x="1193565" y="2459502"/>
                  </a:lnTo>
                  <a:lnTo>
                    <a:pt x="1153201" y="2484542"/>
                  </a:lnTo>
                  <a:lnTo>
                    <a:pt x="1112404" y="2508871"/>
                  </a:lnTo>
                  <a:lnTo>
                    <a:pt x="1071187" y="2532481"/>
                  </a:lnTo>
                  <a:lnTo>
                    <a:pt x="1029562" y="2555364"/>
                  </a:lnTo>
                  <a:lnTo>
                    <a:pt x="987542" y="2577514"/>
                  </a:lnTo>
                  <a:lnTo>
                    <a:pt x="945141" y="2598924"/>
                  </a:lnTo>
                  <a:lnTo>
                    <a:pt x="902370" y="2619587"/>
                  </a:lnTo>
                  <a:lnTo>
                    <a:pt x="859244" y="2639498"/>
                  </a:lnTo>
                  <a:lnTo>
                    <a:pt x="815775" y="2658648"/>
                  </a:lnTo>
                  <a:lnTo>
                    <a:pt x="771978" y="2677034"/>
                  </a:lnTo>
                  <a:lnTo>
                    <a:pt x="727864" y="2694649"/>
                  </a:lnTo>
                  <a:lnTo>
                    <a:pt x="683449" y="2711488"/>
                  </a:lnTo>
                  <a:lnTo>
                    <a:pt x="638745" y="2727546"/>
                  </a:lnTo>
                  <a:lnTo>
                    <a:pt x="593767" y="2742817"/>
                  </a:lnTo>
                  <a:lnTo>
                    <a:pt x="548527" y="2757297"/>
                  </a:lnTo>
                  <a:lnTo>
                    <a:pt x="503041" y="2770982"/>
                  </a:lnTo>
                  <a:lnTo>
                    <a:pt x="457322" y="2783867"/>
                  </a:lnTo>
                  <a:lnTo>
                    <a:pt x="411384" y="2795948"/>
                  </a:lnTo>
                  <a:lnTo>
                    <a:pt x="365241" y="2807223"/>
                  </a:lnTo>
                  <a:lnTo>
                    <a:pt x="318907" y="2817686"/>
                  </a:lnTo>
                  <a:lnTo>
                    <a:pt x="272397" y="2827336"/>
                  </a:lnTo>
                  <a:lnTo>
                    <a:pt x="225726" y="2836168"/>
                  </a:lnTo>
                  <a:lnTo>
                    <a:pt x="178906" y="2844181"/>
                  </a:lnTo>
                  <a:lnTo>
                    <a:pt x="131953" y="2851371"/>
                  </a:lnTo>
                  <a:lnTo>
                    <a:pt x="84881" y="2857738"/>
                  </a:lnTo>
                  <a:lnTo>
                    <a:pt x="0" y="2185828"/>
                  </a:lnTo>
                  <a:lnTo>
                    <a:pt x="35303" y="2181053"/>
                  </a:lnTo>
                  <a:lnTo>
                    <a:pt x="70518" y="2175660"/>
                  </a:lnTo>
                  <a:lnTo>
                    <a:pt x="105633" y="2169651"/>
                  </a:lnTo>
                  <a:lnTo>
                    <a:pt x="140636" y="2163026"/>
                  </a:lnTo>
                  <a:lnTo>
                    <a:pt x="175519" y="2155789"/>
                  </a:lnTo>
                  <a:lnTo>
                    <a:pt x="210269" y="2147942"/>
                  </a:lnTo>
                  <a:lnTo>
                    <a:pt x="244876" y="2139486"/>
                  </a:lnTo>
                  <a:lnTo>
                    <a:pt x="279330" y="2130425"/>
                  </a:lnTo>
                  <a:lnTo>
                    <a:pt x="313619" y="2120761"/>
                  </a:lnTo>
                  <a:lnTo>
                    <a:pt x="347734" y="2110497"/>
                  </a:lnTo>
                  <a:lnTo>
                    <a:pt x="381663" y="2099637"/>
                  </a:lnTo>
                  <a:lnTo>
                    <a:pt x="415397" y="2088184"/>
                  </a:lnTo>
                  <a:lnTo>
                    <a:pt x="448925" y="2076141"/>
                  </a:lnTo>
                  <a:lnTo>
                    <a:pt x="482237" y="2063512"/>
                  </a:lnTo>
                  <a:lnTo>
                    <a:pt x="515322" y="2050300"/>
                  </a:lnTo>
                  <a:lnTo>
                    <a:pt x="548170" y="2036511"/>
                  </a:lnTo>
                  <a:lnTo>
                    <a:pt x="580772" y="2022148"/>
                  </a:lnTo>
                  <a:lnTo>
                    <a:pt x="613116" y="2007215"/>
                  </a:lnTo>
                  <a:lnTo>
                    <a:pt x="645194" y="1991718"/>
                  </a:lnTo>
                  <a:lnTo>
                    <a:pt x="676995" y="1975661"/>
                  </a:lnTo>
                  <a:lnTo>
                    <a:pt x="708510" y="1959048"/>
                  </a:lnTo>
                  <a:lnTo>
                    <a:pt x="739728" y="1941885"/>
                  </a:lnTo>
                  <a:lnTo>
                    <a:pt x="770641" y="1924178"/>
                  </a:lnTo>
                  <a:lnTo>
                    <a:pt x="801239" y="1905931"/>
                  </a:lnTo>
                  <a:lnTo>
                    <a:pt x="831512" y="1887151"/>
                  </a:lnTo>
                  <a:lnTo>
                    <a:pt x="861451" y="1867843"/>
                  </a:lnTo>
                  <a:lnTo>
                    <a:pt x="891047" y="1848013"/>
                  </a:lnTo>
                  <a:lnTo>
                    <a:pt x="920291" y="1827667"/>
                  </a:lnTo>
                  <a:lnTo>
                    <a:pt x="949173" y="1806811"/>
                  </a:lnTo>
                  <a:lnTo>
                    <a:pt x="977686" y="1785452"/>
                  </a:lnTo>
                  <a:lnTo>
                    <a:pt x="1005819" y="1763597"/>
                  </a:lnTo>
                  <a:lnTo>
                    <a:pt x="1033565" y="1741251"/>
                  </a:lnTo>
                  <a:lnTo>
                    <a:pt x="1060915" y="1718423"/>
                  </a:lnTo>
                  <a:lnTo>
                    <a:pt x="1087860" y="1695118"/>
                  </a:lnTo>
                  <a:lnTo>
                    <a:pt x="1114393" y="1671345"/>
                  </a:lnTo>
                  <a:lnTo>
                    <a:pt x="1140505" y="1647110"/>
                  </a:lnTo>
                  <a:lnTo>
                    <a:pt x="1166187" y="1622421"/>
                  </a:lnTo>
                  <a:lnTo>
                    <a:pt x="1191433" y="1597286"/>
                  </a:lnTo>
                  <a:lnTo>
                    <a:pt x="1216235" y="1571711"/>
                  </a:lnTo>
                  <a:lnTo>
                    <a:pt x="1240584" y="1545706"/>
                  </a:lnTo>
                  <a:lnTo>
                    <a:pt x="1264473" y="1519278"/>
                  </a:lnTo>
                  <a:lnTo>
                    <a:pt x="1287896" y="1492435"/>
                  </a:lnTo>
                  <a:lnTo>
                    <a:pt x="1310844" y="1465185"/>
                  </a:lnTo>
                  <a:lnTo>
                    <a:pt x="1333311" y="1437537"/>
                  </a:lnTo>
                  <a:lnTo>
                    <a:pt x="1355289" y="1409500"/>
                  </a:lnTo>
                  <a:lnTo>
                    <a:pt x="1376773" y="1381082"/>
                  </a:lnTo>
                  <a:lnTo>
                    <a:pt x="1397755" y="1352291"/>
                  </a:lnTo>
                  <a:lnTo>
                    <a:pt x="1418229" y="1323137"/>
                  </a:lnTo>
                  <a:lnTo>
                    <a:pt x="1438189" y="1293628"/>
                  </a:lnTo>
                  <a:lnTo>
                    <a:pt x="1457628" y="1263774"/>
                  </a:lnTo>
                  <a:lnTo>
                    <a:pt x="1476541" y="1233583"/>
                  </a:lnTo>
                  <a:lnTo>
                    <a:pt x="1494921" y="1203066"/>
                  </a:lnTo>
                  <a:lnTo>
                    <a:pt x="1512764" y="1172231"/>
                  </a:lnTo>
                  <a:lnTo>
                    <a:pt x="1530063" y="1141088"/>
                  </a:lnTo>
                  <a:lnTo>
                    <a:pt x="1546814" y="1109646"/>
                  </a:lnTo>
                  <a:lnTo>
                    <a:pt x="1563011" y="1077916"/>
                  </a:lnTo>
                  <a:lnTo>
                    <a:pt x="1578648" y="1045906"/>
                  </a:lnTo>
                  <a:lnTo>
                    <a:pt x="1593723" y="1013627"/>
                  </a:lnTo>
                  <a:lnTo>
                    <a:pt x="1608229" y="981089"/>
                  </a:lnTo>
                  <a:lnTo>
                    <a:pt x="1622162" y="948302"/>
                  </a:lnTo>
                  <a:lnTo>
                    <a:pt x="1635518" y="915275"/>
                  </a:lnTo>
                  <a:lnTo>
                    <a:pt x="1648293" y="882019"/>
                  </a:lnTo>
                  <a:lnTo>
                    <a:pt x="1660483" y="848544"/>
                  </a:lnTo>
                  <a:lnTo>
                    <a:pt x="1672084" y="814861"/>
                  </a:lnTo>
                  <a:lnTo>
                    <a:pt x="1683093" y="780979"/>
                  </a:lnTo>
                  <a:lnTo>
                    <a:pt x="1693506" y="746910"/>
                  </a:lnTo>
                  <a:lnTo>
                    <a:pt x="1703320" y="712663"/>
                  </a:lnTo>
                  <a:lnTo>
                    <a:pt x="1712532" y="678250"/>
                  </a:lnTo>
                  <a:lnTo>
                    <a:pt x="1721139" y="643680"/>
                  </a:lnTo>
                  <a:lnTo>
                    <a:pt x="1729139" y="608965"/>
                  </a:lnTo>
                  <a:lnTo>
                    <a:pt x="1736529" y="574114"/>
                  </a:lnTo>
                  <a:lnTo>
                    <a:pt x="1743307" y="539140"/>
                  </a:lnTo>
                  <a:lnTo>
                    <a:pt x="1749470" y="504052"/>
                  </a:lnTo>
                  <a:lnTo>
                    <a:pt x="1755018" y="468861"/>
                  </a:lnTo>
                  <a:lnTo>
                    <a:pt x="1759947" y="433579"/>
                  </a:lnTo>
                  <a:lnTo>
                    <a:pt x="1764257" y="398215"/>
                  </a:lnTo>
                  <a:lnTo>
                    <a:pt x="1767946" y="362781"/>
                  </a:lnTo>
                  <a:lnTo>
                    <a:pt x="1771014" y="327288"/>
                  </a:lnTo>
                  <a:lnTo>
                    <a:pt x="1773459" y="291747"/>
                  </a:lnTo>
                  <a:lnTo>
                    <a:pt x="1775280" y="256169"/>
                  </a:lnTo>
                  <a:lnTo>
                    <a:pt x="1776477" y="220564"/>
                  </a:lnTo>
                  <a:lnTo>
                    <a:pt x="1777049" y="184943"/>
                  </a:lnTo>
                  <a:lnTo>
                    <a:pt x="1776997" y="149318"/>
                  </a:lnTo>
                  <a:lnTo>
                    <a:pt x="1776321" y="113699"/>
                  </a:lnTo>
                  <a:lnTo>
                    <a:pt x="1775020" y="78098"/>
                  </a:lnTo>
                  <a:lnTo>
                    <a:pt x="1773095" y="42524"/>
                  </a:lnTo>
                  <a:close/>
                </a:path>
              </a:pathLst>
            </a:custGeom>
            <a:solidFill>
              <a:srgbClr val="8E2B88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2120805" y="4294077"/>
              <a:ext cx="2451176" cy="1843922"/>
            </a:xfrm>
            <a:custGeom>
              <a:avLst/>
              <a:pathLst>
                <a:path w="2451176" h="1843922">
                  <a:moveTo>
                    <a:pt x="2451176" y="1843922"/>
                  </a:moveTo>
                  <a:lnTo>
                    <a:pt x="2403306" y="1843499"/>
                  </a:lnTo>
                  <a:lnTo>
                    <a:pt x="2355452" y="1842231"/>
                  </a:lnTo>
                  <a:lnTo>
                    <a:pt x="2307627" y="1840116"/>
                  </a:lnTo>
                  <a:lnTo>
                    <a:pt x="2259847" y="1837157"/>
                  </a:lnTo>
                  <a:lnTo>
                    <a:pt x="2212127" y="1833355"/>
                  </a:lnTo>
                  <a:lnTo>
                    <a:pt x="2164482" y="1828709"/>
                  </a:lnTo>
                  <a:lnTo>
                    <a:pt x="2116926" y="1823223"/>
                  </a:lnTo>
                  <a:lnTo>
                    <a:pt x="2069475" y="1816897"/>
                  </a:lnTo>
                  <a:lnTo>
                    <a:pt x="2022142" y="1809733"/>
                  </a:lnTo>
                  <a:lnTo>
                    <a:pt x="1974944" y="1801734"/>
                  </a:lnTo>
                  <a:lnTo>
                    <a:pt x="1927894" y="1792902"/>
                  </a:lnTo>
                  <a:lnTo>
                    <a:pt x="1881008" y="1783241"/>
                  </a:lnTo>
                  <a:lnTo>
                    <a:pt x="1834300" y="1772752"/>
                  </a:lnTo>
                  <a:lnTo>
                    <a:pt x="1787784" y="1761440"/>
                  </a:lnTo>
                  <a:lnTo>
                    <a:pt x="1741476" y="1749307"/>
                  </a:lnTo>
                  <a:lnTo>
                    <a:pt x="1695389" y="1736358"/>
                  </a:lnTo>
                  <a:lnTo>
                    <a:pt x="1649538" y="1722597"/>
                  </a:lnTo>
                  <a:lnTo>
                    <a:pt x="1603938" y="1708027"/>
                  </a:lnTo>
                  <a:lnTo>
                    <a:pt x="1558602" y="1692654"/>
                  </a:lnTo>
                  <a:lnTo>
                    <a:pt x="1513545" y="1676483"/>
                  </a:lnTo>
                  <a:lnTo>
                    <a:pt x="1468781" y="1659517"/>
                  </a:lnTo>
                  <a:lnTo>
                    <a:pt x="1424323" y="1641764"/>
                  </a:lnTo>
                  <a:lnTo>
                    <a:pt x="1380186" y="1623227"/>
                  </a:lnTo>
                  <a:lnTo>
                    <a:pt x="1336384" y="1603914"/>
                  </a:lnTo>
                  <a:lnTo>
                    <a:pt x="1292929" y="1583829"/>
                  </a:lnTo>
                  <a:lnTo>
                    <a:pt x="1249837" y="1562980"/>
                  </a:lnTo>
                  <a:lnTo>
                    <a:pt x="1207119" y="1541373"/>
                  </a:lnTo>
                  <a:lnTo>
                    <a:pt x="1164790" y="1519014"/>
                  </a:lnTo>
                  <a:lnTo>
                    <a:pt x="1122863" y="1495911"/>
                  </a:lnTo>
                  <a:lnTo>
                    <a:pt x="1081350" y="1472070"/>
                  </a:lnTo>
                  <a:lnTo>
                    <a:pt x="1040265" y="1447499"/>
                  </a:lnTo>
                  <a:lnTo>
                    <a:pt x="999621" y="1422207"/>
                  </a:lnTo>
                  <a:lnTo>
                    <a:pt x="959430" y="1396200"/>
                  </a:lnTo>
                  <a:lnTo>
                    <a:pt x="919705" y="1369487"/>
                  </a:lnTo>
                  <a:lnTo>
                    <a:pt x="880458" y="1342076"/>
                  </a:lnTo>
                  <a:lnTo>
                    <a:pt x="841702" y="1313976"/>
                  </a:lnTo>
                  <a:lnTo>
                    <a:pt x="803448" y="1285196"/>
                  </a:lnTo>
                  <a:lnTo>
                    <a:pt x="765709" y="1255744"/>
                  </a:lnTo>
                  <a:lnTo>
                    <a:pt x="728496" y="1225629"/>
                  </a:lnTo>
                  <a:lnTo>
                    <a:pt x="691821" y="1194862"/>
                  </a:lnTo>
                  <a:lnTo>
                    <a:pt x="655696" y="1163452"/>
                  </a:lnTo>
                  <a:lnTo>
                    <a:pt x="620131" y="1131408"/>
                  </a:lnTo>
                  <a:lnTo>
                    <a:pt x="585138" y="1098741"/>
                  </a:lnTo>
                  <a:lnTo>
                    <a:pt x="550727" y="1065460"/>
                  </a:lnTo>
                  <a:lnTo>
                    <a:pt x="516910" y="1031577"/>
                  </a:lnTo>
                  <a:lnTo>
                    <a:pt x="483698" y="997101"/>
                  </a:lnTo>
                  <a:lnTo>
                    <a:pt x="451099" y="962044"/>
                  </a:lnTo>
                  <a:lnTo>
                    <a:pt x="419125" y="926416"/>
                  </a:lnTo>
                  <a:lnTo>
                    <a:pt x="387786" y="890229"/>
                  </a:lnTo>
                  <a:lnTo>
                    <a:pt x="357091" y="853494"/>
                  </a:lnTo>
                  <a:lnTo>
                    <a:pt x="327050" y="816222"/>
                  </a:lnTo>
                  <a:lnTo>
                    <a:pt x="297672" y="778425"/>
                  </a:lnTo>
                  <a:lnTo>
                    <a:pt x="268966" y="740115"/>
                  </a:lnTo>
                  <a:lnTo>
                    <a:pt x="240943" y="701303"/>
                  </a:lnTo>
                  <a:lnTo>
                    <a:pt x="213609" y="662003"/>
                  </a:lnTo>
                  <a:lnTo>
                    <a:pt x="186974" y="622225"/>
                  </a:lnTo>
                  <a:lnTo>
                    <a:pt x="161046" y="581983"/>
                  </a:lnTo>
                  <a:lnTo>
                    <a:pt x="135833" y="541290"/>
                  </a:lnTo>
                  <a:lnTo>
                    <a:pt x="111343" y="500157"/>
                  </a:lnTo>
                  <a:lnTo>
                    <a:pt x="87584" y="458597"/>
                  </a:lnTo>
                  <a:lnTo>
                    <a:pt x="64563" y="416625"/>
                  </a:lnTo>
                  <a:lnTo>
                    <a:pt x="42288" y="374252"/>
                  </a:lnTo>
                  <a:lnTo>
                    <a:pt x="20764" y="331492"/>
                  </a:lnTo>
                  <a:lnTo>
                    <a:pt x="0" y="288359"/>
                  </a:lnTo>
                  <a:lnTo>
                    <a:pt x="612794" y="0"/>
                  </a:lnTo>
                  <a:lnTo>
                    <a:pt x="628367" y="32350"/>
                  </a:lnTo>
                  <a:lnTo>
                    <a:pt x="644510" y="64420"/>
                  </a:lnTo>
                  <a:lnTo>
                    <a:pt x="661216" y="96199"/>
                  </a:lnTo>
                  <a:lnTo>
                    <a:pt x="678482" y="127679"/>
                  </a:lnTo>
                  <a:lnTo>
                    <a:pt x="696302" y="158848"/>
                  </a:lnTo>
                  <a:lnTo>
                    <a:pt x="714669" y="189698"/>
                  </a:lnTo>
                  <a:lnTo>
                    <a:pt x="733578" y="220218"/>
                  </a:lnTo>
                  <a:lnTo>
                    <a:pt x="753024" y="250400"/>
                  </a:lnTo>
                  <a:lnTo>
                    <a:pt x="773001" y="280233"/>
                  </a:lnTo>
                  <a:lnTo>
                    <a:pt x="793501" y="309708"/>
                  </a:lnTo>
                  <a:lnTo>
                    <a:pt x="814519" y="338817"/>
                  </a:lnTo>
                  <a:lnTo>
                    <a:pt x="836048" y="367549"/>
                  </a:lnTo>
                  <a:lnTo>
                    <a:pt x="858081" y="395897"/>
                  </a:lnTo>
                  <a:lnTo>
                    <a:pt x="880612" y="423851"/>
                  </a:lnTo>
                  <a:lnTo>
                    <a:pt x="903633" y="451402"/>
                  </a:lnTo>
                  <a:lnTo>
                    <a:pt x="927138" y="478543"/>
                  </a:lnTo>
                  <a:lnTo>
                    <a:pt x="951118" y="505264"/>
                  </a:lnTo>
                  <a:lnTo>
                    <a:pt x="975567" y="531556"/>
                  </a:lnTo>
                  <a:lnTo>
                    <a:pt x="1000477" y="557413"/>
                  </a:lnTo>
                  <a:lnTo>
                    <a:pt x="1025840" y="582826"/>
                  </a:lnTo>
                  <a:lnTo>
                    <a:pt x="1051647" y="607786"/>
                  </a:lnTo>
                  <a:lnTo>
                    <a:pt x="1077892" y="632287"/>
                  </a:lnTo>
                  <a:lnTo>
                    <a:pt x="1104566" y="656319"/>
                  </a:lnTo>
                  <a:lnTo>
                    <a:pt x="1131660" y="679877"/>
                  </a:lnTo>
                  <a:lnTo>
                    <a:pt x="1159166" y="702953"/>
                  </a:lnTo>
                  <a:lnTo>
                    <a:pt x="1187076" y="725538"/>
                  </a:lnTo>
                  <a:lnTo>
                    <a:pt x="1215380" y="747627"/>
                  </a:lnTo>
                  <a:lnTo>
                    <a:pt x="1244071" y="769213"/>
                  </a:lnTo>
                  <a:lnTo>
                    <a:pt x="1273138" y="790288"/>
                  </a:lnTo>
                  <a:lnTo>
                    <a:pt x="1302573" y="810846"/>
                  </a:lnTo>
                  <a:lnTo>
                    <a:pt x="1332367" y="830881"/>
                  </a:lnTo>
                  <a:lnTo>
                    <a:pt x="1362510" y="850386"/>
                  </a:lnTo>
                  <a:lnTo>
                    <a:pt x="1392993" y="869355"/>
                  </a:lnTo>
                  <a:lnTo>
                    <a:pt x="1423807" y="887783"/>
                  </a:lnTo>
                  <a:lnTo>
                    <a:pt x="1454941" y="905663"/>
                  </a:lnTo>
                  <a:lnTo>
                    <a:pt x="1486387" y="922991"/>
                  </a:lnTo>
                  <a:lnTo>
                    <a:pt x="1518133" y="939760"/>
                  </a:lnTo>
                  <a:lnTo>
                    <a:pt x="1550171" y="955966"/>
                  </a:lnTo>
                  <a:lnTo>
                    <a:pt x="1582491" y="971603"/>
                  </a:lnTo>
                  <a:lnTo>
                    <a:pt x="1615082" y="986666"/>
                  </a:lnTo>
                  <a:lnTo>
                    <a:pt x="1647934" y="1001151"/>
                  </a:lnTo>
                  <a:lnTo>
                    <a:pt x="1681036" y="1015053"/>
                  </a:lnTo>
                  <a:lnTo>
                    <a:pt x="1714379" y="1028369"/>
                  </a:lnTo>
                  <a:lnTo>
                    <a:pt x="1747953" y="1041093"/>
                  </a:lnTo>
                  <a:lnTo>
                    <a:pt x="1781746" y="1053221"/>
                  </a:lnTo>
                  <a:lnTo>
                    <a:pt x="1815747" y="1064751"/>
                  </a:lnTo>
                  <a:lnTo>
                    <a:pt x="1849948" y="1075678"/>
                  </a:lnTo>
                  <a:lnTo>
                    <a:pt x="1884336" y="1085999"/>
                  </a:lnTo>
                  <a:lnTo>
                    <a:pt x="1918901" y="1095711"/>
                  </a:lnTo>
                  <a:lnTo>
                    <a:pt x="1953632" y="1104810"/>
                  </a:lnTo>
                  <a:lnTo>
                    <a:pt x="1988519" y="1113295"/>
                  </a:lnTo>
                  <a:lnTo>
                    <a:pt x="2023550" y="1121161"/>
                  </a:lnTo>
                  <a:lnTo>
                    <a:pt x="2058715" y="1128407"/>
                  </a:lnTo>
                  <a:lnTo>
                    <a:pt x="2094002" y="1135031"/>
                  </a:lnTo>
                  <a:lnTo>
                    <a:pt x="2129401" y="1141030"/>
                  </a:lnTo>
                  <a:lnTo>
                    <a:pt x="2164900" y="1146403"/>
                  </a:lnTo>
                  <a:lnTo>
                    <a:pt x="2200489" y="1151148"/>
                  </a:lnTo>
                  <a:lnTo>
                    <a:pt x="2236155" y="1155263"/>
                  </a:lnTo>
                  <a:lnTo>
                    <a:pt x="2271890" y="1158747"/>
                  </a:lnTo>
                  <a:lnTo>
                    <a:pt x="2307680" y="1161599"/>
                  </a:lnTo>
                  <a:lnTo>
                    <a:pt x="2343514" y="1163818"/>
                  </a:lnTo>
                  <a:lnTo>
                    <a:pt x="2379383" y="1165404"/>
                  </a:lnTo>
                  <a:lnTo>
                    <a:pt x="2415274" y="1166355"/>
                  </a:lnTo>
                  <a:lnTo>
                    <a:pt x="2451176" y="1166672"/>
                  </a:lnTo>
                  <a:close/>
                </a:path>
              </a:pathLst>
            </a:custGeom>
            <a:solidFill>
              <a:srgbClr val="8E2B88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863090" y="2921384"/>
              <a:ext cx="713128" cy="677715"/>
            </a:xfrm>
            <a:custGeom>
              <a:avLst/>
              <a:pathLst>
                <a:path w="713128" h="677715">
                  <a:moveTo>
                    <a:pt x="5236" y="677715"/>
                  </a:moveTo>
                  <a:lnTo>
                    <a:pt x="2618" y="629154"/>
                  </a:lnTo>
                  <a:lnTo>
                    <a:pt x="872" y="580554"/>
                  </a:lnTo>
                  <a:lnTo>
                    <a:pt x="0" y="531931"/>
                  </a:lnTo>
                  <a:lnTo>
                    <a:pt x="0" y="483300"/>
                  </a:lnTo>
                  <a:lnTo>
                    <a:pt x="872" y="434677"/>
                  </a:lnTo>
                  <a:lnTo>
                    <a:pt x="2618" y="386077"/>
                  </a:lnTo>
                  <a:lnTo>
                    <a:pt x="5236" y="337516"/>
                  </a:lnTo>
                  <a:lnTo>
                    <a:pt x="8725" y="289010"/>
                  </a:lnTo>
                  <a:lnTo>
                    <a:pt x="13084" y="240575"/>
                  </a:lnTo>
                  <a:lnTo>
                    <a:pt x="18312" y="192225"/>
                  </a:lnTo>
                  <a:lnTo>
                    <a:pt x="24407" y="143978"/>
                  </a:lnTo>
                  <a:lnTo>
                    <a:pt x="31368" y="95847"/>
                  </a:lnTo>
                  <a:lnTo>
                    <a:pt x="39191" y="47849"/>
                  </a:lnTo>
                  <a:lnTo>
                    <a:pt x="47874" y="0"/>
                  </a:lnTo>
                  <a:lnTo>
                    <a:pt x="713128" y="126903"/>
                  </a:lnTo>
                  <a:lnTo>
                    <a:pt x="706616" y="162791"/>
                  </a:lnTo>
                  <a:lnTo>
                    <a:pt x="700748" y="198789"/>
                  </a:lnTo>
                  <a:lnTo>
                    <a:pt x="695528" y="234887"/>
                  </a:lnTo>
                  <a:lnTo>
                    <a:pt x="690957" y="271073"/>
                  </a:lnTo>
                  <a:lnTo>
                    <a:pt x="687036" y="307335"/>
                  </a:lnTo>
                  <a:lnTo>
                    <a:pt x="683766" y="343661"/>
                  </a:lnTo>
                  <a:lnTo>
                    <a:pt x="681150" y="380041"/>
                  </a:lnTo>
                  <a:lnTo>
                    <a:pt x="679186" y="416461"/>
                  </a:lnTo>
                  <a:lnTo>
                    <a:pt x="677877" y="452911"/>
                  </a:lnTo>
                  <a:lnTo>
                    <a:pt x="677222" y="489379"/>
                  </a:lnTo>
                  <a:lnTo>
                    <a:pt x="677222" y="525852"/>
                  </a:lnTo>
                  <a:lnTo>
                    <a:pt x="677877" y="562320"/>
                  </a:lnTo>
                  <a:lnTo>
                    <a:pt x="679186" y="598770"/>
                  </a:lnTo>
                  <a:lnTo>
                    <a:pt x="681150" y="635190"/>
                  </a:lnTo>
                  <a:close/>
                </a:path>
              </a:pathLst>
            </a:custGeom>
            <a:solidFill>
              <a:srgbClr val="8E2B88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910965" y="2275563"/>
              <a:ext cx="822633" cy="772724"/>
            </a:xfrm>
            <a:custGeom>
              <a:avLst/>
              <a:pathLst>
                <a:path w="822633" h="772724">
                  <a:moveTo>
                    <a:pt x="0" y="645820"/>
                  </a:moveTo>
                  <a:lnTo>
                    <a:pt x="9540" y="598134"/>
                  </a:lnTo>
                  <a:lnTo>
                    <a:pt x="19936" y="550626"/>
                  </a:lnTo>
                  <a:lnTo>
                    <a:pt x="31183" y="503314"/>
                  </a:lnTo>
                  <a:lnTo>
                    <a:pt x="43277" y="456210"/>
                  </a:lnTo>
                  <a:lnTo>
                    <a:pt x="56214" y="409331"/>
                  </a:lnTo>
                  <a:lnTo>
                    <a:pt x="69991" y="362693"/>
                  </a:lnTo>
                  <a:lnTo>
                    <a:pt x="84604" y="316309"/>
                  </a:lnTo>
                  <a:lnTo>
                    <a:pt x="100046" y="270194"/>
                  </a:lnTo>
                  <a:lnTo>
                    <a:pt x="116314" y="224365"/>
                  </a:lnTo>
                  <a:lnTo>
                    <a:pt x="133401" y="178834"/>
                  </a:lnTo>
                  <a:lnTo>
                    <a:pt x="151304" y="133618"/>
                  </a:lnTo>
                  <a:lnTo>
                    <a:pt x="170015" y="88731"/>
                  </a:lnTo>
                  <a:lnTo>
                    <a:pt x="189529" y="44186"/>
                  </a:lnTo>
                  <a:lnTo>
                    <a:pt x="209839" y="0"/>
                  </a:lnTo>
                  <a:lnTo>
                    <a:pt x="822633" y="288359"/>
                  </a:lnTo>
                  <a:lnTo>
                    <a:pt x="807401" y="321499"/>
                  </a:lnTo>
                  <a:lnTo>
                    <a:pt x="792765" y="354907"/>
                  </a:lnTo>
                  <a:lnTo>
                    <a:pt x="778732" y="388573"/>
                  </a:lnTo>
                  <a:lnTo>
                    <a:pt x="765305" y="422485"/>
                  </a:lnTo>
                  <a:lnTo>
                    <a:pt x="752489" y="456632"/>
                  </a:lnTo>
                  <a:lnTo>
                    <a:pt x="740288" y="491005"/>
                  </a:lnTo>
                  <a:lnTo>
                    <a:pt x="728707" y="525590"/>
                  </a:lnTo>
                  <a:lnTo>
                    <a:pt x="717747" y="560378"/>
                  </a:lnTo>
                  <a:lnTo>
                    <a:pt x="707415" y="595358"/>
                  </a:lnTo>
                  <a:lnTo>
                    <a:pt x="697711" y="630517"/>
                  </a:lnTo>
                  <a:lnTo>
                    <a:pt x="688641" y="665844"/>
                  </a:lnTo>
                  <a:lnTo>
                    <a:pt x="680206" y="701329"/>
                  </a:lnTo>
                  <a:lnTo>
                    <a:pt x="672409" y="736959"/>
                  </a:lnTo>
                  <a:lnTo>
                    <a:pt x="665254" y="772724"/>
                  </a:lnTo>
                  <a:close/>
                </a:path>
              </a:pathLst>
            </a:custGeom>
            <a:solidFill>
              <a:srgbClr val="8E2B88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2120805" y="741361"/>
              <a:ext cx="2196530" cy="1822561"/>
            </a:xfrm>
            <a:custGeom>
              <a:avLst/>
              <a:pathLst>
                <a:path w="2196530" h="1822561">
                  <a:moveTo>
                    <a:pt x="0" y="1534202"/>
                  </a:moveTo>
                  <a:lnTo>
                    <a:pt x="20723" y="1491152"/>
                  </a:lnTo>
                  <a:lnTo>
                    <a:pt x="42202" y="1448475"/>
                  </a:lnTo>
                  <a:lnTo>
                    <a:pt x="64431" y="1406183"/>
                  </a:lnTo>
                  <a:lnTo>
                    <a:pt x="87402" y="1364289"/>
                  </a:lnTo>
                  <a:lnTo>
                    <a:pt x="111108" y="1322807"/>
                  </a:lnTo>
                  <a:lnTo>
                    <a:pt x="135543" y="1281750"/>
                  </a:lnTo>
                  <a:lnTo>
                    <a:pt x="160697" y="1241130"/>
                  </a:lnTo>
                  <a:lnTo>
                    <a:pt x="186564" y="1200959"/>
                  </a:lnTo>
                  <a:lnTo>
                    <a:pt x="213135" y="1161252"/>
                  </a:lnTo>
                  <a:lnTo>
                    <a:pt x="240403" y="1122019"/>
                  </a:lnTo>
                  <a:lnTo>
                    <a:pt x="268358" y="1083273"/>
                  </a:lnTo>
                  <a:lnTo>
                    <a:pt x="296993" y="1045026"/>
                  </a:lnTo>
                  <a:lnTo>
                    <a:pt x="326297" y="1007290"/>
                  </a:lnTo>
                  <a:lnTo>
                    <a:pt x="356262" y="970077"/>
                  </a:lnTo>
                  <a:lnTo>
                    <a:pt x="386879" y="933398"/>
                  </a:lnTo>
                  <a:lnTo>
                    <a:pt x="418138" y="897265"/>
                  </a:lnTo>
                  <a:lnTo>
                    <a:pt x="450029" y="861688"/>
                  </a:lnTo>
                  <a:lnTo>
                    <a:pt x="482543" y="826680"/>
                  </a:lnTo>
                  <a:lnTo>
                    <a:pt x="515669" y="792250"/>
                  </a:lnTo>
                  <a:lnTo>
                    <a:pt x="549398" y="758410"/>
                  </a:lnTo>
                  <a:lnTo>
                    <a:pt x="583718" y="725170"/>
                  </a:lnTo>
                  <a:lnTo>
                    <a:pt x="618618" y="692541"/>
                  </a:lnTo>
                  <a:lnTo>
                    <a:pt x="654089" y="660532"/>
                  </a:lnTo>
                  <a:lnTo>
                    <a:pt x="690119" y="629154"/>
                  </a:lnTo>
                  <a:lnTo>
                    <a:pt x="726696" y="598416"/>
                  </a:lnTo>
                  <a:lnTo>
                    <a:pt x="763810" y="568328"/>
                  </a:lnTo>
                  <a:lnTo>
                    <a:pt x="801449" y="538899"/>
                  </a:lnTo>
                  <a:lnTo>
                    <a:pt x="839601" y="510138"/>
                  </a:lnTo>
                  <a:lnTo>
                    <a:pt x="878254" y="482055"/>
                  </a:lnTo>
                  <a:lnTo>
                    <a:pt x="917397" y="454658"/>
                  </a:lnTo>
                  <a:lnTo>
                    <a:pt x="957016" y="427955"/>
                  </a:lnTo>
                  <a:lnTo>
                    <a:pt x="997101" y="401955"/>
                  </a:lnTo>
                  <a:lnTo>
                    <a:pt x="1037637" y="376667"/>
                  </a:lnTo>
                  <a:lnTo>
                    <a:pt x="1078614" y="352097"/>
                  </a:lnTo>
                  <a:lnTo>
                    <a:pt x="1120017" y="328253"/>
                  </a:lnTo>
                  <a:lnTo>
                    <a:pt x="1161834" y="305144"/>
                  </a:lnTo>
                  <a:lnTo>
                    <a:pt x="1204053" y="282775"/>
                  </a:lnTo>
                  <a:lnTo>
                    <a:pt x="1246659" y="261155"/>
                  </a:lnTo>
                  <a:lnTo>
                    <a:pt x="1289640" y="240289"/>
                  </a:lnTo>
                  <a:lnTo>
                    <a:pt x="1332983" y="220185"/>
                  </a:lnTo>
                  <a:lnTo>
                    <a:pt x="1376673" y="200848"/>
                  </a:lnTo>
                  <a:lnTo>
                    <a:pt x="1420697" y="182285"/>
                  </a:lnTo>
                  <a:lnTo>
                    <a:pt x="1465042" y="164501"/>
                  </a:lnTo>
                  <a:lnTo>
                    <a:pt x="1509694" y="147502"/>
                  </a:lnTo>
                  <a:lnTo>
                    <a:pt x="1554638" y="131293"/>
                  </a:lnTo>
                  <a:lnTo>
                    <a:pt x="1599862" y="115879"/>
                  </a:lnTo>
                  <a:lnTo>
                    <a:pt x="1645350" y="101265"/>
                  </a:lnTo>
                  <a:lnTo>
                    <a:pt x="1691089" y="87456"/>
                  </a:lnTo>
                  <a:lnTo>
                    <a:pt x="1737064" y="74455"/>
                  </a:lnTo>
                  <a:lnTo>
                    <a:pt x="1783261" y="62268"/>
                  </a:lnTo>
                  <a:lnTo>
                    <a:pt x="1829667" y="50896"/>
                  </a:lnTo>
                  <a:lnTo>
                    <a:pt x="1876265" y="40346"/>
                  </a:lnTo>
                  <a:lnTo>
                    <a:pt x="1923042" y="30618"/>
                  </a:lnTo>
                  <a:lnTo>
                    <a:pt x="1969984" y="21717"/>
                  </a:lnTo>
                  <a:lnTo>
                    <a:pt x="2017075" y="13645"/>
                  </a:lnTo>
                  <a:lnTo>
                    <a:pt x="2064302" y="6405"/>
                  </a:lnTo>
                  <a:lnTo>
                    <a:pt x="2111648" y="0"/>
                  </a:lnTo>
                  <a:lnTo>
                    <a:pt x="2196530" y="671909"/>
                  </a:lnTo>
                  <a:lnTo>
                    <a:pt x="2161020" y="676714"/>
                  </a:lnTo>
                  <a:lnTo>
                    <a:pt x="2125600" y="682144"/>
                  </a:lnTo>
                  <a:lnTo>
                    <a:pt x="2090282" y="688197"/>
                  </a:lnTo>
                  <a:lnTo>
                    <a:pt x="2055076" y="694873"/>
                  </a:lnTo>
                  <a:lnTo>
                    <a:pt x="2019993" y="702169"/>
                  </a:lnTo>
                  <a:lnTo>
                    <a:pt x="1985044" y="710082"/>
                  </a:lnTo>
                  <a:lnTo>
                    <a:pt x="1950240" y="718610"/>
                  </a:lnTo>
                  <a:lnTo>
                    <a:pt x="1915592" y="727751"/>
                  </a:lnTo>
                  <a:lnTo>
                    <a:pt x="1881111" y="737501"/>
                  </a:lnTo>
                  <a:lnTo>
                    <a:pt x="1846806" y="747858"/>
                  </a:lnTo>
                  <a:lnTo>
                    <a:pt x="1812690" y="758819"/>
                  </a:lnTo>
                  <a:lnTo>
                    <a:pt x="1778773" y="770379"/>
                  </a:lnTo>
                  <a:lnTo>
                    <a:pt x="1745064" y="782536"/>
                  </a:lnTo>
                  <a:lnTo>
                    <a:pt x="1711576" y="795285"/>
                  </a:lnTo>
                  <a:lnTo>
                    <a:pt x="1678317" y="808623"/>
                  </a:lnTo>
                  <a:lnTo>
                    <a:pt x="1645299" y="822546"/>
                  </a:lnTo>
                  <a:lnTo>
                    <a:pt x="1612531" y="837048"/>
                  </a:lnTo>
                  <a:lnTo>
                    <a:pt x="1580024" y="852127"/>
                  </a:lnTo>
                  <a:lnTo>
                    <a:pt x="1547788" y="867776"/>
                  </a:lnTo>
                  <a:lnTo>
                    <a:pt x="1515834" y="883991"/>
                  </a:lnTo>
                  <a:lnTo>
                    <a:pt x="1484170" y="900767"/>
                  </a:lnTo>
                  <a:lnTo>
                    <a:pt x="1452807" y="918100"/>
                  </a:lnTo>
                  <a:lnTo>
                    <a:pt x="1421754" y="935982"/>
                  </a:lnTo>
                  <a:lnTo>
                    <a:pt x="1391022" y="954410"/>
                  </a:lnTo>
                  <a:lnTo>
                    <a:pt x="1360620" y="973376"/>
                  </a:lnTo>
                  <a:lnTo>
                    <a:pt x="1330556" y="992876"/>
                  </a:lnTo>
                  <a:lnTo>
                    <a:pt x="1300842" y="1012903"/>
                  </a:lnTo>
                  <a:lnTo>
                    <a:pt x="1271485" y="1033451"/>
                  </a:lnTo>
                  <a:lnTo>
                    <a:pt x="1242495" y="1054513"/>
                  </a:lnTo>
                  <a:lnTo>
                    <a:pt x="1213881" y="1076083"/>
                  </a:lnTo>
                  <a:lnTo>
                    <a:pt x="1185652" y="1098155"/>
                  </a:lnTo>
                  <a:lnTo>
                    <a:pt x="1157816" y="1120721"/>
                  </a:lnTo>
                  <a:lnTo>
                    <a:pt x="1130383" y="1143775"/>
                  </a:lnTo>
                  <a:lnTo>
                    <a:pt x="1103361" y="1167309"/>
                  </a:lnTo>
                  <a:lnTo>
                    <a:pt x="1076758" y="1191315"/>
                  </a:lnTo>
                  <a:lnTo>
                    <a:pt x="1050582" y="1215787"/>
                  </a:lnTo>
                  <a:lnTo>
                    <a:pt x="1024842" y="1240717"/>
                  </a:lnTo>
                  <a:lnTo>
                    <a:pt x="999546" y="1266097"/>
                  </a:lnTo>
                  <a:lnTo>
                    <a:pt x="974701" y="1291919"/>
                  </a:lnTo>
                  <a:lnTo>
                    <a:pt x="950316" y="1318176"/>
                  </a:lnTo>
                  <a:lnTo>
                    <a:pt x="926398" y="1344858"/>
                  </a:lnTo>
                  <a:lnTo>
                    <a:pt x="902953" y="1371958"/>
                  </a:lnTo>
                  <a:lnTo>
                    <a:pt x="879991" y="1399467"/>
                  </a:lnTo>
                  <a:lnTo>
                    <a:pt x="857517" y="1427377"/>
                  </a:lnTo>
                  <a:lnTo>
                    <a:pt x="835538" y="1455679"/>
                  </a:lnTo>
                  <a:lnTo>
                    <a:pt x="814063" y="1484364"/>
                  </a:lnTo>
                  <a:lnTo>
                    <a:pt x="793096" y="1513424"/>
                  </a:lnTo>
                  <a:lnTo>
                    <a:pt x="772646" y="1542848"/>
                  </a:lnTo>
                  <a:lnTo>
                    <a:pt x="752717" y="1572629"/>
                  </a:lnTo>
                  <a:lnTo>
                    <a:pt x="733317" y="1602757"/>
                  </a:lnTo>
                  <a:lnTo>
                    <a:pt x="714451" y="1633222"/>
                  </a:lnTo>
                  <a:lnTo>
                    <a:pt x="696125" y="1664015"/>
                  </a:lnTo>
                  <a:lnTo>
                    <a:pt x="678345" y="1695126"/>
                  </a:lnTo>
                  <a:lnTo>
                    <a:pt x="661117" y="1726546"/>
                  </a:lnTo>
                  <a:lnTo>
                    <a:pt x="644446" y="1758266"/>
                  </a:lnTo>
                  <a:lnTo>
                    <a:pt x="628336" y="1790274"/>
                  </a:lnTo>
                  <a:lnTo>
                    <a:pt x="612794" y="1822561"/>
                  </a:lnTo>
                  <a:close/>
                </a:path>
              </a:pathLst>
            </a:custGeom>
            <a:solidFill>
              <a:srgbClr val="8E2B88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6137471" y="1702218"/>
              <a:ext cx="1138164" cy="1599206"/>
            </a:xfrm>
            <a:custGeom>
              <a:avLst/>
              <a:pathLst>
                <a:path w="1138164" h="1599206">
                  <a:moveTo>
                    <a:pt x="521830" y="0"/>
                  </a:moveTo>
                  <a:lnTo>
                    <a:pt x="552491" y="37747"/>
                  </a:lnTo>
                  <a:lnTo>
                    <a:pt x="582469" y="76039"/>
                  </a:lnTo>
                  <a:lnTo>
                    <a:pt x="611756" y="114863"/>
                  </a:lnTo>
                  <a:lnTo>
                    <a:pt x="640340" y="154207"/>
                  </a:lnTo>
                  <a:lnTo>
                    <a:pt x="668214" y="194057"/>
                  </a:lnTo>
                  <a:lnTo>
                    <a:pt x="695368" y="234401"/>
                  </a:lnTo>
                  <a:lnTo>
                    <a:pt x="721794" y="275226"/>
                  </a:lnTo>
                  <a:lnTo>
                    <a:pt x="747482" y="316519"/>
                  </a:lnTo>
                  <a:lnTo>
                    <a:pt x="772425" y="358267"/>
                  </a:lnTo>
                  <a:lnTo>
                    <a:pt x="796614" y="400455"/>
                  </a:lnTo>
                  <a:lnTo>
                    <a:pt x="820043" y="443071"/>
                  </a:lnTo>
                  <a:lnTo>
                    <a:pt x="842702" y="486100"/>
                  </a:lnTo>
                  <a:lnTo>
                    <a:pt x="864585" y="529530"/>
                  </a:lnTo>
                  <a:lnTo>
                    <a:pt x="885686" y="573345"/>
                  </a:lnTo>
                  <a:lnTo>
                    <a:pt x="905996" y="617532"/>
                  </a:lnTo>
                  <a:lnTo>
                    <a:pt x="925510" y="662076"/>
                  </a:lnTo>
                  <a:lnTo>
                    <a:pt x="944221" y="706964"/>
                  </a:lnTo>
                  <a:lnTo>
                    <a:pt x="962123" y="752180"/>
                  </a:lnTo>
                  <a:lnTo>
                    <a:pt x="979211" y="797710"/>
                  </a:lnTo>
                  <a:lnTo>
                    <a:pt x="995479" y="843540"/>
                  </a:lnTo>
                  <a:lnTo>
                    <a:pt x="1010921" y="889654"/>
                  </a:lnTo>
                  <a:lnTo>
                    <a:pt x="1025533" y="936038"/>
                  </a:lnTo>
                  <a:lnTo>
                    <a:pt x="1039311" y="982677"/>
                  </a:lnTo>
                  <a:lnTo>
                    <a:pt x="1052248" y="1029556"/>
                  </a:lnTo>
                  <a:lnTo>
                    <a:pt x="1064342" y="1076659"/>
                  </a:lnTo>
                  <a:lnTo>
                    <a:pt x="1075589" y="1123972"/>
                  </a:lnTo>
                  <a:lnTo>
                    <a:pt x="1085984" y="1171479"/>
                  </a:lnTo>
                  <a:lnTo>
                    <a:pt x="1095525" y="1219165"/>
                  </a:lnTo>
                  <a:lnTo>
                    <a:pt x="1104209" y="1267015"/>
                  </a:lnTo>
                  <a:lnTo>
                    <a:pt x="1112032" y="1315013"/>
                  </a:lnTo>
                  <a:lnTo>
                    <a:pt x="1118992" y="1363143"/>
                  </a:lnTo>
                  <a:lnTo>
                    <a:pt x="1125087" y="1411391"/>
                  </a:lnTo>
                  <a:lnTo>
                    <a:pt x="1130315" y="1459740"/>
                  </a:lnTo>
                  <a:lnTo>
                    <a:pt x="1134675" y="1508176"/>
                  </a:lnTo>
                  <a:lnTo>
                    <a:pt x="1138164" y="1556682"/>
                  </a:lnTo>
                  <a:lnTo>
                    <a:pt x="462250" y="1599206"/>
                  </a:lnTo>
                  <a:lnTo>
                    <a:pt x="459633" y="1562827"/>
                  </a:lnTo>
                  <a:lnTo>
                    <a:pt x="456364" y="1526500"/>
                  </a:lnTo>
                  <a:lnTo>
                    <a:pt x="452443" y="1490238"/>
                  </a:lnTo>
                  <a:lnTo>
                    <a:pt x="447871" y="1454053"/>
                  </a:lnTo>
                  <a:lnTo>
                    <a:pt x="442651" y="1417955"/>
                  </a:lnTo>
                  <a:lnTo>
                    <a:pt x="436784" y="1381956"/>
                  </a:lnTo>
                  <a:lnTo>
                    <a:pt x="430271" y="1346069"/>
                  </a:lnTo>
                  <a:lnTo>
                    <a:pt x="423116" y="1310305"/>
                  </a:lnTo>
                  <a:lnTo>
                    <a:pt x="415319" y="1274674"/>
                  </a:lnTo>
                  <a:lnTo>
                    <a:pt x="406884" y="1239190"/>
                  </a:lnTo>
                  <a:lnTo>
                    <a:pt x="397813" y="1203862"/>
                  </a:lnTo>
                  <a:lnTo>
                    <a:pt x="388110" y="1168703"/>
                  </a:lnTo>
                  <a:lnTo>
                    <a:pt x="377777" y="1133724"/>
                  </a:lnTo>
                  <a:lnTo>
                    <a:pt x="366818" y="1098936"/>
                  </a:lnTo>
                  <a:lnTo>
                    <a:pt x="355236" y="1064350"/>
                  </a:lnTo>
                  <a:lnTo>
                    <a:pt x="343036" y="1029978"/>
                  </a:lnTo>
                  <a:lnTo>
                    <a:pt x="330220" y="995830"/>
                  </a:lnTo>
                  <a:lnTo>
                    <a:pt x="316793" y="961918"/>
                  </a:lnTo>
                  <a:lnTo>
                    <a:pt x="302760" y="928252"/>
                  </a:lnTo>
                  <a:lnTo>
                    <a:pt x="288124" y="894844"/>
                  </a:lnTo>
                  <a:lnTo>
                    <a:pt x="272892" y="861704"/>
                  </a:lnTo>
                  <a:lnTo>
                    <a:pt x="257066" y="828843"/>
                  </a:lnTo>
                  <a:lnTo>
                    <a:pt x="240654" y="796271"/>
                  </a:lnTo>
                  <a:lnTo>
                    <a:pt x="223659" y="763998"/>
                  </a:lnTo>
                  <a:lnTo>
                    <a:pt x="206088" y="732037"/>
                  </a:lnTo>
                  <a:lnTo>
                    <a:pt x="187946" y="700395"/>
                  </a:lnTo>
                  <a:lnTo>
                    <a:pt x="169239" y="669085"/>
                  </a:lnTo>
                  <a:lnTo>
                    <a:pt x="149972" y="638115"/>
                  </a:lnTo>
                  <a:lnTo>
                    <a:pt x="130153" y="607496"/>
                  </a:lnTo>
                  <a:lnTo>
                    <a:pt x="109788" y="577238"/>
                  </a:lnTo>
                  <a:lnTo>
                    <a:pt x="88883" y="547350"/>
                  </a:lnTo>
                  <a:lnTo>
                    <a:pt x="67444" y="517843"/>
                  </a:lnTo>
                  <a:lnTo>
                    <a:pt x="45479" y="488725"/>
                  </a:lnTo>
                  <a:lnTo>
                    <a:pt x="22995" y="460006"/>
                  </a:lnTo>
                  <a:lnTo>
                    <a:pt x="0" y="431695"/>
                  </a:lnTo>
                  <a:close/>
                </a:path>
              </a:pathLst>
            </a:custGeom>
            <a:solidFill>
              <a:srgbClr val="C56EBE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4571981" y="5444729"/>
              <a:ext cx="339527" cy="693270"/>
            </a:xfrm>
            <a:custGeom>
              <a:avLst/>
              <a:pathLst>
                <a:path w="339527" h="693270">
                  <a:moveTo>
                    <a:pt x="339527" y="671909"/>
                  </a:moveTo>
                  <a:lnTo>
                    <a:pt x="291227" y="677571"/>
                  </a:lnTo>
                  <a:lnTo>
                    <a:pt x="242832" y="682365"/>
                  </a:lnTo>
                  <a:lnTo>
                    <a:pt x="194360" y="686289"/>
                  </a:lnTo>
                  <a:lnTo>
                    <a:pt x="145825" y="689343"/>
                  </a:lnTo>
                  <a:lnTo>
                    <a:pt x="97242" y="691525"/>
                  </a:lnTo>
                  <a:lnTo>
                    <a:pt x="48629" y="692834"/>
                  </a:lnTo>
                  <a:lnTo>
                    <a:pt x="0" y="693270"/>
                  </a:lnTo>
                  <a:lnTo>
                    <a:pt x="0" y="16020"/>
                  </a:lnTo>
                  <a:lnTo>
                    <a:pt x="36471" y="15693"/>
                  </a:lnTo>
                  <a:lnTo>
                    <a:pt x="72932" y="14711"/>
                  </a:lnTo>
                  <a:lnTo>
                    <a:pt x="109368" y="13075"/>
                  </a:lnTo>
                  <a:lnTo>
                    <a:pt x="145770" y="10784"/>
                  </a:lnTo>
                  <a:lnTo>
                    <a:pt x="182124" y="7841"/>
                  </a:lnTo>
                  <a:lnTo>
                    <a:pt x="218420" y="4246"/>
                  </a:lnTo>
                  <a:lnTo>
                    <a:pt x="254645" y="0"/>
                  </a:lnTo>
                  <a:close/>
                </a:path>
              </a:pathLst>
            </a:custGeom>
            <a:solidFill>
              <a:srgbClr val="C56EBE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868327" y="3556574"/>
              <a:ext cx="865272" cy="1025861"/>
            </a:xfrm>
            <a:custGeom>
              <a:avLst/>
              <a:pathLst>
                <a:path w="865272" h="1025861">
                  <a:moveTo>
                    <a:pt x="252477" y="1025861"/>
                  </a:moveTo>
                  <a:lnTo>
                    <a:pt x="232167" y="981674"/>
                  </a:lnTo>
                  <a:lnTo>
                    <a:pt x="212653" y="937130"/>
                  </a:lnTo>
                  <a:lnTo>
                    <a:pt x="193942" y="892242"/>
                  </a:lnTo>
                  <a:lnTo>
                    <a:pt x="176040" y="847026"/>
                  </a:lnTo>
                  <a:lnTo>
                    <a:pt x="158952" y="801496"/>
                  </a:lnTo>
                  <a:lnTo>
                    <a:pt x="142684" y="755666"/>
                  </a:lnTo>
                  <a:lnTo>
                    <a:pt x="127242" y="709552"/>
                  </a:lnTo>
                  <a:lnTo>
                    <a:pt x="112630" y="663168"/>
                  </a:lnTo>
                  <a:lnTo>
                    <a:pt x="98853" y="616529"/>
                  </a:lnTo>
                  <a:lnTo>
                    <a:pt x="85915" y="569650"/>
                  </a:lnTo>
                  <a:lnTo>
                    <a:pt x="73821" y="522547"/>
                  </a:lnTo>
                  <a:lnTo>
                    <a:pt x="62574" y="475234"/>
                  </a:lnTo>
                  <a:lnTo>
                    <a:pt x="52179" y="427727"/>
                  </a:lnTo>
                  <a:lnTo>
                    <a:pt x="42638" y="380041"/>
                  </a:lnTo>
                  <a:lnTo>
                    <a:pt x="33954" y="332191"/>
                  </a:lnTo>
                  <a:lnTo>
                    <a:pt x="26131" y="284193"/>
                  </a:lnTo>
                  <a:lnTo>
                    <a:pt x="19171" y="236063"/>
                  </a:lnTo>
                  <a:lnTo>
                    <a:pt x="13076" y="187815"/>
                  </a:lnTo>
                  <a:lnTo>
                    <a:pt x="7848" y="139466"/>
                  </a:lnTo>
                  <a:lnTo>
                    <a:pt x="3489" y="91030"/>
                  </a:lnTo>
                  <a:lnTo>
                    <a:pt x="0" y="42524"/>
                  </a:lnTo>
                  <a:lnTo>
                    <a:pt x="675913" y="0"/>
                  </a:lnTo>
                  <a:lnTo>
                    <a:pt x="678530" y="36379"/>
                  </a:lnTo>
                  <a:lnTo>
                    <a:pt x="681799" y="72705"/>
                  </a:lnTo>
                  <a:lnTo>
                    <a:pt x="685720" y="108968"/>
                  </a:lnTo>
                  <a:lnTo>
                    <a:pt x="690292" y="145153"/>
                  </a:lnTo>
                  <a:lnTo>
                    <a:pt x="695512" y="181251"/>
                  </a:lnTo>
                  <a:lnTo>
                    <a:pt x="701379" y="217250"/>
                  </a:lnTo>
                  <a:lnTo>
                    <a:pt x="707892" y="253137"/>
                  </a:lnTo>
                  <a:lnTo>
                    <a:pt x="715048" y="288901"/>
                  </a:lnTo>
                  <a:lnTo>
                    <a:pt x="722844" y="324532"/>
                  </a:lnTo>
                  <a:lnTo>
                    <a:pt x="731279" y="360016"/>
                  </a:lnTo>
                  <a:lnTo>
                    <a:pt x="740350" y="395344"/>
                  </a:lnTo>
                  <a:lnTo>
                    <a:pt x="750053" y="430503"/>
                  </a:lnTo>
                  <a:lnTo>
                    <a:pt x="760386" y="465482"/>
                  </a:lnTo>
                  <a:lnTo>
                    <a:pt x="771345" y="500270"/>
                  </a:lnTo>
                  <a:lnTo>
                    <a:pt x="782927" y="534856"/>
                  </a:lnTo>
                  <a:lnTo>
                    <a:pt x="795127" y="569228"/>
                  </a:lnTo>
                  <a:lnTo>
                    <a:pt x="807943" y="603376"/>
                  </a:lnTo>
                  <a:lnTo>
                    <a:pt x="821370" y="637288"/>
                  </a:lnTo>
                  <a:lnTo>
                    <a:pt x="835403" y="670953"/>
                  </a:lnTo>
                  <a:lnTo>
                    <a:pt x="850039" y="704362"/>
                  </a:lnTo>
                  <a:lnTo>
                    <a:pt x="865272" y="737502"/>
                  </a:lnTo>
                  <a:close/>
                </a:path>
              </a:pathLst>
            </a:custGeom>
            <a:solidFill>
              <a:srgbClr val="C56EBE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4232453" y="720000"/>
              <a:ext cx="339527" cy="693270"/>
            </a:xfrm>
            <a:custGeom>
              <a:avLst/>
              <a:pathLst>
                <a:path w="339527" h="693270">
                  <a:moveTo>
                    <a:pt x="0" y="21361"/>
                  </a:moveTo>
                  <a:lnTo>
                    <a:pt x="48300" y="15699"/>
                  </a:lnTo>
                  <a:lnTo>
                    <a:pt x="96694" y="10905"/>
                  </a:lnTo>
                  <a:lnTo>
                    <a:pt x="145167" y="6981"/>
                  </a:lnTo>
                  <a:lnTo>
                    <a:pt x="193702" y="3927"/>
                  </a:lnTo>
                  <a:lnTo>
                    <a:pt x="242284" y="1745"/>
                  </a:lnTo>
                  <a:lnTo>
                    <a:pt x="290898" y="436"/>
                  </a:lnTo>
                  <a:lnTo>
                    <a:pt x="339527" y="0"/>
                  </a:lnTo>
                  <a:lnTo>
                    <a:pt x="339527" y="677249"/>
                  </a:lnTo>
                  <a:lnTo>
                    <a:pt x="303055" y="677577"/>
                  </a:lnTo>
                  <a:lnTo>
                    <a:pt x="266595" y="678559"/>
                  </a:lnTo>
                  <a:lnTo>
                    <a:pt x="230158" y="680195"/>
                  </a:lnTo>
                  <a:lnTo>
                    <a:pt x="193757" y="682485"/>
                  </a:lnTo>
                  <a:lnTo>
                    <a:pt x="157403" y="685429"/>
                  </a:lnTo>
                  <a:lnTo>
                    <a:pt x="121107" y="689024"/>
                  </a:lnTo>
                  <a:lnTo>
                    <a:pt x="84881" y="693270"/>
                  </a:lnTo>
                  <a:close/>
                </a:path>
              </a:pathLst>
            </a:custGeom>
            <a:solidFill>
              <a:srgbClr val="C56EBE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7389265" y="-3433585"/>
              <a:ext cx="5115520" cy="572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Types of facilities</a:t>
              </a:r>
            </a:p>
          </p:txBody>
        </p:sp>
        <p:sp>
          <p:nvSpPr>
            <p:cNvPr id="27" name="rc27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238B45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74C476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8538854" y="-2390673"/>
              <a:ext cx="2846114" cy="4234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Hospitals only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8538854" y="-1310896"/>
              <a:ext cx="7954565" cy="423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Hospitals and other healthcare facilities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389265" y="-88058"/>
              <a:ext cx="6945510" cy="443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Patient movement scale</a:t>
              </a:r>
            </a:p>
          </p:txBody>
        </p:sp>
        <p:sp>
          <p:nvSpPr>
            <p:cNvPr id="32" name="rc32"/>
            <p:cNvSpPr/>
            <p:nvPr/>
          </p:nvSpPr>
          <p:spPr>
            <a:xfrm>
              <a:off x="7394665" y="551519"/>
              <a:ext cx="1069199" cy="1069200"/>
            </a:xfrm>
            <a:prstGeom prst="rect">
              <a:avLst/>
            </a:prstGeom>
            <a:solidFill>
              <a:srgbClr val="084594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7394665" y="1631519"/>
              <a:ext cx="1069199" cy="1069200"/>
            </a:xfrm>
            <a:prstGeom prst="rect">
              <a:avLst/>
            </a:prstGeom>
            <a:solidFill>
              <a:srgbClr val="2171B5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7394665" y="2711519"/>
              <a:ext cx="1069199" cy="1069200"/>
            </a:xfrm>
            <a:prstGeom prst="rect">
              <a:avLst/>
            </a:prstGeom>
            <a:solidFill>
              <a:srgbClr val="6BAED6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tx35"/>
            <p:cNvSpPr/>
            <p:nvPr/>
          </p:nvSpPr>
          <p:spPr>
            <a:xfrm>
              <a:off x="8538854" y="820685"/>
              <a:ext cx="2185094" cy="4290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Interfacility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538854" y="1900685"/>
              <a:ext cx="2185094" cy="4290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Intrafacility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538854" y="2980685"/>
              <a:ext cx="5361607" cy="4290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Intrafacility and interfacility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89265" y="4080293"/>
              <a:ext cx="7113389" cy="572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Type of patient transfers</a:t>
              </a:r>
            </a:p>
          </p:txBody>
        </p:sp>
        <p:sp>
          <p:nvSpPr>
            <p:cNvPr id="39" name="rc39"/>
            <p:cNvSpPr/>
            <p:nvPr/>
          </p:nvSpPr>
          <p:spPr>
            <a:xfrm>
              <a:off x="7394665" y="4848459"/>
              <a:ext cx="1069199" cy="1069200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7394665" y="5928459"/>
              <a:ext cx="1069199" cy="929540"/>
            </a:xfrm>
            <a:prstGeom prst="rect">
              <a:avLst/>
            </a:prstGeom>
            <a:solidFill>
              <a:srgbClr val="FD8D3C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538854" y="5208484"/>
              <a:ext cx="3099494" cy="3382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Direct transfers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538854" y="6288484"/>
              <a:ext cx="3404889" cy="3382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Indirect transfers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389265" y="7304674"/>
              <a:ext cx="5860256" cy="564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Network temporality</a:t>
              </a:r>
            </a:p>
          </p:txBody>
        </p:sp>
        <p:sp>
          <p:nvSpPr>
            <p:cNvPr id="44" name="rc44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8E2B88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C56EBE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8538854" y="8425200"/>
              <a:ext cx="1143446" cy="3384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Static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8538854" y="9425502"/>
              <a:ext cx="1931044" cy="4181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Temporal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2026-01-07T10:55:24Z</dcterms:modified>
  <cp:category/>
</cp:coreProperties>
</file>
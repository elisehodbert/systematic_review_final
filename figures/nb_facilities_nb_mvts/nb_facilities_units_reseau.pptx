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800000" cy="7200000"/>
            <a:chOff x="0" y="0"/>
            <a:chExt cx="10800000" cy="7200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800000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0799999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124766" y="822943"/>
              <a:ext cx="2592212" cy="4804560"/>
            </a:xfrm>
            <a:custGeom>
              <a:avLst/>
              <a:pathLst>
                <a:path w="2592212" h="4804560">
                  <a:moveTo>
                    <a:pt x="1289969" y="4804560"/>
                  </a:moveTo>
                  <a:lnTo>
                    <a:pt x="1289522" y="4792983"/>
                  </a:lnTo>
                  <a:lnTo>
                    <a:pt x="1289044" y="4781405"/>
                  </a:lnTo>
                  <a:lnTo>
                    <a:pt x="1288531" y="4769828"/>
                  </a:lnTo>
                  <a:lnTo>
                    <a:pt x="1288001" y="4758251"/>
                  </a:lnTo>
                  <a:lnTo>
                    <a:pt x="1287416" y="4746674"/>
                  </a:lnTo>
                  <a:lnTo>
                    <a:pt x="1286809" y="4735096"/>
                  </a:lnTo>
                  <a:lnTo>
                    <a:pt x="1286163" y="4723519"/>
                  </a:lnTo>
                  <a:lnTo>
                    <a:pt x="1285471" y="4711942"/>
                  </a:lnTo>
                  <a:lnTo>
                    <a:pt x="1284756" y="4700365"/>
                  </a:lnTo>
                  <a:lnTo>
                    <a:pt x="1283973" y="4688787"/>
                  </a:lnTo>
                  <a:lnTo>
                    <a:pt x="1283161" y="4677210"/>
                  </a:lnTo>
                  <a:lnTo>
                    <a:pt x="1282301" y="4665633"/>
                  </a:lnTo>
                  <a:lnTo>
                    <a:pt x="1281381" y="4654056"/>
                  </a:lnTo>
                  <a:lnTo>
                    <a:pt x="1280434" y="4642478"/>
                  </a:lnTo>
                  <a:lnTo>
                    <a:pt x="1279402" y="4630901"/>
                  </a:lnTo>
                  <a:lnTo>
                    <a:pt x="1278332" y="4619324"/>
                  </a:lnTo>
                  <a:lnTo>
                    <a:pt x="1277205" y="4607747"/>
                  </a:lnTo>
                  <a:lnTo>
                    <a:pt x="1276003" y="4596169"/>
                  </a:lnTo>
                  <a:lnTo>
                    <a:pt x="1274766" y="4584592"/>
                  </a:lnTo>
                  <a:lnTo>
                    <a:pt x="1273428" y="4573015"/>
                  </a:lnTo>
                  <a:lnTo>
                    <a:pt x="1272043" y="4561438"/>
                  </a:lnTo>
                  <a:lnTo>
                    <a:pt x="1270589" y="4549860"/>
                  </a:lnTo>
                  <a:lnTo>
                    <a:pt x="1269043" y="4538283"/>
                  </a:lnTo>
                  <a:lnTo>
                    <a:pt x="1267454" y="4526706"/>
                  </a:lnTo>
                  <a:lnTo>
                    <a:pt x="1265747" y="4515129"/>
                  </a:lnTo>
                  <a:lnTo>
                    <a:pt x="1263981" y="4503551"/>
                  </a:lnTo>
                  <a:lnTo>
                    <a:pt x="1262137" y="4491974"/>
                  </a:lnTo>
                  <a:lnTo>
                    <a:pt x="1260180" y="4480397"/>
                  </a:lnTo>
                  <a:lnTo>
                    <a:pt x="1258173" y="4468820"/>
                  </a:lnTo>
                  <a:lnTo>
                    <a:pt x="1256031" y="4457242"/>
                  </a:lnTo>
                  <a:lnTo>
                    <a:pt x="1253816" y="4445665"/>
                  </a:lnTo>
                  <a:lnTo>
                    <a:pt x="1251514" y="4434088"/>
                  </a:lnTo>
                  <a:lnTo>
                    <a:pt x="1249078" y="4422511"/>
                  </a:lnTo>
                  <a:lnTo>
                    <a:pt x="1246585" y="4410933"/>
                  </a:lnTo>
                  <a:lnTo>
                    <a:pt x="1243940" y="4399356"/>
                  </a:lnTo>
                  <a:lnTo>
                    <a:pt x="1241210" y="4387779"/>
                  </a:lnTo>
                  <a:lnTo>
                    <a:pt x="1238383" y="4376202"/>
                  </a:lnTo>
                  <a:lnTo>
                    <a:pt x="1235403" y="4364624"/>
                  </a:lnTo>
                  <a:lnTo>
                    <a:pt x="1232358" y="4353047"/>
                  </a:lnTo>
                  <a:lnTo>
                    <a:pt x="1229148" y="4341470"/>
                  </a:lnTo>
                  <a:lnTo>
                    <a:pt x="1225838" y="4329893"/>
                  </a:lnTo>
                  <a:lnTo>
                    <a:pt x="1222426" y="4318315"/>
                  </a:lnTo>
                  <a:lnTo>
                    <a:pt x="1218842" y="4306738"/>
                  </a:lnTo>
                  <a:lnTo>
                    <a:pt x="1215187" y="4295161"/>
                  </a:lnTo>
                  <a:lnTo>
                    <a:pt x="1211356" y="4283584"/>
                  </a:lnTo>
                  <a:lnTo>
                    <a:pt x="1207414" y="4272006"/>
                  </a:lnTo>
                  <a:lnTo>
                    <a:pt x="1203366" y="4260429"/>
                  </a:lnTo>
                  <a:lnTo>
                    <a:pt x="1199131" y="4248852"/>
                  </a:lnTo>
                  <a:lnTo>
                    <a:pt x="1194820" y="4237274"/>
                  </a:lnTo>
                  <a:lnTo>
                    <a:pt x="1190329" y="4225697"/>
                  </a:lnTo>
                  <a:lnTo>
                    <a:pt x="1185717" y="4214120"/>
                  </a:lnTo>
                  <a:lnTo>
                    <a:pt x="1181000" y="4202543"/>
                  </a:lnTo>
                  <a:lnTo>
                    <a:pt x="1176085" y="4190965"/>
                  </a:lnTo>
                  <a:lnTo>
                    <a:pt x="1171092" y="4179388"/>
                  </a:lnTo>
                  <a:lnTo>
                    <a:pt x="1165920" y="4167811"/>
                  </a:lnTo>
                  <a:lnTo>
                    <a:pt x="1160624" y="4156234"/>
                  </a:lnTo>
                  <a:lnTo>
                    <a:pt x="1155225" y="4144656"/>
                  </a:lnTo>
                  <a:lnTo>
                    <a:pt x="1149627" y="4133079"/>
                  </a:lnTo>
                  <a:lnTo>
                    <a:pt x="1143952" y="4121502"/>
                  </a:lnTo>
                  <a:lnTo>
                    <a:pt x="1138107" y="4109925"/>
                  </a:lnTo>
                  <a:lnTo>
                    <a:pt x="1132138" y="4098347"/>
                  </a:lnTo>
                  <a:lnTo>
                    <a:pt x="1126076" y="4086770"/>
                  </a:lnTo>
                  <a:lnTo>
                    <a:pt x="1119820" y="4075193"/>
                  </a:lnTo>
                  <a:lnTo>
                    <a:pt x="1113495" y="4063616"/>
                  </a:lnTo>
                  <a:lnTo>
                    <a:pt x="1107015" y="4052038"/>
                  </a:lnTo>
                  <a:lnTo>
                    <a:pt x="1100420" y="4040461"/>
                  </a:lnTo>
                  <a:lnTo>
                    <a:pt x="1093744" y="4028884"/>
                  </a:lnTo>
                  <a:lnTo>
                    <a:pt x="1086895" y="4017307"/>
                  </a:lnTo>
                  <a:lnTo>
                    <a:pt x="1079984" y="4005729"/>
                  </a:lnTo>
                  <a:lnTo>
                    <a:pt x="1072946" y="3994152"/>
                  </a:lnTo>
                  <a:lnTo>
                    <a:pt x="1065808" y="3982575"/>
                  </a:lnTo>
                  <a:lnTo>
                    <a:pt x="1058606" y="3970998"/>
                  </a:lnTo>
                  <a:lnTo>
                    <a:pt x="1051263" y="3959420"/>
                  </a:lnTo>
                  <a:lnTo>
                    <a:pt x="1043873" y="3947843"/>
                  </a:lnTo>
                  <a:lnTo>
                    <a:pt x="1036389" y="3936266"/>
                  </a:lnTo>
                  <a:lnTo>
                    <a:pt x="1028830" y="3924689"/>
                  </a:lnTo>
                  <a:lnTo>
                    <a:pt x="1021229" y="3913111"/>
                  </a:lnTo>
                  <a:lnTo>
                    <a:pt x="1013531" y="3901534"/>
                  </a:lnTo>
                  <a:lnTo>
                    <a:pt x="1005806" y="3889957"/>
                  </a:lnTo>
                  <a:lnTo>
                    <a:pt x="998026" y="3878380"/>
                  </a:lnTo>
                  <a:lnTo>
                    <a:pt x="990207" y="3866802"/>
                  </a:lnTo>
                  <a:lnTo>
                    <a:pt x="982368" y="3855225"/>
                  </a:lnTo>
                  <a:lnTo>
                    <a:pt x="974491" y="3843648"/>
                  </a:lnTo>
                  <a:lnTo>
                    <a:pt x="966610" y="3832071"/>
                  </a:lnTo>
                  <a:lnTo>
                    <a:pt x="958719" y="3820493"/>
                  </a:lnTo>
                  <a:lnTo>
                    <a:pt x="950833" y="3808916"/>
                  </a:lnTo>
                  <a:lnTo>
                    <a:pt x="942951" y="3797339"/>
                  </a:lnTo>
                  <a:lnTo>
                    <a:pt x="935102" y="3785762"/>
                  </a:lnTo>
                  <a:lnTo>
                    <a:pt x="927273" y="3774184"/>
                  </a:lnTo>
                  <a:lnTo>
                    <a:pt x="919483" y="3762607"/>
                  </a:lnTo>
                  <a:lnTo>
                    <a:pt x="911750" y="3751030"/>
                  </a:lnTo>
                  <a:lnTo>
                    <a:pt x="904046" y="3739453"/>
                  </a:lnTo>
                  <a:lnTo>
                    <a:pt x="896450" y="3727875"/>
                  </a:lnTo>
                  <a:lnTo>
                    <a:pt x="888903" y="3716298"/>
                  </a:lnTo>
                  <a:lnTo>
                    <a:pt x="881443" y="3704721"/>
                  </a:lnTo>
                  <a:lnTo>
                    <a:pt x="874097" y="3693144"/>
                  </a:lnTo>
                  <a:lnTo>
                    <a:pt x="866807" y="3681566"/>
                  </a:lnTo>
                  <a:lnTo>
                    <a:pt x="859697" y="3669989"/>
                  </a:lnTo>
                  <a:lnTo>
                    <a:pt x="852670" y="3658412"/>
                  </a:lnTo>
                  <a:lnTo>
                    <a:pt x="845774" y="3646835"/>
                  </a:lnTo>
                  <a:lnTo>
                    <a:pt x="839051" y="3635257"/>
                  </a:lnTo>
                  <a:lnTo>
                    <a:pt x="832411" y="3623680"/>
                  </a:lnTo>
                  <a:lnTo>
                    <a:pt x="826018" y="3612103"/>
                  </a:lnTo>
                  <a:lnTo>
                    <a:pt x="819740" y="3600526"/>
                  </a:lnTo>
                  <a:lnTo>
                    <a:pt x="813634" y="3588948"/>
                  </a:lnTo>
                  <a:lnTo>
                    <a:pt x="807757" y="3577371"/>
                  </a:lnTo>
                  <a:lnTo>
                    <a:pt x="801988" y="3565794"/>
                  </a:lnTo>
                  <a:lnTo>
                    <a:pt x="796521" y="3554216"/>
                  </a:lnTo>
                  <a:lnTo>
                    <a:pt x="791203" y="3542639"/>
                  </a:lnTo>
                  <a:lnTo>
                    <a:pt x="786087" y="3531062"/>
                  </a:lnTo>
                  <a:lnTo>
                    <a:pt x="781251" y="3519485"/>
                  </a:lnTo>
                  <a:lnTo>
                    <a:pt x="776543" y="3507907"/>
                  </a:lnTo>
                  <a:lnTo>
                    <a:pt x="772179" y="3496330"/>
                  </a:lnTo>
                  <a:lnTo>
                    <a:pt x="767992" y="3484753"/>
                  </a:lnTo>
                  <a:lnTo>
                    <a:pt x="764026" y="3473176"/>
                  </a:lnTo>
                  <a:lnTo>
                    <a:pt x="760383" y="3461598"/>
                  </a:lnTo>
                  <a:lnTo>
                    <a:pt x="756880" y="3450021"/>
                  </a:lnTo>
                  <a:lnTo>
                    <a:pt x="753746" y="3438444"/>
                  </a:lnTo>
                  <a:lnTo>
                    <a:pt x="750811" y="3426867"/>
                  </a:lnTo>
                  <a:lnTo>
                    <a:pt x="748106" y="3415289"/>
                  </a:lnTo>
                  <a:lnTo>
                    <a:pt x="745748" y="3403712"/>
                  </a:lnTo>
                  <a:lnTo>
                    <a:pt x="743539" y="3392135"/>
                  </a:lnTo>
                  <a:lnTo>
                    <a:pt x="741703" y="3380558"/>
                  </a:lnTo>
                  <a:lnTo>
                    <a:pt x="740078" y="3368980"/>
                  </a:lnTo>
                  <a:lnTo>
                    <a:pt x="738678" y="3357403"/>
                  </a:lnTo>
                  <a:lnTo>
                    <a:pt x="737635" y="3345826"/>
                  </a:lnTo>
                  <a:lnTo>
                    <a:pt x="736739" y="3334249"/>
                  </a:lnTo>
                  <a:lnTo>
                    <a:pt x="736202" y="3322671"/>
                  </a:lnTo>
                  <a:lnTo>
                    <a:pt x="735875" y="3311094"/>
                  </a:lnTo>
                  <a:lnTo>
                    <a:pt x="735758" y="3299517"/>
                  </a:lnTo>
                  <a:lnTo>
                    <a:pt x="735986" y="3287940"/>
                  </a:lnTo>
                  <a:lnTo>
                    <a:pt x="736351" y="3276362"/>
                  </a:lnTo>
                  <a:lnTo>
                    <a:pt x="737041" y="3264785"/>
                  </a:lnTo>
                  <a:lnTo>
                    <a:pt x="737930" y="3253208"/>
                  </a:lnTo>
                  <a:lnTo>
                    <a:pt x="739001" y="3241631"/>
                  </a:lnTo>
                  <a:lnTo>
                    <a:pt x="740384" y="3230053"/>
                  </a:lnTo>
                  <a:lnTo>
                    <a:pt x="741887" y="3218476"/>
                  </a:lnTo>
                  <a:lnTo>
                    <a:pt x="743664" y="3206899"/>
                  </a:lnTo>
                  <a:lnTo>
                    <a:pt x="745614" y="3195322"/>
                  </a:lnTo>
                  <a:lnTo>
                    <a:pt x="747710" y="3183744"/>
                  </a:lnTo>
                  <a:lnTo>
                    <a:pt x="750066" y="3172167"/>
                  </a:lnTo>
                  <a:lnTo>
                    <a:pt x="752517" y="3160590"/>
                  </a:lnTo>
                  <a:lnTo>
                    <a:pt x="755176" y="3149013"/>
                  </a:lnTo>
                  <a:lnTo>
                    <a:pt x="757970" y="3137435"/>
                  </a:lnTo>
                  <a:lnTo>
                    <a:pt x="760869" y="3125858"/>
                  </a:lnTo>
                  <a:lnTo>
                    <a:pt x="763957" y="3114281"/>
                  </a:lnTo>
                  <a:lnTo>
                    <a:pt x="767109" y="3102704"/>
                  </a:lnTo>
                  <a:lnTo>
                    <a:pt x="770395" y="3091126"/>
                  </a:lnTo>
                  <a:lnTo>
                    <a:pt x="773766" y="3079549"/>
                  </a:lnTo>
                  <a:lnTo>
                    <a:pt x="777197" y="3067972"/>
                  </a:lnTo>
                  <a:lnTo>
                    <a:pt x="780731" y="3056395"/>
                  </a:lnTo>
                  <a:lnTo>
                    <a:pt x="784294" y="3044817"/>
                  </a:lnTo>
                  <a:lnTo>
                    <a:pt x="787913" y="3033240"/>
                  </a:lnTo>
                  <a:lnTo>
                    <a:pt x="791558" y="3021663"/>
                  </a:lnTo>
                  <a:lnTo>
                    <a:pt x="795219" y="3010086"/>
                  </a:lnTo>
                  <a:lnTo>
                    <a:pt x="798886" y="2998508"/>
                  </a:lnTo>
                  <a:lnTo>
                    <a:pt x="802545" y="2986931"/>
                  </a:lnTo>
                  <a:lnTo>
                    <a:pt x="806183" y="2975354"/>
                  </a:lnTo>
                  <a:lnTo>
                    <a:pt x="809782" y="2963777"/>
                  </a:lnTo>
                  <a:lnTo>
                    <a:pt x="813356" y="2952199"/>
                  </a:lnTo>
                  <a:lnTo>
                    <a:pt x="816834" y="2940622"/>
                  </a:lnTo>
                  <a:lnTo>
                    <a:pt x="820269" y="2929045"/>
                  </a:lnTo>
                  <a:lnTo>
                    <a:pt x="823610" y="2917468"/>
                  </a:lnTo>
                  <a:lnTo>
                    <a:pt x="826844" y="2905890"/>
                  </a:lnTo>
                  <a:lnTo>
                    <a:pt x="830018" y="2894313"/>
                  </a:lnTo>
                  <a:lnTo>
                    <a:pt x="832997" y="2882736"/>
                  </a:lnTo>
                  <a:lnTo>
                    <a:pt x="835898" y="2871159"/>
                  </a:lnTo>
                  <a:lnTo>
                    <a:pt x="838643" y="2859581"/>
                  </a:lnTo>
                  <a:lnTo>
                    <a:pt x="841216" y="2848004"/>
                  </a:lnTo>
                  <a:lnTo>
                    <a:pt x="843701" y="2836427"/>
                  </a:lnTo>
                  <a:lnTo>
                    <a:pt x="845897" y="2824849"/>
                  </a:lnTo>
                  <a:lnTo>
                    <a:pt x="847988" y="2813272"/>
                  </a:lnTo>
                  <a:lnTo>
                    <a:pt x="849870" y="2801695"/>
                  </a:lnTo>
                  <a:lnTo>
                    <a:pt x="851523" y="2790118"/>
                  </a:lnTo>
                  <a:lnTo>
                    <a:pt x="853060" y="2778540"/>
                  </a:lnTo>
                  <a:lnTo>
                    <a:pt x="854244" y="2766963"/>
                  </a:lnTo>
                  <a:lnTo>
                    <a:pt x="855291" y="2755386"/>
                  </a:lnTo>
                  <a:lnTo>
                    <a:pt x="856094" y="2743809"/>
                  </a:lnTo>
                  <a:lnTo>
                    <a:pt x="856618" y="2732231"/>
                  </a:lnTo>
                  <a:lnTo>
                    <a:pt x="857008" y="2720654"/>
                  </a:lnTo>
                  <a:lnTo>
                    <a:pt x="856999" y="2709077"/>
                  </a:lnTo>
                  <a:lnTo>
                    <a:pt x="856829" y="2697500"/>
                  </a:lnTo>
                  <a:lnTo>
                    <a:pt x="856394" y="2685922"/>
                  </a:lnTo>
                  <a:lnTo>
                    <a:pt x="855645" y="2674345"/>
                  </a:lnTo>
                  <a:lnTo>
                    <a:pt x="854748" y="2662768"/>
                  </a:lnTo>
                  <a:lnTo>
                    <a:pt x="853431" y="2651191"/>
                  </a:lnTo>
                  <a:lnTo>
                    <a:pt x="851935" y="2639613"/>
                  </a:lnTo>
                  <a:lnTo>
                    <a:pt x="850168" y="2628036"/>
                  </a:lnTo>
                  <a:lnTo>
                    <a:pt x="848068" y="2616459"/>
                  </a:lnTo>
                  <a:lnTo>
                    <a:pt x="845813" y="2604882"/>
                  </a:lnTo>
                  <a:lnTo>
                    <a:pt x="843139" y="2593304"/>
                  </a:lnTo>
                  <a:lnTo>
                    <a:pt x="840277" y="2581727"/>
                  </a:lnTo>
                  <a:lnTo>
                    <a:pt x="837152" y="2570150"/>
                  </a:lnTo>
                  <a:lnTo>
                    <a:pt x="833687" y="2558573"/>
                  </a:lnTo>
                  <a:lnTo>
                    <a:pt x="830072" y="2546995"/>
                  </a:lnTo>
                  <a:lnTo>
                    <a:pt x="826057" y="2535418"/>
                  </a:lnTo>
                  <a:lnTo>
                    <a:pt x="821854" y="2523841"/>
                  </a:lnTo>
                  <a:lnTo>
                    <a:pt x="817406" y="2512264"/>
                  </a:lnTo>
                  <a:lnTo>
                    <a:pt x="812630" y="2500686"/>
                  </a:lnTo>
                  <a:lnTo>
                    <a:pt x="807713" y="2489109"/>
                  </a:lnTo>
                  <a:lnTo>
                    <a:pt x="802432" y="2477532"/>
                  </a:lnTo>
                  <a:lnTo>
                    <a:pt x="796971" y="2465955"/>
                  </a:lnTo>
                  <a:lnTo>
                    <a:pt x="791294" y="2454377"/>
                  </a:lnTo>
                  <a:lnTo>
                    <a:pt x="785314" y="2442800"/>
                  </a:lnTo>
                  <a:lnTo>
                    <a:pt x="779207" y="2431223"/>
                  </a:lnTo>
                  <a:lnTo>
                    <a:pt x="772785" y="2419646"/>
                  </a:lnTo>
                  <a:lnTo>
                    <a:pt x="766198" y="2408068"/>
                  </a:lnTo>
                  <a:lnTo>
                    <a:pt x="759430" y="2396491"/>
                  </a:lnTo>
                  <a:lnTo>
                    <a:pt x="752395" y="2384914"/>
                  </a:lnTo>
                  <a:lnTo>
                    <a:pt x="745253" y="2373337"/>
                  </a:lnTo>
                  <a:lnTo>
                    <a:pt x="737850" y="2361759"/>
                  </a:lnTo>
                  <a:lnTo>
                    <a:pt x="730307" y="2350182"/>
                  </a:lnTo>
                  <a:lnTo>
                    <a:pt x="722618" y="2338605"/>
                  </a:lnTo>
                  <a:lnTo>
                    <a:pt x="714708" y="2327028"/>
                  </a:lnTo>
                  <a:lnTo>
                    <a:pt x="706711" y="2315450"/>
                  </a:lnTo>
                  <a:lnTo>
                    <a:pt x="698513" y="2303873"/>
                  </a:lnTo>
                  <a:lnTo>
                    <a:pt x="690200" y="2292296"/>
                  </a:lnTo>
                  <a:lnTo>
                    <a:pt x="681779" y="2280719"/>
                  </a:lnTo>
                  <a:lnTo>
                    <a:pt x="673187" y="2269141"/>
                  </a:lnTo>
                  <a:lnTo>
                    <a:pt x="664531" y="2257564"/>
                  </a:lnTo>
                  <a:lnTo>
                    <a:pt x="655729" y="2245987"/>
                  </a:lnTo>
                  <a:lnTo>
                    <a:pt x="646844" y="2234410"/>
                  </a:lnTo>
                  <a:lnTo>
                    <a:pt x="637884" y="2222832"/>
                  </a:lnTo>
                  <a:lnTo>
                    <a:pt x="628804" y="2211255"/>
                  </a:lnTo>
                  <a:lnTo>
                    <a:pt x="619681" y="2199678"/>
                  </a:lnTo>
                  <a:lnTo>
                    <a:pt x="610465" y="2188101"/>
                  </a:lnTo>
                  <a:lnTo>
                    <a:pt x="601195" y="2176523"/>
                  </a:lnTo>
                  <a:lnTo>
                    <a:pt x="591881" y="2164946"/>
                  </a:lnTo>
                  <a:lnTo>
                    <a:pt x="582495" y="2153369"/>
                  </a:lnTo>
                  <a:lnTo>
                    <a:pt x="573086" y="2141792"/>
                  </a:lnTo>
                  <a:lnTo>
                    <a:pt x="563629" y="2130214"/>
                  </a:lnTo>
                  <a:lnTo>
                    <a:pt x="554146" y="2118637"/>
                  </a:lnTo>
                  <a:lnTo>
                    <a:pt x="544643" y="2107060"/>
                  </a:lnTo>
                  <a:lnTo>
                    <a:pt x="535113" y="2095482"/>
                  </a:lnTo>
                  <a:lnTo>
                    <a:pt x="525577" y="2083905"/>
                  </a:lnTo>
                  <a:lnTo>
                    <a:pt x="516029" y="2072328"/>
                  </a:lnTo>
                  <a:lnTo>
                    <a:pt x="506481" y="2060751"/>
                  </a:lnTo>
                  <a:lnTo>
                    <a:pt x="496931" y="2049173"/>
                  </a:lnTo>
                  <a:lnTo>
                    <a:pt x="487393" y="2037596"/>
                  </a:lnTo>
                  <a:lnTo>
                    <a:pt x="477861" y="2026019"/>
                  </a:lnTo>
                  <a:lnTo>
                    <a:pt x="468345" y="2014442"/>
                  </a:lnTo>
                  <a:lnTo>
                    <a:pt x="458851" y="2002864"/>
                  </a:lnTo>
                  <a:lnTo>
                    <a:pt x="449369" y="1991287"/>
                  </a:lnTo>
                  <a:lnTo>
                    <a:pt x="439928" y="1979710"/>
                  </a:lnTo>
                  <a:lnTo>
                    <a:pt x="430505" y="1968133"/>
                  </a:lnTo>
                  <a:lnTo>
                    <a:pt x="421119" y="1956555"/>
                  </a:lnTo>
                  <a:lnTo>
                    <a:pt x="411771" y="1944978"/>
                  </a:lnTo>
                  <a:lnTo>
                    <a:pt x="402445" y="1933401"/>
                  </a:lnTo>
                  <a:lnTo>
                    <a:pt x="393185" y="1921824"/>
                  </a:lnTo>
                  <a:lnTo>
                    <a:pt x="383950" y="1910246"/>
                  </a:lnTo>
                  <a:lnTo>
                    <a:pt x="374766" y="1898669"/>
                  </a:lnTo>
                  <a:lnTo>
                    <a:pt x="365635" y="1887092"/>
                  </a:lnTo>
                  <a:lnTo>
                    <a:pt x="356532" y="1875515"/>
                  </a:lnTo>
                  <a:lnTo>
                    <a:pt x="347515" y="1863937"/>
                  </a:lnTo>
                  <a:lnTo>
                    <a:pt x="338528" y="1852360"/>
                  </a:lnTo>
                  <a:lnTo>
                    <a:pt x="329603" y="1840783"/>
                  </a:lnTo>
                  <a:lnTo>
                    <a:pt x="320743" y="1829206"/>
                  </a:lnTo>
                  <a:lnTo>
                    <a:pt x="311917" y="1817628"/>
                  </a:lnTo>
                  <a:lnTo>
                    <a:pt x="303191" y="1806051"/>
                  </a:lnTo>
                  <a:lnTo>
                    <a:pt x="294503" y="1794474"/>
                  </a:lnTo>
                  <a:lnTo>
                    <a:pt x="285884" y="1782897"/>
                  </a:lnTo>
                  <a:lnTo>
                    <a:pt x="277343" y="1771319"/>
                  </a:lnTo>
                  <a:lnTo>
                    <a:pt x="268841" y="1759742"/>
                  </a:lnTo>
                  <a:lnTo>
                    <a:pt x="260452" y="1748165"/>
                  </a:lnTo>
                  <a:lnTo>
                    <a:pt x="252110" y="1736588"/>
                  </a:lnTo>
                  <a:lnTo>
                    <a:pt x="243845" y="1725010"/>
                  </a:lnTo>
                  <a:lnTo>
                    <a:pt x="235672" y="1713433"/>
                  </a:lnTo>
                  <a:lnTo>
                    <a:pt x="227543" y="1701856"/>
                  </a:lnTo>
                  <a:lnTo>
                    <a:pt x="219544" y="1690279"/>
                  </a:lnTo>
                  <a:lnTo>
                    <a:pt x="211600" y="1678701"/>
                  </a:lnTo>
                  <a:lnTo>
                    <a:pt x="203743" y="1667124"/>
                  </a:lnTo>
                  <a:lnTo>
                    <a:pt x="195996" y="1655547"/>
                  </a:lnTo>
                  <a:lnTo>
                    <a:pt x="188300" y="1643970"/>
                  </a:lnTo>
                  <a:lnTo>
                    <a:pt x="180752" y="1632392"/>
                  </a:lnTo>
                  <a:lnTo>
                    <a:pt x="173272" y="1620815"/>
                  </a:lnTo>
                  <a:lnTo>
                    <a:pt x="165891" y="1609238"/>
                  </a:lnTo>
                  <a:lnTo>
                    <a:pt x="158641" y="1597661"/>
                  </a:lnTo>
                  <a:lnTo>
                    <a:pt x="151452" y="1586083"/>
                  </a:lnTo>
                  <a:lnTo>
                    <a:pt x="144433" y="1574506"/>
                  </a:lnTo>
                  <a:lnTo>
                    <a:pt x="137497" y="1562929"/>
                  </a:lnTo>
                  <a:lnTo>
                    <a:pt x="130673" y="1551352"/>
                  </a:lnTo>
                  <a:lnTo>
                    <a:pt x="124008" y="1539774"/>
                  </a:lnTo>
                  <a:lnTo>
                    <a:pt x="117415" y="1528197"/>
                  </a:lnTo>
                  <a:lnTo>
                    <a:pt x="111017" y="1516620"/>
                  </a:lnTo>
                  <a:lnTo>
                    <a:pt x="104721" y="1505043"/>
                  </a:lnTo>
                  <a:lnTo>
                    <a:pt x="98552" y="1493465"/>
                  </a:lnTo>
                  <a:lnTo>
                    <a:pt x="92573" y="1481888"/>
                  </a:lnTo>
                  <a:lnTo>
                    <a:pt x="86678" y="1470311"/>
                  </a:lnTo>
                  <a:lnTo>
                    <a:pt x="81005" y="1458734"/>
                  </a:lnTo>
                  <a:lnTo>
                    <a:pt x="75456" y="1447156"/>
                  </a:lnTo>
                  <a:lnTo>
                    <a:pt x="70049" y="1435579"/>
                  </a:lnTo>
                  <a:lnTo>
                    <a:pt x="64866" y="1424002"/>
                  </a:lnTo>
                  <a:lnTo>
                    <a:pt x="59780" y="1412424"/>
                  </a:lnTo>
                  <a:lnTo>
                    <a:pt x="54943" y="1400847"/>
                  </a:lnTo>
                  <a:lnTo>
                    <a:pt x="50253" y="1389270"/>
                  </a:lnTo>
                  <a:lnTo>
                    <a:pt x="45718" y="1377693"/>
                  </a:lnTo>
                  <a:lnTo>
                    <a:pt x="41444" y="1366115"/>
                  </a:lnTo>
                  <a:lnTo>
                    <a:pt x="37278" y="1354538"/>
                  </a:lnTo>
                  <a:lnTo>
                    <a:pt x="33385" y="1342961"/>
                  </a:lnTo>
                  <a:lnTo>
                    <a:pt x="29663" y="1331384"/>
                  </a:lnTo>
                  <a:lnTo>
                    <a:pt x="26107" y="1319806"/>
                  </a:lnTo>
                  <a:lnTo>
                    <a:pt x="22845" y="1308229"/>
                  </a:lnTo>
                  <a:lnTo>
                    <a:pt x="19703" y="1296652"/>
                  </a:lnTo>
                  <a:lnTo>
                    <a:pt x="16851" y="1285075"/>
                  </a:lnTo>
                  <a:lnTo>
                    <a:pt x="14192" y="1273497"/>
                  </a:lnTo>
                  <a:lnTo>
                    <a:pt x="11707" y="1261920"/>
                  </a:lnTo>
                  <a:lnTo>
                    <a:pt x="9545" y="1250343"/>
                  </a:lnTo>
                  <a:lnTo>
                    <a:pt x="7512" y="1238766"/>
                  </a:lnTo>
                  <a:lnTo>
                    <a:pt x="5781" y="1227188"/>
                  </a:lnTo>
                  <a:lnTo>
                    <a:pt x="4261" y="1215611"/>
                  </a:lnTo>
                  <a:lnTo>
                    <a:pt x="2916" y="1204034"/>
                  </a:lnTo>
                  <a:lnTo>
                    <a:pt x="1918" y="1192457"/>
                  </a:lnTo>
                  <a:lnTo>
                    <a:pt x="1053" y="1180879"/>
                  </a:lnTo>
                  <a:lnTo>
                    <a:pt x="495" y="1169302"/>
                  </a:lnTo>
                  <a:lnTo>
                    <a:pt x="161" y="1157725"/>
                  </a:lnTo>
                  <a:lnTo>
                    <a:pt x="0" y="1146148"/>
                  </a:lnTo>
                  <a:lnTo>
                    <a:pt x="198" y="1134570"/>
                  </a:lnTo>
                  <a:lnTo>
                    <a:pt x="533" y="1122993"/>
                  </a:lnTo>
                  <a:lnTo>
                    <a:pt x="1169" y="1111416"/>
                  </a:lnTo>
                  <a:lnTo>
                    <a:pt x="2036" y="1099839"/>
                  </a:lnTo>
                  <a:lnTo>
                    <a:pt x="3069" y="1088261"/>
                  </a:lnTo>
                  <a:lnTo>
                    <a:pt x="4467" y="1076684"/>
                  </a:lnTo>
                  <a:lnTo>
                    <a:pt x="5998" y="1065107"/>
                  </a:lnTo>
                  <a:lnTo>
                    <a:pt x="7818" y="1053530"/>
                  </a:lnTo>
                  <a:lnTo>
                    <a:pt x="9872" y="1041952"/>
                  </a:lnTo>
                  <a:lnTo>
                    <a:pt x="12079" y="1030375"/>
                  </a:lnTo>
                  <a:lnTo>
                    <a:pt x="14646" y="1018798"/>
                  </a:lnTo>
                  <a:lnTo>
                    <a:pt x="17342" y="1007221"/>
                  </a:lnTo>
                  <a:lnTo>
                    <a:pt x="20306" y="995643"/>
                  </a:lnTo>
                  <a:lnTo>
                    <a:pt x="23501" y="984066"/>
                  </a:lnTo>
                  <a:lnTo>
                    <a:pt x="26834" y="972489"/>
                  </a:lnTo>
                  <a:lnTo>
                    <a:pt x="30515" y="960912"/>
                  </a:lnTo>
                  <a:lnTo>
                    <a:pt x="34315" y="949334"/>
                  </a:lnTo>
                  <a:lnTo>
                    <a:pt x="38362" y="937757"/>
                  </a:lnTo>
                  <a:lnTo>
                    <a:pt x="42628" y="926180"/>
                  </a:lnTo>
                  <a:lnTo>
                    <a:pt x="47018" y="914603"/>
                  </a:lnTo>
                  <a:lnTo>
                    <a:pt x="51736" y="903025"/>
                  </a:lnTo>
                  <a:lnTo>
                    <a:pt x="56564" y="891448"/>
                  </a:lnTo>
                  <a:lnTo>
                    <a:pt x="61611" y="879871"/>
                  </a:lnTo>
                  <a:lnTo>
                    <a:pt x="66867" y="868294"/>
                  </a:lnTo>
                  <a:lnTo>
                    <a:pt x="72229" y="856716"/>
                  </a:lnTo>
                  <a:lnTo>
                    <a:pt x="77896" y="845139"/>
                  </a:lnTo>
                  <a:lnTo>
                    <a:pt x="83662" y="833562"/>
                  </a:lnTo>
                  <a:lnTo>
                    <a:pt x="89622" y="821985"/>
                  </a:lnTo>
                  <a:lnTo>
                    <a:pt x="95776" y="810407"/>
                  </a:lnTo>
                  <a:lnTo>
                    <a:pt x="102026" y="798830"/>
                  </a:lnTo>
                  <a:lnTo>
                    <a:pt x="108545" y="787253"/>
                  </a:lnTo>
                  <a:lnTo>
                    <a:pt x="115159" y="775676"/>
                  </a:lnTo>
                  <a:lnTo>
                    <a:pt x="121942" y="764098"/>
                  </a:lnTo>
                  <a:lnTo>
                    <a:pt x="128904" y="752521"/>
                  </a:lnTo>
                  <a:lnTo>
                    <a:pt x="135952" y="740944"/>
                  </a:lnTo>
                  <a:lnTo>
                    <a:pt x="143237" y="729367"/>
                  </a:lnTo>
                  <a:lnTo>
                    <a:pt x="150612" y="717789"/>
                  </a:lnTo>
                  <a:lnTo>
                    <a:pt x="158135" y="706212"/>
                  </a:lnTo>
                  <a:lnTo>
                    <a:pt x="165823" y="694635"/>
                  </a:lnTo>
                  <a:lnTo>
                    <a:pt x="173588" y="683057"/>
                  </a:lnTo>
                  <a:lnTo>
                    <a:pt x="181562" y="671480"/>
                  </a:lnTo>
                  <a:lnTo>
                    <a:pt x="189622" y="659903"/>
                  </a:lnTo>
                  <a:lnTo>
                    <a:pt x="197810" y="648326"/>
                  </a:lnTo>
                  <a:lnTo>
                    <a:pt x="206153" y="636748"/>
                  </a:lnTo>
                  <a:lnTo>
                    <a:pt x="214565" y="625171"/>
                  </a:lnTo>
                  <a:lnTo>
                    <a:pt x="223163" y="613594"/>
                  </a:lnTo>
                  <a:lnTo>
                    <a:pt x="231843" y="602017"/>
                  </a:lnTo>
                  <a:lnTo>
                    <a:pt x="240636" y="590439"/>
                  </a:lnTo>
                  <a:lnTo>
                    <a:pt x="249573" y="578862"/>
                  </a:lnTo>
                  <a:lnTo>
                    <a:pt x="258575" y="567285"/>
                  </a:lnTo>
                  <a:lnTo>
                    <a:pt x="267743" y="555708"/>
                  </a:lnTo>
                  <a:lnTo>
                    <a:pt x="276989" y="544130"/>
                  </a:lnTo>
                  <a:lnTo>
                    <a:pt x="286337" y="532553"/>
                  </a:lnTo>
                  <a:lnTo>
                    <a:pt x="295820" y="520976"/>
                  </a:lnTo>
                  <a:lnTo>
                    <a:pt x="305362" y="509399"/>
                  </a:lnTo>
                  <a:lnTo>
                    <a:pt x="315054" y="497821"/>
                  </a:lnTo>
                  <a:lnTo>
                    <a:pt x="324822" y="486244"/>
                  </a:lnTo>
                  <a:lnTo>
                    <a:pt x="334680" y="474667"/>
                  </a:lnTo>
                  <a:lnTo>
                    <a:pt x="344666" y="463090"/>
                  </a:lnTo>
                  <a:lnTo>
                    <a:pt x="354706" y="451512"/>
                  </a:lnTo>
                  <a:lnTo>
                    <a:pt x="364880" y="439935"/>
                  </a:lnTo>
                  <a:lnTo>
                    <a:pt x="375127" y="428358"/>
                  </a:lnTo>
                  <a:lnTo>
                    <a:pt x="385452" y="416781"/>
                  </a:lnTo>
                  <a:lnTo>
                    <a:pt x="395897" y="405203"/>
                  </a:lnTo>
                  <a:lnTo>
                    <a:pt x="406391" y="393626"/>
                  </a:lnTo>
                  <a:lnTo>
                    <a:pt x="417002" y="382049"/>
                  </a:lnTo>
                  <a:lnTo>
                    <a:pt x="427681" y="370472"/>
                  </a:lnTo>
                  <a:lnTo>
                    <a:pt x="438427" y="358894"/>
                  </a:lnTo>
                  <a:lnTo>
                    <a:pt x="449281" y="347317"/>
                  </a:lnTo>
                  <a:lnTo>
                    <a:pt x="460177" y="335740"/>
                  </a:lnTo>
                  <a:lnTo>
                    <a:pt x="471172" y="324163"/>
                  </a:lnTo>
                  <a:lnTo>
                    <a:pt x="482226" y="312585"/>
                  </a:lnTo>
                  <a:lnTo>
                    <a:pt x="493335" y="301008"/>
                  </a:lnTo>
                  <a:lnTo>
                    <a:pt x="504535" y="289431"/>
                  </a:lnTo>
                  <a:lnTo>
                    <a:pt x="515768" y="277854"/>
                  </a:lnTo>
                  <a:lnTo>
                    <a:pt x="527080" y="266276"/>
                  </a:lnTo>
                  <a:lnTo>
                    <a:pt x="538438" y="254699"/>
                  </a:lnTo>
                  <a:lnTo>
                    <a:pt x="549837" y="243122"/>
                  </a:lnTo>
                  <a:lnTo>
                    <a:pt x="561303" y="231545"/>
                  </a:lnTo>
                  <a:lnTo>
                    <a:pt x="572794" y="219967"/>
                  </a:lnTo>
                  <a:lnTo>
                    <a:pt x="584336" y="208390"/>
                  </a:lnTo>
                  <a:lnTo>
                    <a:pt x="595909" y="196813"/>
                  </a:lnTo>
                  <a:lnTo>
                    <a:pt x="607506" y="185236"/>
                  </a:lnTo>
                  <a:lnTo>
                    <a:pt x="619142" y="173658"/>
                  </a:lnTo>
                  <a:lnTo>
                    <a:pt x="630789" y="162081"/>
                  </a:lnTo>
                  <a:lnTo>
                    <a:pt x="642460" y="150504"/>
                  </a:lnTo>
                  <a:lnTo>
                    <a:pt x="654140" y="138927"/>
                  </a:lnTo>
                  <a:lnTo>
                    <a:pt x="665827" y="127349"/>
                  </a:lnTo>
                  <a:lnTo>
                    <a:pt x="677516" y="115772"/>
                  </a:lnTo>
                  <a:lnTo>
                    <a:pt x="689203" y="104195"/>
                  </a:lnTo>
                  <a:lnTo>
                    <a:pt x="700881" y="92618"/>
                  </a:lnTo>
                  <a:lnTo>
                    <a:pt x="712544" y="81040"/>
                  </a:lnTo>
                  <a:lnTo>
                    <a:pt x="724196" y="69463"/>
                  </a:lnTo>
                  <a:lnTo>
                    <a:pt x="735810" y="57886"/>
                  </a:lnTo>
                  <a:lnTo>
                    <a:pt x="747405" y="46309"/>
                  </a:lnTo>
                  <a:lnTo>
                    <a:pt x="758960" y="34731"/>
                  </a:lnTo>
                  <a:lnTo>
                    <a:pt x="770470" y="23154"/>
                  </a:lnTo>
                  <a:lnTo>
                    <a:pt x="781953" y="11577"/>
                  </a:lnTo>
                  <a:lnTo>
                    <a:pt x="793352" y="0"/>
                  </a:lnTo>
                  <a:lnTo>
                    <a:pt x="1798860" y="0"/>
                  </a:lnTo>
                  <a:lnTo>
                    <a:pt x="1810259" y="11577"/>
                  </a:lnTo>
                  <a:lnTo>
                    <a:pt x="1821741" y="23154"/>
                  </a:lnTo>
                  <a:lnTo>
                    <a:pt x="1833252" y="34731"/>
                  </a:lnTo>
                  <a:lnTo>
                    <a:pt x="1844806" y="46309"/>
                  </a:lnTo>
                  <a:lnTo>
                    <a:pt x="1856402" y="57886"/>
                  </a:lnTo>
                  <a:lnTo>
                    <a:pt x="1868015" y="69463"/>
                  </a:lnTo>
                  <a:lnTo>
                    <a:pt x="1879667" y="81040"/>
                  </a:lnTo>
                  <a:lnTo>
                    <a:pt x="1891330" y="92618"/>
                  </a:lnTo>
                  <a:lnTo>
                    <a:pt x="1903009" y="104195"/>
                  </a:lnTo>
                  <a:lnTo>
                    <a:pt x="1914695" y="115772"/>
                  </a:lnTo>
                  <a:lnTo>
                    <a:pt x="1926385" y="127349"/>
                  </a:lnTo>
                  <a:lnTo>
                    <a:pt x="1938072" y="138927"/>
                  </a:lnTo>
                  <a:lnTo>
                    <a:pt x="1949752" y="150504"/>
                  </a:lnTo>
                  <a:lnTo>
                    <a:pt x="1961422" y="162081"/>
                  </a:lnTo>
                  <a:lnTo>
                    <a:pt x="1973069" y="173658"/>
                  </a:lnTo>
                  <a:lnTo>
                    <a:pt x="1984705" y="185236"/>
                  </a:lnTo>
                  <a:lnTo>
                    <a:pt x="1996302" y="196813"/>
                  </a:lnTo>
                  <a:lnTo>
                    <a:pt x="2007875" y="208390"/>
                  </a:lnTo>
                  <a:lnTo>
                    <a:pt x="2019418" y="219967"/>
                  </a:lnTo>
                  <a:lnTo>
                    <a:pt x="2030908" y="231545"/>
                  </a:lnTo>
                  <a:lnTo>
                    <a:pt x="2042375" y="243122"/>
                  </a:lnTo>
                  <a:lnTo>
                    <a:pt x="2053773" y="254699"/>
                  </a:lnTo>
                  <a:lnTo>
                    <a:pt x="2065132" y="266276"/>
                  </a:lnTo>
                  <a:lnTo>
                    <a:pt x="2076443" y="277854"/>
                  </a:lnTo>
                  <a:lnTo>
                    <a:pt x="2087677" y="289431"/>
                  </a:lnTo>
                  <a:lnTo>
                    <a:pt x="2098876" y="301008"/>
                  </a:lnTo>
                  <a:lnTo>
                    <a:pt x="2109985" y="312585"/>
                  </a:lnTo>
                  <a:lnTo>
                    <a:pt x="2121040" y="324163"/>
                  </a:lnTo>
                  <a:lnTo>
                    <a:pt x="2132035" y="335740"/>
                  </a:lnTo>
                  <a:lnTo>
                    <a:pt x="2142931" y="347317"/>
                  </a:lnTo>
                  <a:lnTo>
                    <a:pt x="2153784" y="358894"/>
                  </a:lnTo>
                  <a:lnTo>
                    <a:pt x="2164530" y="370472"/>
                  </a:lnTo>
                  <a:lnTo>
                    <a:pt x="2175209" y="382049"/>
                  </a:lnTo>
                  <a:lnTo>
                    <a:pt x="2185821" y="393626"/>
                  </a:lnTo>
                  <a:lnTo>
                    <a:pt x="2196314" y="405203"/>
                  </a:lnTo>
                  <a:lnTo>
                    <a:pt x="2206759" y="416781"/>
                  </a:lnTo>
                  <a:lnTo>
                    <a:pt x="2217085" y="428358"/>
                  </a:lnTo>
                  <a:lnTo>
                    <a:pt x="2227331" y="439935"/>
                  </a:lnTo>
                  <a:lnTo>
                    <a:pt x="2237506" y="451512"/>
                  </a:lnTo>
                  <a:lnTo>
                    <a:pt x="2247546" y="463090"/>
                  </a:lnTo>
                  <a:lnTo>
                    <a:pt x="2257532" y="474667"/>
                  </a:lnTo>
                  <a:lnTo>
                    <a:pt x="2267389" y="486244"/>
                  </a:lnTo>
                  <a:lnTo>
                    <a:pt x="2277157" y="497821"/>
                  </a:lnTo>
                  <a:lnTo>
                    <a:pt x="2286849" y="509399"/>
                  </a:lnTo>
                  <a:lnTo>
                    <a:pt x="2296392" y="520976"/>
                  </a:lnTo>
                  <a:lnTo>
                    <a:pt x="2305875" y="532553"/>
                  </a:lnTo>
                  <a:lnTo>
                    <a:pt x="2315222" y="544130"/>
                  </a:lnTo>
                  <a:lnTo>
                    <a:pt x="2324469" y="555708"/>
                  </a:lnTo>
                  <a:lnTo>
                    <a:pt x="2333637" y="567285"/>
                  </a:lnTo>
                  <a:lnTo>
                    <a:pt x="2342638" y="578862"/>
                  </a:lnTo>
                  <a:lnTo>
                    <a:pt x="2351576" y="590439"/>
                  </a:lnTo>
                  <a:lnTo>
                    <a:pt x="2360369" y="602017"/>
                  </a:lnTo>
                  <a:lnTo>
                    <a:pt x="2369049" y="613594"/>
                  </a:lnTo>
                  <a:lnTo>
                    <a:pt x="2377646" y="625171"/>
                  </a:lnTo>
                  <a:lnTo>
                    <a:pt x="2386059" y="636748"/>
                  </a:lnTo>
                  <a:lnTo>
                    <a:pt x="2394401" y="648326"/>
                  </a:lnTo>
                  <a:lnTo>
                    <a:pt x="2402590" y="659903"/>
                  </a:lnTo>
                  <a:lnTo>
                    <a:pt x="2410649" y="671480"/>
                  </a:lnTo>
                  <a:lnTo>
                    <a:pt x="2418623" y="683057"/>
                  </a:lnTo>
                  <a:lnTo>
                    <a:pt x="2426389" y="694635"/>
                  </a:lnTo>
                  <a:lnTo>
                    <a:pt x="2434077" y="706212"/>
                  </a:lnTo>
                  <a:lnTo>
                    <a:pt x="2441599" y="717789"/>
                  </a:lnTo>
                  <a:lnTo>
                    <a:pt x="2448974" y="729367"/>
                  </a:lnTo>
                  <a:lnTo>
                    <a:pt x="2456259" y="740944"/>
                  </a:lnTo>
                  <a:lnTo>
                    <a:pt x="2463308" y="752521"/>
                  </a:lnTo>
                  <a:lnTo>
                    <a:pt x="2470270" y="764098"/>
                  </a:lnTo>
                  <a:lnTo>
                    <a:pt x="2477053" y="775676"/>
                  </a:lnTo>
                  <a:lnTo>
                    <a:pt x="2483667" y="787253"/>
                  </a:lnTo>
                  <a:lnTo>
                    <a:pt x="2490185" y="798830"/>
                  </a:lnTo>
                  <a:lnTo>
                    <a:pt x="2496435" y="810407"/>
                  </a:lnTo>
                  <a:lnTo>
                    <a:pt x="2502589" y="821985"/>
                  </a:lnTo>
                  <a:lnTo>
                    <a:pt x="2508549" y="833562"/>
                  </a:lnTo>
                  <a:lnTo>
                    <a:pt x="2514316" y="845139"/>
                  </a:lnTo>
                  <a:lnTo>
                    <a:pt x="2519982" y="856716"/>
                  </a:lnTo>
                  <a:lnTo>
                    <a:pt x="2525345" y="868294"/>
                  </a:lnTo>
                  <a:lnTo>
                    <a:pt x="2530600" y="879871"/>
                  </a:lnTo>
                  <a:lnTo>
                    <a:pt x="2535648" y="891448"/>
                  </a:lnTo>
                  <a:lnTo>
                    <a:pt x="2540476" y="903025"/>
                  </a:lnTo>
                  <a:lnTo>
                    <a:pt x="2545193" y="914603"/>
                  </a:lnTo>
                  <a:lnTo>
                    <a:pt x="2549583" y="926180"/>
                  </a:lnTo>
                  <a:lnTo>
                    <a:pt x="2553850" y="937757"/>
                  </a:lnTo>
                  <a:lnTo>
                    <a:pt x="2557896" y="949334"/>
                  </a:lnTo>
                  <a:lnTo>
                    <a:pt x="2561697" y="960912"/>
                  </a:lnTo>
                  <a:lnTo>
                    <a:pt x="2565378" y="972489"/>
                  </a:lnTo>
                  <a:lnTo>
                    <a:pt x="2568711" y="984066"/>
                  </a:lnTo>
                  <a:lnTo>
                    <a:pt x="2571905" y="995643"/>
                  </a:lnTo>
                  <a:lnTo>
                    <a:pt x="2574870" y="1007221"/>
                  </a:lnTo>
                  <a:lnTo>
                    <a:pt x="2577565" y="1018798"/>
                  </a:lnTo>
                  <a:lnTo>
                    <a:pt x="2580133" y="1030375"/>
                  </a:lnTo>
                  <a:lnTo>
                    <a:pt x="2582340" y="1041952"/>
                  </a:lnTo>
                  <a:lnTo>
                    <a:pt x="2584393" y="1053530"/>
                  </a:lnTo>
                  <a:lnTo>
                    <a:pt x="2586213" y="1065107"/>
                  </a:lnTo>
                  <a:lnTo>
                    <a:pt x="2587744" y="1076684"/>
                  </a:lnTo>
                  <a:lnTo>
                    <a:pt x="2589142" y="1088261"/>
                  </a:lnTo>
                  <a:lnTo>
                    <a:pt x="2590175" y="1099839"/>
                  </a:lnTo>
                  <a:lnTo>
                    <a:pt x="2591043" y="1111416"/>
                  </a:lnTo>
                  <a:lnTo>
                    <a:pt x="2591679" y="1122993"/>
                  </a:lnTo>
                  <a:lnTo>
                    <a:pt x="2592013" y="1134570"/>
                  </a:lnTo>
                  <a:lnTo>
                    <a:pt x="2592212" y="1146148"/>
                  </a:lnTo>
                  <a:lnTo>
                    <a:pt x="2592051" y="1157725"/>
                  </a:lnTo>
                  <a:lnTo>
                    <a:pt x="2591717" y="1169302"/>
                  </a:lnTo>
                  <a:lnTo>
                    <a:pt x="2591158" y="1180879"/>
                  </a:lnTo>
                  <a:lnTo>
                    <a:pt x="2590294" y="1192457"/>
                  </a:lnTo>
                  <a:lnTo>
                    <a:pt x="2589295" y="1204034"/>
                  </a:lnTo>
                  <a:lnTo>
                    <a:pt x="2587951" y="1215611"/>
                  </a:lnTo>
                  <a:lnTo>
                    <a:pt x="2586431" y="1227188"/>
                  </a:lnTo>
                  <a:lnTo>
                    <a:pt x="2584700" y="1238766"/>
                  </a:lnTo>
                  <a:lnTo>
                    <a:pt x="2582666" y="1250343"/>
                  </a:lnTo>
                  <a:lnTo>
                    <a:pt x="2580504" y="1261920"/>
                  </a:lnTo>
                  <a:lnTo>
                    <a:pt x="2578019" y="1273497"/>
                  </a:lnTo>
                  <a:lnTo>
                    <a:pt x="2575360" y="1285075"/>
                  </a:lnTo>
                  <a:lnTo>
                    <a:pt x="2572509" y="1296652"/>
                  </a:lnTo>
                  <a:lnTo>
                    <a:pt x="2569367" y="1308229"/>
                  </a:lnTo>
                  <a:lnTo>
                    <a:pt x="2566105" y="1319806"/>
                  </a:lnTo>
                  <a:lnTo>
                    <a:pt x="2562549" y="1331384"/>
                  </a:lnTo>
                  <a:lnTo>
                    <a:pt x="2558826" y="1342961"/>
                  </a:lnTo>
                  <a:lnTo>
                    <a:pt x="2554933" y="1354538"/>
                  </a:lnTo>
                  <a:lnTo>
                    <a:pt x="2550768" y="1366115"/>
                  </a:lnTo>
                  <a:lnTo>
                    <a:pt x="2546493" y="1377693"/>
                  </a:lnTo>
                  <a:lnTo>
                    <a:pt x="2541959" y="1389270"/>
                  </a:lnTo>
                  <a:lnTo>
                    <a:pt x="2537269" y="1400847"/>
                  </a:lnTo>
                  <a:lnTo>
                    <a:pt x="2532431" y="1412424"/>
                  </a:lnTo>
                  <a:lnTo>
                    <a:pt x="2527345" y="1424002"/>
                  </a:lnTo>
                  <a:lnTo>
                    <a:pt x="2522163" y="1435579"/>
                  </a:lnTo>
                  <a:lnTo>
                    <a:pt x="2516756" y="1447156"/>
                  </a:lnTo>
                  <a:lnTo>
                    <a:pt x="2511207" y="1458734"/>
                  </a:lnTo>
                  <a:lnTo>
                    <a:pt x="2505534" y="1470311"/>
                  </a:lnTo>
                  <a:lnTo>
                    <a:pt x="2499639" y="1481888"/>
                  </a:lnTo>
                  <a:lnTo>
                    <a:pt x="2493660" y="1493465"/>
                  </a:lnTo>
                  <a:lnTo>
                    <a:pt x="2487491" y="1505043"/>
                  </a:lnTo>
                  <a:lnTo>
                    <a:pt x="2481195" y="1516620"/>
                  </a:lnTo>
                  <a:lnTo>
                    <a:pt x="2474796" y="1528197"/>
                  </a:lnTo>
                  <a:lnTo>
                    <a:pt x="2468203" y="1539774"/>
                  </a:lnTo>
                  <a:lnTo>
                    <a:pt x="2461538" y="1551352"/>
                  </a:lnTo>
                  <a:lnTo>
                    <a:pt x="2454715" y="1562929"/>
                  </a:lnTo>
                  <a:lnTo>
                    <a:pt x="2447779" y="1574506"/>
                  </a:lnTo>
                  <a:lnTo>
                    <a:pt x="2440759" y="1586083"/>
                  </a:lnTo>
                  <a:lnTo>
                    <a:pt x="2433570" y="1597661"/>
                  </a:lnTo>
                  <a:lnTo>
                    <a:pt x="2426321" y="1609238"/>
                  </a:lnTo>
                  <a:lnTo>
                    <a:pt x="2418939" y="1620815"/>
                  </a:lnTo>
                  <a:lnTo>
                    <a:pt x="2411459" y="1632392"/>
                  </a:lnTo>
                  <a:lnTo>
                    <a:pt x="2403911" y="1643970"/>
                  </a:lnTo>
                  <a:lnTo>
                    <a:pt x="2396216" y="1655547"/>
                  </a:lnTo>
                  <a:lnTo>
                    <a:pt x="2388468" y="1667124"/>
                  </a:lnTo>
                  <a:lnTo>
                    <a:pt x="2380612" y="1678701"/>
                  </a:lnTo>
                  <a:lnTo>
                    <a:pt x="2372668" y="1690279"/>
                  </a:lnTo>
                  <a:lnTo>
                    <a:pt x="2364668" y="1701856"/>
                  </a:lnTo>
                  <a:lnTo>
                    <a:pt x="2356540" y="1713433"/>
                  </a:lnTo>
                  <a:lnTo>
                    <a:pt x="2348367" y="1725010"/>
                  </a:lnTo>
                  <a:lnTo>
                    <a:pt x="2340102" y="1736588"/>
                  </a:lnTo>
                  <a:lnTo>
                    <a:pt x="2331759" y="1748165"/>
                  </a:lnTo>
                  <a:lnTo>
                    <a:pt x="2323371" y="1759742"/>
                  </a:lnTo>
                  <a:lnTo>
                    <a:pt x="2314868" y="1771319"/>
                  </a:lnTo>
                  <a:lnTo>
                    <a:pt x="2306327" y="1782897"/>
                  </a:lnTo>
                  <a:lnTo>
                    <a:pt x="2297709" y="1794474"/>
                  </a:lnTo>
                  <a:lnTo>
                    <a:pt x="2289021" y="1806051"/>
                  </a:lnTo>
                  <a:lnTo>
                    <a:pt x="2280295" y="1817628"/>
                  </a:lnTo>
                  <a:lnTo>
                    <a:pt x="2271468" y="1829206"/>
                  </a:lnTo>
                  <a:lnTo>
                    <a:pt x="2262608" y="1840783"/>
                  </a:lnTo>
                  <a:lnTo>
                    <a:pt x="2253683" y="1852360"/>
                  </a:lnTo>
                  <a:lnTo>
                    <a:pt x="2244697" y="1863937"/>
                  </a:lnTo>
                  <a:lnTo>
                    <a:pt x="2235679" y="1875515"/>
                  </a:lnTo>
                  <a:lnTo>
                    <a:pt x="2226576" y="1887092"/>
                  </a:lnTo>
                  <a:lnTo>
                    <a:pt x="2217445" y="1898669"/>
                  </a:lnTo>
                  <a:lnTo>
                    <a:pt x="2208261" y="1910246"/>
                  </a:lnTo>
                  <a:lnTo>
                    <a:pt x="2199026" y="1921824"/>
                  </a:lnTo>
                  <a:lnTo>
                    <a:pt x="2189766" y="1933401"/>
                  </a:lnTo>
                  <a:lnTo>
                    <a:pt x="2180440" y="1944978"/>
                  </a:lnTo>
                  <a:lnTo>
                    <a:pt x="2171092" y="1956555"/>
                  </a:lnTo>
                  <a:lnTo>
                    <a:pt x="2161706" y="1968133"/>
                  </a:lnTo>
                  <a:lnTo>
                    <a:pt x="2152283" y="1979710"/>
                  </a:lnTo>
                  <a:lnTo>
                    <a:pt x="2142843" y="1991287"/>
                  </a:lnTo>
                  <a:lnTo>
                    <a:pt x="2133361" y="2002864"/>
                  </a:lnTo>
                  <a:lnTo>
                    <a:pt x="2123866" y="2014442"/>
                  </a:lnTo>
                  <a:lnTo>
                    <a:pt x="2114351" y="2026019"/>
                  </a:lnTo>
                  <a:lnTo>
                    <a:pt x="2104819" y="2037596"/>
                  </a:lnTo>
                  <a:lnTo>
                    <a:pt x="2095280" y="2049173"/>
                  </a:lnTo>
                  <a:lnTo>
                    <a:pt x="2085731" y="2060751"/>
                  </a:lnTo>
                  <a:lnTo>
                    <a:pt x="2076182" y="2072328"/>
                  </a:lnTo>
                  <a:lnTo>
                    <a:pt x="2066634" y="2083905"/>
                  </a:lnTo>
                  <a:lnTo>
                    <a:pt x="2057098" y="2095482"/>
                  </a:lnTo>
                  <a:lnTo>
                    <a:pt x="2047568" y="2107060"/>
                  </a:lnTo>
                  <a:lnTo>
                    <a:pt x="2038066" y="2118637"/>
                  </a:lnTo>
                  <a:lnTo>
                    <a:pt x="2028583" y="2130214"/>
                  </a:lnTo>
                  <a:lnTo>
                    <a:pt x="2019126" y="2141792"/>
                  </a:lnTo>
                  <a:lnTo>
                    <a:pt x="2009717" y="2153369"/>
                  </a:lnTo>
                  <a:lnTo>
                    <a:pt x="2000331" y="2164946"/>
                  </a:lnTo>
                  <a:lnTo>
                    <a:pt x="1991017" y="2176523"/>
                  </a:lnTo>
                  <a:lnTo>
                    <a:pt x="1981746" y="2188101"/>
                  </a:lnTo>
                  <a:lnTo>
                    <a:pt x="1972531" y="2199678"/>
                  </a:lnTo>
                  <a:lnTo>
                    <a:pt x="1963408" y="2211255"/>
                  </a:lnTo>
                  <a:lnTo>
                    <a:pt x="1954328" y="2222832"/>
                  </a:lnTo>
                  <a:lnTo>
                    <a:pt x="1945368" y="2234410"/>
                  </a:lnTo>
                  <a:lnTo>
                    <a:pt x="1936482" y="2245987"/>
                  </a:lnTo>
                  <a:lnTo>
                    <a:pt x="1927681" y="2257564"/>
                  </a:lnTo>
                  <a:lnTo>
                    <a:pt x="1919025" y="2269141"/>
                  </a:lnTo>
                  <a:lnTo>
                    <a:pt x="1910432" y="2280719"/>
                  </a:lnTo>
                  <a:lnTo>
                    <a:pt x="1902012" y="2292296"/>
                  </a:lnTo>
                  <a:lnTo>
                    <a:pt x="1893699" y="2303873"/>
                  </a:lnTo>
                  <a:lnTo>
                    <a:pt x="1885501" y="2315450"/>
                  </a:lnTo>
                  <a:lnTo>
                    <a:pt x="1877504" y="2327028"/>
                  </a:lnTo>
                  <a:lnTo>
                    <a:pt x="1869594" y="2338605"/>
                  </a:lnTo>
                  <a:lnTo>
                    <a:pt x="1861905" y="2350182"/>
                  </a:lnTo>
                  <a:lnTo>
                    <a:pt x="1854361" y="2361759"/>
                  </a:lnTo>
                  <a:lnTo>
                    <a:pt x="1846959" y="2373337"/>
                  </a:lnTo>
                  <a:lnTo>
                    <a:pt x="1839816" y="2384914"/>
                  </a:lnTo>
                  <a:lnTo>
                    <a:pt x="1832781" y="2396491"/>
                  </a:lnTo>
                  <a:lnTo>
                    <a:pt x="1826013" y="2408068"/>
                  </a:lnTo>
                  <a:lnTo>
                    <a:pt x="1819427" y="2419646"/>
                  </a:lnTo>
                  <a:lnTo>
                    <a:pt x="1813005" y="2431223"/>
                  </a:lnTo>
                  <a:lnTo>
                    <a:pt x="1806898" y="2442800"/>
                  </a:lnTo>
                  <a:lnTo>
                    <a:pt x="1800918" y="2454377"/>
                  </a:lnTo>
                  <a:lnTo>
                    <a:pt x="1795241" y="2465955"/>
                  </a:lnTo>
                  <a:lnTo>
                    <a:pt x="1789779" y="2477532"/>
                  </a:lnTo>
                  <a:lnTo>
                    <a:pt x="1784499" y="2489109"/>
                  </a:lnTo>
                  <a:lnTo>
                    <a:pt x="1779581" y="2500686"/>
                  </a:lnTo>
                  <a:lnTo>
                    <a:pt x="1774806" y="2512264"/>
                  </a:lnTo>
                  <a:lnTo>
                    <a:pt x="1770358" y="2523841"/>
                  </a:lnTo>
                  <a:lnTo>
                    <a:pt x="1766155" y="2535418"/>
                  </a:lnTo>
                  <a:lnTo>
                    <a:pt x="1762140" y="2546995"/>
                  </a:lnTo>
                  <a:lnTo>
                    <a:pt x="1758524" y="2558573"/>
                  </a:lnTo>
                  <a:lnTo>
                    <a:pt x="1755060" y="2570150"/>
                  </a:lnTo>
                  <a:lnTo>
                    <a:pt x="1751934" y="2581727"/>
                  </a:lnTo>
                  <a:lnTo>
                    <a:pt x="1749073" y="2593304"/>
                  </a:lnTo>
                  <a:lnTo>
                    <a:pt x="1746399" y="2604882"/>
                  </a:lnTo>
                  <a:lnTo>
                    <a:pt x="1744144" y="2616459"/>
                  </a:lnTo>
                  <a:lnTo>
                    <a:pt x="1742043" y="2628036"/>
                  </a:lnTo>
                  <a:lnTo>
                    <a:pt x="1740276" y="2639613"/>
                  </a:lnTo>
                  <a:lnTo>
                    <a:pt x="1738781" y="2651191"/>
                  </a:lnTo>
                  <a:lnTo>
                    <a:pt x="1737464" y="2662768"/>
                  </a:lnTo>
                  <a:lnTo>
                    <a:pt x="1736567" y="2674345"/>
                  </a:lnTo>
                  <a:lnTo>
                    <a:pt x="1735818" y="2685922"/>
                  </a:lnTo>
                  <a:lnTo>
                    <a:pt x="1735383" y="2697500"/>
                  </a:lnTo>
                  <a:lnTo>
                    <a:pt x="1735213" y="2709077"/>
                  </a:lnTo>
                  <a:lnTo>
                    <a:pt x="1735204" y="2720654"/>
                  </a:lnTo>
                  <a:lnTo>
                    <a:pt x="1735593" y="2732231"/>
                  </a:lnTo>
                  <a:lnTo>
                    <a:pt x="1736118" y="2743809"/>
                  </a:lnTo>
                  <a:lnTo>
                    <a:pt x="1736921" y="2755386"/>
                  </a:lnTo>
                  <a:lnTo>
                    <a:pt x="1737968" y="2766963"/>
                  </a:lnTo>
                  <a:lnTo>
                    <a:pt x="1739151" y="2778540"/>
                  </a:lnTo>
                  <a:lnTo>
                    <a:pt x="1740689" y="2790118"/>
                  </a:lnTo>
                  <a:lnTo>
                    <a:pt x="1742342" y="2801695"/>
                  </a:lnTo>
                  <a:lnTo>
                    <a:pt x="1744224" y="2813272"/>
                  </a:lnTo>
                  <a:lnTo>
                    <a:pt x="1746314" y="2824849"/>
                  </a:lnTo>
                  <a:lnTo>
                    <a:pt x="1748511" y="2836427"/>
                  </a:lnTo>
                  <a:lnTo>
                    <a:pt x="1750996" y="2848004"/>
                  </a:lnTo>
                  <a:lnTo>
                    <a:pt x="1753569" y="2859581"/>
                  </a:lnTo>
                  <a:lnTo>
                    <a:pt x="1756313" y="2871159"/>
                  </a:lnTo>
                  <a:lnTo>
                    <a:pt x="1759214" y="2882736"/>
                  </a:lnTo>
                  <a:lnTo>
                    <a:pt x="1762193" y="2894313"/>
                  </a:lnTo>
                  <a:lnTo>
                    <a:pt x="1765368" y="2905890"/>
                  </a:lnTo>
                  <a:lnTo>
                    <a:pt x="1768602" y="2917468"/>
                  </a:lnTo>
                  <a:lnTo>
                    <a:pt x="1771943" y="2929045"/>
                  </a:lnTo>
                  <a:lnTo>
                    <a:pt x="1775377" y="2940622"/>
                  </a:lnTo>
                  <a:lnTo>
                    <a:pt x="1778856" y="2952199"/>
                  </a:lnTo>
                  <a:lnTo>
                    <a:pt x="1782430" y="2963777"/>
                  </a:lnTo>
                  <a:lnTo>
                    <a:pt x="1786028" y="2975354"/>
                  </a:lnTo>
                  <a:lnTo>
                    <a:pt x="1789667" y="2986931"/>
                  </a:lnTo>
                  <a:lnTo>
                    <a:pt x="1793326" y="2998508"/>
                  </a:lnTo>
                  <a:lnTo>
                    <a:pt x="1796993" y="3010086"/>
                  </a:lnTo>
                  <a:lnTo>
                    <a:pt x="1800654" y="3021663"/>
                  </a:lnTo>
                  <a:lnTo>
                    <a:pt x="1804298" y="3033240"/>
                  </a:lnTo>
                  <a:lnTo>
                    <a:pt x="1807918" y="3044817"/>
                  </a:lnTo>
                  <a:lnTo>
                    <a:pt x="1811481" y="3056395"/>
                  </a:lnTo>
                  <a:lnTo>
                    <a:pt x="1815015" y="3067972"/>
                  </a:lnTo>
                  <a:lnTo>
                    <a:pt x="1818446" y="3079549"/>
                  </a:lnTo>
                  <a:lnTo>
                    <a:pt x="1821817" y="3091126"/>
                  </a:lnTo>
                  <a:lnTo>
                    <a:pt x="1825103" y="3102704"/>
                  </a:lnTo>
                  <a:lnTo>
                    <a:pt x="1828254" y="3114281"/>
                  </a:lnTo>
                  <a:lnTo>
                    <a:pt x="1831342" y="3125858"/>
                  </a:lnTo>
                  <a:lnTo>
                    <a:pt x="1834241" y="3137435"/>
                  </a:lnTo>
                  <a:lnTo>
                    <a:pt x="1837035" y="3149013"/>
                  </a:lnTo>
                  <a:lnTo>
                    <a:pt x="1839695" y="3160590"/>
                  </a:lnTo>
                  <a:lnTo>
                    <a:pt x="1842145" y="3172167"/>
                  </a:lnTo>
                  <a:lnTo>
                    <a:pt x="1844502" y="3183744"/>
                  </a:lnTo>
                  <a:lnTo>
                    <a:pt x="1846598" y="3195322"/>
                  </a:lnTo>
                  <a:lnTo>
                    <a:pt x="1848548" y="3206899"/>
                  </a:lnTo>
                  <a:lnTo>
                    <a:pt x="1850324" y="3218476"/>
                  </a:lnTo>
                  <a:lnTo>
                    <a:pt x="1851827" y="3230053"/>
                  </a:lnTo>
                  <a:lnTo>
                    <a:pt x="1853211" y="3241631"/>
                  </a:lnTo>
                  <a:lnTo>
                    <a:pt x="1854282" y="3253208"/>
                  </a:lnTo>
                  <a:lnTo>
                    <a:pt x="1855170" y="3264785"/>
                  </a:lnTo>
                  <a:lnTo>
                    <a:pt x="1855860" y="3276362"/>
                  </a:lnTo>
                  <a:lnTo>
                    <a:pt x="1856225" y="3287940"/>
                  </a:lnTo>
                  <a:lnTo>
                    <a:pt x="1856454" y="3299517"/>
                  </a:lnTo>
                  <a:lnTo>
                    <a:pt x="1856336" y="3311094"/>
                  </a:lnTo>
                  <a:lnTo>
                    <a:pt x="1856010" y="3322671"/>
                  </a:lnTo>
                  <a:lnTo>
                    <a:pt x="1855472" y="3334249"/>
                  </a:lnTo>
                  <a:lnTo>
                    <a:pt x="1854576" y="3345826"/>
                  </a:lnTo>
                  <a:lnTo>
                    <a:pt x="1853533" y="3357403"/>
                  </a:lnTo>
                  <a:lnTo>
                    <a:pt x="1852134" y="3368980"/>
                  </a:lnTo>
                  <a:lnTo>
                    <a:pt x="1850509" y="3380558"/>
                  </a:lnTo>
                  <a:lnTo>
                    <a:pt x="1848673" y="3392135"/>
                  </a:lnTo>
                  <a:lnTo>
                    <a:pt x="1846463" y="3403712"/>
                  </a:lnTo>
                  <a:lnTo>
                    <a:pt x="1844106" y="3415289"/>
                  </a:lnTo>
                  <a:lnTo>
                    <a:pt x="1841400" y="3426867"/>
                  </a:lnTo>
                  <a:lnTo>
                    <a:pt x="1838465" y="3438444"/>
                  </a:lnTo>
                  <a:lnTo>
                    <a:pt x="1835331" y="3450021"/>
                  </a:lnTo>
                  <a:lnTo>
                    <a:pt x="1831829" y="3461598"/>
                  </a:lnTo>
                  <a:lnTo>
                    <a:pt x="1828185" y="3473176"/>
                  </a:lnTo>
                  <a:lnTo>
                    <a:pt x="1824220" y="3484753"/>
                  </a:lnTo>
                  <a:lnTo>
                    <a:pt x="1820033" y="3496330"/>
                  </a:lnTo>
                  <a:lnTo>
                    <a:pt x="1815669" y="3507907"/>
                  </a:lnTo>
                  <a:lnTo>
                    <a:pt x="1810960" y="3519485"/>
                  </a:lnTo>
                  <a:lnTo>
                    <a:pt x="1806125" y="3531062"/>
                  </a:lnTo>
                  <a:lnTo>
                    <a:pt x="1801008" y="3542639"/>
                  </a:lnTo>
                  <a:lnTo>
                    <a:pt x="1795690" y="3554216"/>
                  </a:lnTo>
                  <a:lnTo>
                    <a:pt x="1790223" y="3565794"/>
                  </a:lnTo>
                  <a:lnTo>
                    <a:pt x="1784454" y="3577371"/>
                  </a:lnTo>
                  <a:lnTo>
                    <a:pt x="1778578" y="3588948"/>
                  </a:lnTo>
                  <a:lnTo>
                    <a:pt x="1772471" y="3600526"/>
                  </a:lnTo>
                  <a:lnTo>
                    <a:pt x="1766194" y="3612103"/>
                  </a:lnTo>
                  <a:lnTo>
                    <a:pt x="1759800" y="3623680"/>
                  </a:lnTo>
                  <a:lnTo>
                    <a:pt x="1753161" y="3635257"/>
                  </a:lnTo>
                  <a:lnTo>
                    <a:pt x="1746438" y="3646835"/>
                  </a:lnTo>
                  <a:lnTo>
                    <a:pt x="1739542" y="3658412"/>
                  </a:lnTo>
                  <a:lnTo>
                    <a:pt x="1732514" y="3669989"/>
                  </a:lnTo>
                  <a:lnTo>
                    <a:pt x="1725404" y="3681566"/>
                  </a:lnTo>
                  <a:lnTo>
                    <a:pt x="1718115" y="3693144"/>
                  </a:lnTo>
                  <a:lnTo>
                    <a:pt x="1710769" y="3704721"/>
                  </a:lnTo>
                  <a:lnTo>
                    <a:pt x="1703308" y="3716298"/>
                  </a:lnTo>
                  <a:lnTo>
                    <a:pt x="1695762" y="3727875"/>
                  </a:lnTo>
                  <a:lnTo>
                    <a:pt x="1688165" y="3739453"/>
                  </a:lnTo>
                  <a:lnTo>
                    <a:pt x="1680462" y="3751030"/>
                  </a:lnTo>
                  <a:lnTo>
                    <a:pt x="1672729" y="3762607"/>
                  </a:lnTo>
                  <a:lnTo>
                    <a:pt x="1664938" y="3774184"/>
                  </a:lnTo>
                  <a:lnTo>
                    <a:pt x="1657109" y="3785762"/>
                  </a:lnTo>
                  <a:lnTo>
                    <a:pt x="1649260" y="3797339"/>
                  </a:lnTo>
                  <a:lnTo>
                    <a:pt x="1641378" y="3808916"/>
                  </a:lnTo>
                  <a:lnTo>
                    <a:pt x="1633493" y="3820493"/>
                  </a:lnTo>
                  <a:lnTo>
                    <a:pt x="1625602" y="3832071"/>
                  </a:lnTo>
                  <a:lnTo>
                    <a:pt x="1617720" y="3843648"/>
                  </a:lnTo>
                  <a:lnTo>
                    <a:pt x="1609844" y="3855225"/>
                  </a:lnTo>
                  <a:lnTo>
                    <a:pt x="1602005" y="3866802"/>
                  </a:lnTo>
                  <a:lnTo>
                    <a:pt x="1594186" y="3878380"/>
                  </a:lnTo>
                  <a:lnTo>
                    <a:pt x="1586406" y="3889957"/>
                  </a:lnTo>
                  <a:lnTo>
                    <a:pt x="1578680" y="3901534"/>
                  </a:lnTo>
                  <a:lnTo>
                    <a:pt x="1570983" y="3913111"/>
                  </a:lnTo>
                  <a:lnTo>
                    <a:pt x="1563381" y="3924689"/>
                  </a:lnTo>
                  <a:lnTo>
                    <a:pt x="1555823" y="3936266"/>
                  </a:lnTo>
                  <a:lnTo>
                    <a:pt x="1548338" y="3947843"/>
                  </a:lnTo>
                  <a:lnTo>
                    <a:pt x="1540949" y="3959420"/>
                  </a:lnTo>
                  <a:lnTo>
                    <a:pt x="1533605" y="3970998"/>
                  </a:lnTo>
                  <a:lnTo>
                    <a:pt x="1526404" y="3982575"/>
                  </a:lnTo>
                  <a:lnTo>
                    <a:pt x="1519266" y="3994152"/>
                  </a:lnTo>
                  <a:lnTo>
                    <a:pt x="1512227" y="4005729"/>
                  </a:lnTo>
                  <a:lnTo>
                    <a:pt x="1505317" y="4017307"/>
                  </a:lnTo>
                  <a:lnTo>
                    <a:pt x="1498467" y="4028884"/>
                  </a:lnTo>
                  <a:lnTo>
                    <a:pt x="1491791" y="4040461"/>
                  </a:lnTo>
                  <a:lnTo>
                    <a:pt x="1485196" y="4052038"/>
                  </a:lnTo>
                  <a:lnTo>
                    <a:pt x="1478717" y="4063616"/>
                  </a:lnTo>
                  <a:lnTo>
                    <a:pt x="1472391" y="4075193"/>
                  </a:lnTo>
                  <a:lnTo>
                    <a:pt x="1466136" y="4086770"/>
                  </a:lnTo>
                  <a:lnTo>
                    <a:pt x="1460073" y="4098347"/>
                  </a:lnTo>
                  <a:lnTo>
                    <a:pt x="1454104" y="4109925"/>
                  </a:lnTo>
                  <a:lnTo>
                    <a:pt x="1448259" y="4121502"/>
                  </a:lnTo>
                  <a:lnTo>
                    <a:pt x="1442585" y="4133079"/>
                  </a:lnTo>
                  <a:lnTo>
                    <a:pt x="1436986" y="4144656"/>
                  </a:lnTo>
                  <a:lnTo>
                    <a:pt x="1431588" y="4156234"/>
                  </a:lnTo>
                  <a:lnTo>
                    <a:pt x="1426291" y="4167811"/>
                  </a:lnTo>
                  <a:lnTo>
                    <a:pt x="1421119" y="4179388"/>
                  </a:lnTo>
                  <a:lnTo>
                    <a:pt x="1416127" y="4190965"/>
                  </a:lnTo>
                  <a:lnTo>
                    <a:pt x="1411212" y="4202543"/>
                  </a:lnTo>
                  <a:lnTo>
                    <a:pt x="1406494" y="4214120"/>
                  </a:lnTo>
                  <a:lnTo>
                    <a:pt x="1401883" y="4225697"/>
                  </a:lnTo>
                  <a:lnTo>
                    <a:pt x="1397391" y="4237274"/>
                  </a:lnTo>
                  <a:lnTo>
                    <a:pt x="1393080" y="4248852"/>
                  </a:lnTo>
                  <a:lnTo>
                    <a:pt x="1388845" y="4260429"/>
                  </a:lnTo>
                  <a:lnTo>
                    <a:pt x="1384798" y="4272006"/>
                  </a:lnTo>
                  <a:lnTo>
                    <a:pt x="1380856" y="4283584"/>
                  </a:lnTo>
                  <a:lnTo>
                    <a:pt x="1377025" y="4295161"/>
                  </a:lnTo>
                  <a:lnTo>
                    <a:pt x="1373369" y="4306738"/>
                  </a:lnTo>
                  <a:lnTo>
                    <a:pt x="1369785" y="4318315"/>
                  </a:lnTo>
                  <a:lnTo>
                    <a:pt x="1366373" y="4329893"/>
                  </a:lnTo>
                  <a:lnTo>
                    <a:pt x="1363064" y="4341470"/>
                  </a:lnTo>
                  <a:lnTo>
                    <a:pt x="1359853" y="4353047"/>
                  </a:lnTo>
                  <a:lnTo>
                    <a:pt x="1356808" y="4364624"/>
                  </a:lnTo>
                  <a:lnTo>
                    <a:pt x="1353828" y="4376202"/>
                  </a:lnTo>
                  <a:lnTo>
                    <a:pt x="1351002" y="4387779"/>
                  </a:lnTo>
                  <a:lnTo>
                    <a:pt x="1348271" y="4399356"/>
                  </a:lnTo>
                  <a:lnTo>
                    <a:pt x="1345626" y="4410933"/>
                  </a:lnTo>
                  <a:lnTo>
                    <a:pt x="1343133" y="4422511"/>
                  </a:lnTo>
                  <a:lnTo>
                    <a:pt x="1340698" y="4434088"/>
                  </a:lnTo>
                  <a:lnTo>
                    <a:pt x="1338396" y="4445665"/>
                  </a:lnTo>
                  <a:lnTo>
                    <a:pt x="1336181" y="4457242"/>
                  </a:lnTo>
                  <a:lnTo>
                    <a:pt x="1334039" y="4468820"/>
                  </a:lnTo>
                  <a:lnTo>
                    <a:pt x="1332032" y="4480397"/>
                  </a:lnTo>
                  <a:lnTo>
                    <a:pt x="1330075" y="4491974"/>
                  </a:lnTo>
                  <a:lnTo>
                    <a:pt x="1328231" y="4503551"/>
                  </a:lnTo>
                  <a:lnTo>
                    <a:pt x="1326464" y="4515129"/>
                  </a:lnTo>
                  <a:lnTo>
                    <a:pt x="1324757" y="4526706"/>
                  </a:lnTo>
                  <a:lnTo>
                    <a:pt x="1323169" y="4538283"/>
                  </a:lnTo>
                  <a:lnTo>
                    <a:pt x="1321623" y="4549860"/>
                  </a:lnTo>
                  <a:lnTo>
                    <a:pt x="1320169" y="4561438"/>
                  </a:lnTo>
                  <a:lnTo>
                    <a:pt x="1318783" y="4573015"/>
                  </a:lnTo>
                  <a:lnTo>
                    <a:pt x="1317445" y="4584592"/>
                  </a:lnTo>
                  <a:lnTo>
                    <a:pt x="1316208" y="4596169"/>
                  </a:lnTo>
                  <a:lnTo>
                    <a:pt x="1315006" y="4607747"/>
                  </a:lnTo>
                  <a:lnTo>
                    <a:pt x="1313879" y="4619324"/>
                  </a:lnTo>
                  <a:lnTo>
                    <a:pt x="1312810" y="4630901"/>
                  </a:lnTo>
                  <a:lnTo>
                    <a:pt x="1311778" y="4642478"/>
                  </a:lnTo>
                  <a:lnTo>
                    <a:pt x="1310830" y="4654056"/>
                  </a:lnTo>
                  <a:lnTo>
                    <a:pt x="1309911" y="4665633"/>
                  </a:lnTo>
                  <a:lnTo>
                    <a:pt x="1309051" y="4677210"/>
                  </a:lnTo>
                  <a:lnTo>
                    <a:pt x="1308239" y="4688787"/>
                  </a:lnTo>
                  <a:lnTo>
                    <a:pt x="1307455" y="4700365"/>
                  </a:lnTo>
                  <a:lnTo>
                    <a:pt x="1306741" y="4711942"/>
                  </a:lnTo>
                  <a:lnTo>
                    <a:pt x="1306049" y="4723519"/>
                  </a:lnTo>
                  <a:lnTo>
                    <a:pt x="1305403" y="4735096"/>
                  </a:lnTo>
                  <a:lnTo>
                    <a:pt x="1304796" y="4746674"/>
                  </a:lnTo>
                  <a:lnTo>
                    <a:pt x="1304210" y="4758251"/>
                  </a:lnTo>
                  <a:lnTo>
                    <a:pt x="1303680" y="4769828"/>
                  </a:lnTo>
                  <a:lnTo>
                    <a:pt x="1303167" y="4781405"/>
                  </a:lnTo>
                  <a:lnTo>
                    <a:pt x="1302690" y="4792983"/>
                  </a:lnTo>
                  <a:lnTo>
                    <a:pt x="1302243" y="4804560"/>
                  </a:lnTo>
                  <a:close/>
                </a:path>
              </a:pathLst>
            </a:custGeom>
            <a:solidFill>
              <a:srgbClr val="A8C5DA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28958" y="2326993"/>
              <a:ext cx="2383828" cy="0"/>
            </a:xfrm>
            <a:custGeom>
              <a:avLst/>
              <a:pathLst>
                <a:path w="2383828" h="0">
                  <a:moveTo>
                    <a:pt x="0" y="0"/>
                  </a:moveTo>
                  <a:lnTo>
                    <a:pt x="238382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2112466" y="1759862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2570821" y="2761832"/>
              <a:ext cx="117405" cy="11740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2489070" y="2090677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412350" y="1119136"/>
              <a:ext cx="117405" cy="117405"/>
            </a:xfrm>
            <a:custGeom>
              <a:avLst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2131881" y="4106097"/>
              <a:ext cx="117405" cy="117405"/>
            </a:xfrm>
            <a:prstGeom prst="ellipse">
              <a:avLst/>
            </a:prstGeom>
            <a:solidFill>
              <a:srgbClr val="3CB3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4077420" y="1123150"/>
              <a:ext cx="2592212" cy="5552534"/>
            </a:xfrm>
            <a:custGeom>
              <a:avLst/>
              <a:pathLst>
                <a:path w="2592212" h="5552534">
                  <a:moveTo>
                    <a:pt x="1288336" y="5552534"/>
                  </a:moveTo>
                  <a:lnTo>
                    <a:pt x="1287595" y="5541271"/>
                  </a:lnTo>
                  <a:lnTo>
                    <a:pt x="1286807" y="5530008"/>
                  </a:lnTo>
                  <a:lnTo>
                    <a:pt x="1285967" y="5518746"/>
                  </a:lnTo>
                  <a:lnTo>
                    <a:pt x="1285041" y="5507483"/>
                  </a:lnTo>
                  <a:lnTo>
                    <a:pt x="1284060" y="5496220"/>
                  </a:lnTo>
                  <a:lnTo>
                    <a:pt x="1283021" y="5484957"/>
                  </a:lnTo>
                  <a:lnTo>
                    <a:pt x="1281894" y="5473695"/>
                  </a:lnTo>
                  <a:lnTo>
                    <a:pt x="1280689" y="5462432"/>
                  </a:lnTo>
                  <a:lnTo>
                    <a:pt x="1279419" y="5451169"/>
                  </a:lnTo>
                  <a:lnTo>
                    <a:pt x="1278068" y="5439906"/>
                  </a:lnTo>
                  <a:lnTo>
                    <a:pt x="1276611" y="5428644"/>
                  </a:lnTo>
                  <a:lnTo>
                    <a:pt x="1275082" y="5417381"/>
                  </a:lnTo>
                  <a:lnTo>
                    <a:pt x="1273479" y="5406118"/>
                  </a:lnTo>
                  <a:lnTo>
                    <a:pt x="1271749" y="5394855"/>
                  </a:lnTo>
                  <a:lnTo>
                    <a:pt x="1269935" y="5383593"/>
                  </a:lnTo>
                  <a:lnTo>
                    <a:pt x="1268040" y="5372330"/>
                  </a:lnTo>
                  <a:lnTo>
                    <a:pt x="1266034" y="5361067"/>
                  </a:lnTo>
                  <a:lnTo>
                    <a:pt x="1263915" y="5349804"/>
                  </a:lnTo>
                  <a:lnTo>
                    <a:pt x="1261711" y="5338542"/>
                  </a:lnTo>
                  <a:lnTo>
                    <a:pt x="1259415" y="5327279"/>
                  </a:lnTo>
                  <a:lnTo>
                    <a:pt x="1256978" y="5316016"/>
                  </a:lnTo>
                  <a:lnTo>
                    <a:pt x="1254455" y="5304753"/>
                  </a:lnTo>
                  <a:lnTo>
                    <a:pt x="1251845" y="5293491"/>
                  </a:lnTo>
                  <a:lnTo>
                    <a:pt x="1249106" y="5282228"/>
                  </a:lnTo>
                  <a:lnTo>
                    <a:pt x="1246263" y="5270965"/>
                  </a:lnTo>
                  <a:lnTo>
                    <a:pt x="1243337" y="5259702"/>
                  </a:lnTo>
                  <a:lnTo>
                    <a:pt x="1240309" y="5248440"/>
                  </a:lnTo>
                  <a:lnTo>
                    <a:pt x="1237161" y="5237177"/>
                  </a:lnTo>
                  <a:lnTo>
                    <a:pt x="1233934" y="5225914"/>
                  </a:lnTo>
                  <a:lnTo>
                    <a:pt x="1230631" y="5214651"/>
                  </a:lnTo>
                  <a:lnTo>
                    <a:pt x="1227208" y="5203389"/>
                  </a:lnTo>
                  <a:lnTo>
                    <a:pt x="1223714" y="5192126"/>
                  </a:lnTo>
                  <a:lnTo>
                    <a:pt x="1220154" y="5180863"/>
                  </a:lnTo>
                  <a:lnTo>
                    <a:pt x="1216511" y="5169600"/>
                  </a:lnTo>
                  <a:lnTo>
                    <a:pt x="1212795" y="5158338"/>
                  </a:lnTo>
                  <a:lnTo>
                    <a:pt x="1209029" y="5147075"/>
                  </a:lnTo>
                  <a:lnTo>
                    <a:pt x="1205215" y="5135812"/>
                  </a:lnTo>
                  <a:lnTo>
                    <a:pt x="1201339" y="5124549"/>
                  </a:lnTo>
                  <a:lnTo>
                    <a:pt x="1197435" y="5113287"/>
                  </a:lnTo>
                  <a:lnTo>
                    <a:pt x="1193506" y="5102024"/>
                  </a:lnTo>
                  <a:lnTo>
                    <a:pt x="1189551" y="5090761"/>
                  </a:lnTo>
                  <a:lnTo>
                    <a:pt x="1185589" y="5079498"/>
                  </a:lnTo>
                  <a:lnTo>
                    <a:pt x="1181627" y="5068236"/>
                  </a:lnTo>
                  <a:lnTo>
                    <a:pt x="1177672" y="5056973"/>
                  </a:lnTo>
                  <a:lnTo>
                    <a:pt x="1173744" y="5045710"/>
                  </a:lnTo>
                  <a:lnTo>
                    <a:pt x="1169844" y="5034447"/>
                  </a:lnTo>
                  <a:lnTo>
                    <a:pt x="1165976" y="5023185"/>
                  </a:lnTo>
                  <a:lnTo>
                    <a:pt x="1162180" y="5011922"/>
                  </a:lnTo>
                  <a:lnTo>
                    <a:pt x="1158444" y="5000659"/>
                  </a:lnTo>
                  <a:lnTo>
                    <a:pt x="1154770" y="4989396"/>
                  </a:lnTo>
                  <a:lnTo>
                    <a:pt x="1151192" y="4978134"/>
                  </a:lnTo>
                  <a:lnTo>
                    <a:pt x="1147726" y="4966871"/>
                  </a:lnTo>
                  <a:lnTo>
                    <a:pt x="1144352" y="4955608"/>
                  </a:lnTo>
                  <a:lnTo>
                    <a:pt x="1141081" y="4944345"/>
                  </a:lnTo>
                  <a:lnTo>
                    <a:pt x="1137987" y="4933083"/>
                  </a:lnTo>
                  <a:lnTo>
                    <a:pt x="1135014" y="4921820"/>
                  </a:lnTo>
                  <a:lnTo>
                    <a:pt x="1132162" y="4910557"/>
                  </a:lnTo>
                  <a:lnTo>
                    <a:pt x="1129509" y="4899294"/>
                  </a:lnTo>
                  <a:lnTo>
                    <a:pt x="1127027" y="4888032"/>
                  </a:lnTo>
                  <a:lnTo>
                    <a:pt x="1124692" y="4876769"/>
                  </a:lnTo>
                  <a:lnTo>
                    <a:pt x="1122541" y="4865506"/>
                  </a:lnTo>
                  <a:lnTo>
                    <a:pt x="1120628" y="4854243"/>
                  </a:lnTo>
                  <a:lnTo>
                    <a:pt x="1118881" y="4842981"/>
                  </a:lnTo>
                  <a:lnTo>
                    <a:pt x="1117301" y="4831718"/>
                  </a:lnTo>
                  <a:lnTo>
                    <a:pt x="1116004" y="4820455"/>
                  </a:lnTo>
                  <a:lnTo>
                    <a:pt x="1114896" y="4809193"/>
                  </a:lnTo>
                  <a:lnTo>
                    <a:pt x="1113965" y="4797930"/>
                  </a:lnTo>
                  <a:lnTo>
                    <a:pt x="1113279" y="4786667"/>
                  </a:lnTo>
                  <a:lnTo>
                    <a:pt x="1112837" y="4775404"/>
                  </a:lnTo>
                  <a:lnTo>
                    <a:pt x="1112576" y="4764142"/>
                  </a:lnTo>
                  <a:lnTo>
                    <a:pt x="1112509" y="4752879"/>
                  </a:lnTo>
                  <a:lnTo>
                    <a:pt x="1112734" y="4741616"/>
                  </a:lnTo>
                  <a:lnTo>
                    <a:pt x="1113135" y="4730353"/>
                  </a:lnTo>
                  <a:lnTo>
                    <a:pt x="1113710" y="4719091"/>
                  </a:lnTo>
                  <a:lnTo>
                    <a:pt x="1114541" y="4707828"/>
                  </a:lnTo>
                  <a:lnTo>
                    <a:pt x="1115569" y="4696565"/>
                  </a:lnTo>
                  <a:lnTo>
                    <a:pt x="1116756" y="4685302"/>
                  </a:lnTo>
                  <a:lnTo>
                    <a:pt x="1118132" y="4674040"/>
                  </a:lnTo>
                  <a:lnTo>
                    <a:pt x="1119727" y="4662777"/>
                  </a:lnTo>
                  <a:lnTo>
                    <a:pt x="1121458" y="4651514"/>
                  </a:lnTo>
                  <a:lnTo>
                    <a:pt x="1123323" y="4640251"/>
                  </a:lnTo>
                  <a:lnTo>
                    <a:pt x="1125389" y="4628989"/>
                  </a:lnTo>
                  <a:lnTo>
                    <a:pt x="1127573" y="4617726"/>
                  </a:lnTo>
                  <a:lnTo>
                    <a:pt x="1129860" y="4606463"/>
                  </a:lnTo>
                  <a:lnTo>
                    <a:pt x="1132277" y="4595200"/>
                  </a:lnTo>
                  <a:lnTo>
                    <a:pt x="1134802" y="4583938"/>
                  </a:lnTo>
                  <a:lnTo>
                    <a:pt x="1137396" y="4572675"/>
                  </a:lnTo>
                  <a:lnTo>
                    <a:pt x="1140059" y="4561412"/>
                  </a:lnTo>
                  <a:lnTo>
                    <a:pt x="1142801" y="4550149"/>
                  </a:lnTo>
                  <a:lnTo>
                    <a:pt x="1145575" y="4538887"/>
                  </a:lnTo>
                  <a:lnTo>
                    <a:pt x="1148377" y="4527624"/>
                  </a:lnTo>
                  <a:lnTo>
                    <a:pt x="1151200" y="4516361"/>
                  </a:lnTo>
                  <a:lnTo>
                    <a:pt x="1154020" y="4505098"/>
                  </a:lnTo>
                  <a:lnTo>
                    <a:pt x="1156829" y="4493836"/>
                  </a:lnTo>
                  <a:lnTo>
                    <a:pt x="1159614" y="4482573"/>
                  </a:lnTo>
                  <a:lnTo>
                    <a:pt x="1162345" y="4471310"/>
                  </a:lnTo>
                  <a:lnTo>
                    <a:pt x="1165028" y="4460047"/>
                  </a:lnTo>
                  <a:lnTo>
                    <a:pt x="1167658" y="4448785"/>
                  </a:lnTo>
                  <a:lnTo>
                    <a:pt x="1170176" y="4437522"/>
                  </a:lnTo>
                  <a:lnTo>
                    <a:pt x="1172607" y="4426259"/>
                  </a:lnTo>
                  <a:lnTo>
                    <a:pt x="1174951" y="4414996"/>
                  </a:lnTo>
                  <a:lnTo>
                    <a:pt x="1177164" y="4403734"/>
                  </a:lnTo>
                  <a:lnTo>
                    <a:pt x="1179230" y="4392471"/>
                  </a:lnTo>
                  <a:lnTo>
                    <a:pt x="1181179" y="4381208"/>
                  </a:lnTo>
                  <a:lnTo>
                    <a:pt x="1182998" y="4369945"/>
                  </a:lnTo>
                  <a:lnTo>
                    <a:pt x="1184603" y="4358683"/>
                  </a:lnTo>
                  <a:lnTo>
                    <a:pt x="1186067" y="4347420"/>
                  </a:lnTo>
                  <a:lnTo>
                    <a:pt x="1187389" y="4336157"/>
                  </a:lnTo>
                  <a:lnTo>
                    <a:pt x="1188488" y="4324894"/>
                  </a:lnTo>
                  <a:lnTo>
                    <a:pt x="1189399" y="4313632"/>
                  </a:lnTo>
                  <a:lnTo>
                    <a:pt x="1190152" y="4302369"/>
                  </a:lnTo>
                  <a:lnTo>
                    <a:pt x="1190711" y="4291106"/>
                  </a:lnTo>
                  <a:lnTo>
                    <a:pt x="1191023" y="4279843"/>
                  </a:lnTo>
                  <a:lnTo>
                    <a:pt x="1191170" y="4268581"/>
                  </a:lnTo>
                  <a:lnTo>
                    <a:pt x="1191150" y="4257318"/>
                  </a:lnTo>
                  <a:lnTo>
                    <a:pt x="1190856" y="4246055"/>
                  </a:lnTo>
                  <a:lnTo>
                    <a:pt x="1190383" y="4234792"/>
                  </a:lnTo>
                  <a:lnTo>
                    <a:pt x="1189744" y="4223530"/>
                  </a:lnTo>
                  <a:lnTo>
                    <a:pt x="1188882" y="4212267"/>
                  </a:lnTo>
                  <a:lnTo>
                    <a:pt x="1187801" y="4201004"/>
                  </a:lnTo>
                  <a:lnTo>
                    <a:pt x="1186562" y="4189741"/>
                  </a:lnTo>
                  <a:lnTo>
                    <a:pt x="1185154" y="4178479"/>
                  </a:lnTo>
                  <a:lnTo>
                    <a:pt x="1183499" y="4167216"/>
                  </a:lnTo>
                  <a:lnTo>
                    <a:pt x="1181698" y="4155953"/>
                  </a:lnTo>
                  <a:lnTo>
                    <a:pt x="1179755" y="4144690"/>
                  </a:lnTo>
                  <a:lnTo>
                    <a:pt x="1177607" y="4133428"/>
                  </a:lnTo>
                  <a:lnTo>
                    <a:pt x="1175304" y="4122165"/>
                  </a:lnTo>
                  <a:lnTo>
                    <a:pt x="1172877" y="4110902"/>
                  </a:lnTo>
                  <a:lnTo>
                    <a:pt x="1170307" y="4099639"/>
                  </a:lnTo>
                  <a:lnTo>
                    <a:pt x="1167574" y="4088377"/>
                  </a:lnTo>
                  <a:lnTo>
                    <a:pt x="1164740" y="4077114"/>
                  </a:lnTo>
                  <a:lnTo>
                    <a:pt x="1161809" y="4065851"/>
                  </a:lnTo>
                  <a:lnTo>
                    <a:pt x="1158735" y="4054588"/>
                  </a:lnTo>
                  <a:lnTo>
                    <a:pt x="1155579" y="4043326"/>
                  </a:lnTo>
                  <a:lnTo>
                    <a:pt x="1152350" y="4032063"/>
                  </a:lnTo>
                  <a:lnTo>
                    <a:pt x="1149033" y="4020800"/>
                  </a:lnTo>
                  <a:lnTo>
                    <a:pt x="1145642" y="4009537"/>
                  </a:lnTo>
                  <a:lnTo>
                    <a:pt x="1142203" y="3998275"/>
                  </a:lnTo>
                  <a:lnTo>
                    <a:pt x="1138717" y="3987012"/>
                  </a:lnTo>
                  <a:lnTo>
                    <a:pt x="1135177" y="3975749"/>
                  </a:lnTo>
                  <a:lnTo>
                    <a:pt x="1131612" y="3964486"/>
                  </a:lnTo>
                  <a:lnTo>
                    <a:pt x="1128025" y="3953224"/>
                  </a:lnTo>
                  <a:lnTo>
                    <a:pt x="1124416" y="3941961"/>
                  </a:lnTo>
                  <a:lnTo>
                    <a:pt x="1120799" y="3930698"/>
                  </a:lnTo>
                  <a:lnTo>
                    <a:pt x="1117180" y="3919435"/>
                  </a:lnTo>
                  <a:lnTo>
                    <a:pt x="1113561" y="3908173"/>
                  </a:lnTo>
                  <a:lnTo>
                    <a:pt x="1109954" y="3896910"/>
                  </a:lnTo>
                  <a:lnTo>
                    <a:pt x="1106358" y="3885647"/>
                  </a:lnTo>
                  <a:lnTo>
                    <a:pt x="1102775" y="3874384"/>
                  </a:lnTo>
                  <a:lnTo>
                    <a:pt x="1099220" y="3863122"/>
                  </a:lnTo>
                  <a:lnTo>
                    <a:pt x="1095687" y="3851859"/>
                  </a:lnTo>
                  <a:lnTo>
                    <a:pt x="1092173" y="3840596"/>
                  </a:lnTo>
                  <a:lnTo>
                    <a:pt x="1088690" y="3829334"/>
                  </a:lnTo>
                  <a:lnTo>
                    <a:pt x="1085236" y="3818071"/>
                  </a:lnTo>
                  <a:lnTo>
                    <a:pt x="1081805" y="3806808"/>
                  </a:lnTo>
                  <a:lnTo>
                    <a:pt x="1078396" y="3795545"/>
                  </a:lnTo>
                  <a:lnTo>
                    <a:pt x="1075020" y="3784283"/>
                  </a:lnTo>
                  <a:lnTo>
                    <a:pt x="1071661" y="3773020"/>
                  </a:lnTo>
                  <a:lnTo>
                    <a:pt x="1068318" y="3761757"/>
                  </a:lnTo>
                  <a:lnTo>
                    <a:pt x="1064993" y="3750494"/>
                  </a:lnTo>
                  <a:lnTo>
                    <a:pt x="1061678" y="3739232"/>
                  </a:lnTo>
                  <a:lnTo>
                    <a:pt x="1058367" y="3727969"/>
                  </a:lnTo>
                  <a:lnTo>
                    <a:pt x="1055058" y="3716706"/>
                  </a:lnTo>
                  <a:lnTo>
                    <a:pt x="1051740" y="3705443"/>
                  </a:lnTo>
                  <a:lnTo>
                    <a:pt x="1048412" y="3694181"/>
                  </a:lnTo>
                  <a:lnTo>
                    <a:pt x="1045069" y="3682918"/>
                  </a:lnTo>
                  <a:lnTo>
                    <a:pt x="1041692" y="3671655"/>
                  </a:lnTo>
                  <a:lnTo>
                    <a:pt x="1038284" y="3660392"/>
                  </a:lnTo>
                  <a:lnTo>
                    <a:pt x="1034842" y="3649130"/>
                  </a:lnTo>
                  <a:lnTo>
                    <a:pt x="1031349" y="3637867"/>
                  </a:lnTo>
                  <a:lnTo>
                    <a:pt x="1027792" y="3626604"/>
                  </a:lnTo>
                  <a:lnTo>
                    <a:pt x="1024182" y="3615341"/>
                  </a:lnTo>
                  <a:lnTo>
                    <a:pt x="1020512" y="3604079"/>
                  </a:lnTo>
                  <a:lnTo>
                    <a:pt x="1016736" y="3592816"/>
                  </a:lnTo>
                  <a:lnTo>
                    <a:pt x="1012888" y="3581553"/>
                  </a:lnTo>
                  <a:lnTo>
                    <a:pt x="1008965" y="3570290"/>
                  </a:lnTo>
                  <a:lnTo>
                    <a:pt x="1004922" y="3559028"/>
                  </a:lnTo>
                  <a:lnTo>
                    <a:pt x="1000772" y="3547765"/>
                  </a:lnTo>
                  <a:lnTo>
                    <a:pt x="996532" y="3536502"/>
                  </a:lnTo>
                  <a:lnTo>
                    <a:pt x="992177" y="3525239"/>
                  </a:lnTo>
                  <a:lnTo>
                    <a:pt x="987673" y="3513977"/>
                  </a:lnTo>
                  <a:lnTo>
                    <a:pt x="983065" y="3502714"/>
                  </a:lnTo>
                  <a:lnTo>
                    <a:pt x="978353" y="3491451"/>
                  </a:lnTo>
                  <a:lnTo>
                    <a:pt x="973462" y="3480188"/>
                  </a:lnTo>
                  <a:lnTo>
                    <a:pt x="968451" y="3468926"/>
                  </a:lnTo>
                  <a:lnTo>
                    <a:pt x="963329" y="3457663"/>
                  </a:lnTo>
                  <a:lnTo>
                    <a:pt x="958052" y="3446400"/>
                  </a:lnTo>
                  <a:lnTo>
                    <a:pt x="952619" y="3435137"/>
                  </a:lnTo>
                  <a:lnTo>
                    <a:pt x="947072" y="3423875"/>
                  </a:lnTo>
                  <a:lnTo>
                    <a:pt x="941401" y="3412612"/>
                  </a:lnTo>
                  <a:lnTo>
                    <a:pt x="935541" y="3401349"/>
                  </a:lnTo>
                  <a:lnTo>
                    <a:pt x="929567" y="3390086"/>
                  </a:lnTo>
                  <a:lnTo>
                    <a:pt x="923480" y="3378824"/>
                  </a:lnTo>
                  <a:lnTo>
                    <a:pt x="917224" y="3367561"/>
                  </a:lnTo>
                  <a:lnTo>
                    <a:pt x="910834" y="3356298"/>
                  </a:lnTo>
                  <a:lnTo>
                    <a:pt x="904335" y="3345035"/>
                  </a:lnTo>
                  <a:lnTo>
                    <a:pt x="897704" y="3333773"/>
                  </a:lnTo>
                  <a:lnTo>
                    <a:pt x="890913" y="3322510"/>
                  </a:lnTo>
                  <a:lnTo>
                    <a:pt x="884018" y="3311247"/>
                  </a:lnTo>
                  <a:lnTo>
                    <a:pt x="877020" y="3299984"/>
                  </a:lnTo>
                  <a:lnTo>
                    <a:pt x="869853" y="3288722"/>
                  </a:lnTo>
                  <a:lnTo>
                    <a:pt x="862578" y="3277459"/>
                  </a:lnTo>
                  <a:lnTo>
                    <a:pt x="855202" y="3266196"/>
                  </a:lnTo>
                  <a:lnTo>
                    <a:pt x="847690" y="3254933"/>
                  </a:lnTo>
                  <a:lnTo>
                    <a:pt x="840042" y="3243671"/>
                  </a:lnTo>
                  <a:lnTo>
                    <a:pt x="832294" y="3232408"/>
                  </a:lnTo>
                  <a:lnTo>
                    <a:pt x="824437" y="3221145"/>
                  </a:lnTo>
                  <a:lnTo>
                    <a:pt x="816412" y="3209882"/>
                  </a:lnTo>
                  <a:lnTo>
                    <a:pt x="808281" y="3198620"/>
                  </a:lnTo>
                  <a:lnTo>
                    <a:pt x="800043" y="3187357"/>
                  </a:lnTo>
                  <a:lnTo>
                    <a:pt x="791641" y="3176094"/>
                  </a:lnTo>
                  <a:lnTo>
                    <a:pt x="783100" y="3164831"/>
                  </a:lnTo>
                  <a:lnTo>
                    <a:pt x="774440" y="3153569"/>
                  </a:lnTo>
                  <a:lnTo>
                    <a:pt x="765634" y="3142306"/>
                  </a:lnTo>
                  <a:lnTo>
                    <a:pt x="756635" y="3131043"/>
                  </a:lnTo>
                  <a:lnTo>
                    <a:pt x="747502" y="3119780"/>
                  </a:lnTo>
                  <a:lnTo>
                    <a:pt x="738232" y="3108518"/>
                  </a:lnTo>
                  <a:lnTo>
                    <a:pt x="728723" y="3097255"/>
                  </a:lnTo>
                  <a:lnTo>
                    <a:pt x="719048" y="3085992"/>
                  </a:lnTo>
                  <a:lnTo>
                    <a:pt x="709215" y="3074729"/>
                  </a:lnTo>
                  <a:lnTo>
                    <a:pt x="699158" y="3063467"/>
                  </a:lnTo>
                  <a:lnTo>
                    <a:pt x="688864" y="3052204"/>
                  </a:lnTo>
                  <a:lnTo>
                    <a:pt x="678389" y="3040941"/>
                  </a:lnTo>
                  <a:lnTo>
                    <a:pt x="667715" y="3029678"/>
                  </a:lnTo>
                  <a:lnTo>
                    <a:pt x="656723" y="3018416"/>
                  </a:lnTo>
                  <a:lnTo>
                    <a:pt x="645528" y="3007153"/>
                  </a:lnTo>
                  <a:lnTo>
                    <a:pt x="634128" y="2995890"/>
                  </a:lnTo>
                  <a:lnTo>
                    <a:pt x="622412" y="2984627"/>
                  </a:lnTo>
                  <a:lnTo>
                    <a:pt x="610433" y="2973365"/>
                  </a:lnTo>
                  <a:lnTo>
                    <a:pt x="598234" y="2962102"/>
                  </a:lnTo>
                  <a:lnTo>
                    <a:pt x="585766" y="2950839"/>
                  </a:lnTo>
                  <a:lnTo>
                    <a:pt x="572962" y="2939576"/>
                  </a:lnTo>
                  <a:lnTo>
                    <a:pt x="559934" y="2928314"/>
                  </a:lnTo>
                  <a:lnTo>
                    <a:pt x="546681" y="2917051"/>
                  </a:lnTo>
                  <a:lnTo>
                    <a:pt x="533065" y="2905788"/>
                  </a:lnTo>
                  <a:lnTo>
                    <a:pt x="519217" y="2894526"/>
                  </a:lnTo>
                  <a:lnTo>
                    <a:pt x="505157" y="2883263"/>
                  </a:lnTo>
                  <a:lnTo>
                    <a:pt x="490815" y="2872000"/>
                  </a:lnTo>
                  <a:lnTo>
                    <a:pt x="476208" y="2860737"/>
                  </a:lnTo>
                  <a:lnTo>
                    <a:pt x="461415" y="2849475"/>
                  </a:lnTo>
                  <a:lnTo>
                    <a:pt x="446429" y="2838212"/>
                  </a:lnTo>
                  <a:lnTo>
                    <a:pt x="431179" y="2826949"/>
                  </a:lnTo>
                  <a:lnTo>
                    <a:pt x="415789" y="2815686"/>
                  </a:lnTo>
                  <a:lnTo>
                    <a:pt x="400265" y="2804424"/>
                  </a:lnTo>
                  <a:lnTo>
                    <a:pt x="384572" y="2793161"/>
                  </a:lnTo>
                  <a:lnTo>
                    <a:pt x="368777" y="2781898"/>
                  </a:lnTo>
                  <a:lnTo>
                    <a:pt x="352915" y="2770635"/>
                  </a:lnTo>
                  <a:lnTo>
                    <a:pt x="336990" y="2759373"/>
                  </a:lnTo>
                  <a:lnTo>
                    <a:pt x="321041" y="2748110"/>
                  </a:lnTo>
                  <a:lnTo>
                    <a:pt x="305106" y="2736847"/>
                  </a:lnTo>
                  <a:lnTo>
                    <a:pt x="289195" y="2725584"/>
                  </a:lnTo>
                  <a:lnTo>
                    <a:pt x="273385" y="2714322"/>
                  </a:lnTo>
                  <a:lnTo>
                    <a:pt x="257686" y="2703059"/>
                  </a:lnTo>
                  <a:lnTo>
                    <a:pt x="242106" y="2691796"/>
                  </a:lnTo>
                  <a:lnTo>
                    <a:pt x="226726" y="2680533"/>
                  </a:lnTo>
                  <a:lnTo>
                    <a:pt x="211604" y="2669271"/>
                  </a:lnTo>
                  <a:lnTo>
                    <a:pt x="196703" y="2658008"/>
                  </a:lnTo>
                  <a:lnTo>
                    <a:pt x="182054" y="2646745"/>
                  </a:lnTo>
                  <a:lnTo>
                    <a:pt x="167865" y="2635482"/>
                  </a:lnTo>
                  <a:lnTo>
                    <a:pt x="153997" y="2624220"/>
                  </a:lnTo>
                  <a:lnTo>
                    <a:pt x="140462" y="2612957"/>
                  </a:lnTo>
                  <a:lnTo>
                    <a:pt x="127476" y="2601694"/>
                  </a:lnTo>
                  <a:lnTo>
                    <a:pt x="114986" y="2590431"/>
                  </a:lnTo>
                  <a:lnTo>
                    <a:pt x="102921" y="2579169"/>
                  </a:lnTo>
                  <a:lnTo>
                    <a:pt x="91398" y="2567906"/>
                  </a:lnTo>
                  <a:lnTo>
                    <a:pt x="80597" y="2556643"/>
                  </a:lnTo>
                  <a:lnTo>
                    <a:pt x="70302" y="2545380"/>
                  </a:lnTo>
                  <a:lnTo>
                    <a:pt x="60524" y="2534118"/>
                  </a:lnTo>
                  <a:lnTo>
                    <a:pt x="51637" y="2522855"/>
                  </a:lnTo>
                  <a:lnTo>
                    <a:pt x="43358" y="2511592"/>
                  </a:lnTo>
                  <a:lnTo>
                    <a:pt x="35653" y="2500329"/>
                  </a:lnTo>
                  <a:lnTo>
                    <a:pt x="28746" y="2489067"/>
                  </a:lnTo>
                  <a:lnTo>
                    <a:pt x="22657" y="2477804"/>
                  </a:lnTo>
                  <a:lnTo>
                    <a:pt x="17179" y="2466541"/>
                  </a:lnTo>
                  <a:lnTo>
                    <a:pt x="12359" y="2455278"/>
                  </a:lnTo>
                  <a:lnTo>
                    <a:pt x="8558" y="2444016"/>
                  </a:lnTo>
                  <a:lnTo>
                    <a:pt x="5378" y="2432753"/>
                  </a:lnTo>
                  <a:lnTo>
                    <a:pt x="2819" y="2421490"/>
                  </a:lnTo>
                  <a:lnTo>
                    <a:pt x="1186" y="2410227"/>
                  </a:lnTo>
                  <a:lnTo>
                    <a:pt x="292" y="2398965"/>
                  </a:lnTo>
                  <a:lnTo>
                    <a:pt x="0" y="2387702"/>
                  </a:lnTo>
                  <a:lnTo>
                    <a:pt x="430" y="2376439"/>
                  </a:lnTo>
                  <a:lnTo>
                    <a:pt x="1726" y="2365176"/>
                  </a:lnTo>
                  <a:lnTo>
                    <a:pt x="3583" y="2353914"/>
                  </a:lnTo>
                  <a:lnTo>
                    <a:pt x="5992" y="2342651"/>
                  </a:lnTo>
                  <a:lnTo>
                    <a:pt x="9272" y="2331388"/>
                  </a:lnTo>
                  <a:lnTo>
                    <a:pt x="13087" y="2320125"/>
                  </a:lnTo>
                  <a:lnTo>
                    <a:pt x="17391" y="2308863"/>
                  </a:lnTo>
                  <a:lnTo>
                    <a:pt x="22330" y="2297600"/>
                  </a:lnTo>
                  <a:lnTo>
                    <a:pt x="27857" y="2286337"/>
                  </a:lnTo>
                  <a:lnTo>
                    <a:pt x="33793" y="2275074"/>
                  </a:lnTo>
                  <a:lnTo>
                    <a:pt x="40155" y="2263812"/>
                  </a:lnTo>
                  <a:lnTo>
                    <a:pt x="47105" y="2252549"/>
                  </a:lnTo>
                  <a:lnTo>
                    <a:pt x="54378" y="2241286"/>
                  </a:lnTo>
                  <a:lnTo>
                    <a:pt x="61962" y="2230023"/>
                  </a:lnTo>
                  <a:lnTo>
                    <a:pt x="69967" y="2218761"/>
                  </a:lnTo>
                  <a:lnTo>
                    <a:pt x="78264" y="2207498"/>
                  </a:lnTo>
                  <a:lnTo>
                    <a:pt x="86783" y="2196235"/>
                  </a:lnTo>
                  <a:lnTo>
                    <a:pt x="95549" y="2184972"/>
                  </a:lnTo>
                  <a:lnTo>
                    <a:pt x="104563" y="2173710"/>
                  </a:lnTo>
                  <a:lnTo>
                    <a:pt x="113715" y="2162447"/>
                  </a:lnTo>
                  <a:lnTo>
                    <a:pt x="122995" y="2151184"/>
                  </a:lnTo>
                  <a:lnTo>
                    <a:pt x="132435" y="2139921"/>
                  </a:lnTo>
                  <a:lnTo>
                    <a:pt x="141945" y="2128659"/>
                  </a:lnTo>
                  <a:lnTo>
                    <a:pt x="151512" y="2117396"/>
                  </a:lnTo>
                  <a:lnTo>
                    <a:pt x="161132" y="2106133"/>
                  </a:lnTo>
                  <a:lnTo>
                    <a:pt x="170771" y="2094870"/>
                  </a:lnTo>
                  <a:lnTo>
                    <a:pt x="180410" y="2083608"/>
                  </a:lnTo>
                  <a:lnTo>
                    <a:pt x="190042" y="2072345"/>
                  </a:lnTo>
                  <a:lnTo>
                    <a:pt x="199634" y="2061082"/>
                  </a:lnTo>
                  <a:lnTo>
                    <a:pt x="209189" y="2049819"/>
                  </a:lnTo>
                  <a:lnTo>
                    <a:pt x="218704" y="2038557"/>
                  </a:lnTo>
                  <a:lnTo>
                    <a:pt x="228146" y="2027294"/>
                  </a:lnTo>
                  <a:lnTo>
                    <a:pt x="237524" y="2016031"/>
                  </a:lnTo>
                  <a:lnTo>
                    <a:pt x="246846" y="2004768"/>
                  </a:lnTo>
                  <a:lnTo>
                    <a:pt x="256099" y="1993506"/>
                  </a:lnTo>
                  <a:lnTo>
                    <a:pt x="265270" y="1982243"/>
                  </a:lnTo>
                  <a:lnTo>
                    <a:pt x="274390" y="1970980"/>
                  </a:lnTo>
                  <a:lnTo>
                    <a:pt x="283459" y="1959717"/>
                  </a:lnTo>
                  <a:lnTo>
                    <a:pt x="292460" y="1948455"/>
                  </a:lnTo>
                  <a:lnTo>
                    <a:pt x="301426" y="1937192"/>
                  </a:lnTo>
                  <a:lnTo>
                    <a:pt x="310365" y="1925929"/>
                  </a:lnTo>
                  <a:lnTo>
                    <a:pt x="319279" y="1914667"/>
                  </a:lnTo>
                  <a:lnTo>
                    <a:pt x="328189" y="1903404"/>
                  </a:lnTo>
                  <a:lnTo>
                    <a:pt x="337107" y="1892141"/>
                  </a:lnTo>
                  <a:lnTo>
                    <a:pt x="346041" y="1880878"/>
                  </a:lnTo>
                  <a:lnTo>
                    <a:pt x="355029" y="1869616"/>
                  </a:lnTo>
                  <a:lnTo>
                    <a:pt x="364069" y="1858353"/>
                  </a:lnTo>
                  <a:lnTo>
                    <a:pt x="373165" y="1847090"/>
                  </a:lnTo>
                  <a:lnTo>
                    <a:pt x="382370" y="1835827"/>
                  </a:lnTo>
                  <a:lnTo>
                    <a:pt x="391688" y="1824565"/>
                  </a:lnTo>
                  <a:lnTo>
                    <a:pt x="401107" y="1813302"/>
                  </a:lnTo>
                  <a:lnTo>
                    <a:pt x="410663" y="1802039"/>
                  </a:lnTo>
                  <a:lnTo>
                    <a:pt x="420415" y="1790776"/>
                  </a:lnTo>
                  <a:lnTo>
                    <a:pt x="430311" y="1779514"/>
                  </a:lnTo>
                  <a:lnTo>
                    <a:pt x="440356" y="1768251"/>
                  </a:lnTo>
                  <a:lnTo>
                    <a:pt x="450670" y="1756988"/>
                  </a:lnTo>
                  <a:lnTo>
                    <a:pt x="461174" y="1745725"/>
                  </a:lnTo>
                  <a:lnTo>
                    <a:pt x="471858" y="1734463"/>
                  </a:lnTo>
                  <a:lnTo>
                    <a:pt x="482798" y="1723200"/>
                  </a:lnTo>
                  <a:lnTo>
                    <a:pt x="494005" y="1711937"/>
                  </a:lnTo>
                  <a:lnTo>
                    <a:pt x="505411" y="1700674"/>
                  </a:lnTo>
                  <a:lnTo>
                    <a:pt x="517035" y="1689412"/>
                  </a:lnTo>
                  <a:lnTo>
                    <a:pt x="528994" y="1678149"/>
                  </a:lnTo>
                  <a:lnTo>
                    <a:pt x="541158" y="1666886"/>
                  </a:lnTo>
                  <a:lnTo>
                    <a:pt x="553525" y="1655623"/>
                  </a:lnTo>
                  <a:lnTo>
                    <a:pt x="566191" y="1644361"/>
                  </a:lnTo>
                  <a:lnTo>
                    <a:pt x="579092" y="1633098"/>
                  </a:lnTo>
                  <a:lnTo>
                    <a:pt x="592180" y="1621835"/>
                  </a:lnTo>
                  <a:lnTo>
                    <a:pt x="605490" y="1610572"/>
                  </a:lnTo>
                  <a:lnTo>
                    <a:pt x="619053" y="1599310"/>
                  </a:lnTo>
                  <a:lnTo>
                    <a:pt x="632773" y="1588047"/>
                  </a:lnTo>
                  <a:lnTo>
                    <a:pt x="646643" y="1576784"/>
                  </a:lnTo>
                  <a:lnTo>
                    <a:pt x="660732" y="1565521"/>
                  </a:lnTo>
                  <a:lnTo>
                    <a:pt x="674941" y="1554259"/>
                  </a:lnTo>
                  <a:lnTo>
                    <a:pt x="689253" y="1542996"/>
                  </a:lnTo>
                  <a:lnTo>
                    <a:pt x="703685" y="1531733"/>
                  </a:lnTo>
                  <a:lnTo>
                    <a:pt x="718200" y="1520470"/>
                  </a:lnTo>
                  <a:lnTo>
                    <a:pt x="732760" y="1509208"/>
                  </a:lnTo>
                  <a:lnTo>
                    <a:pt x="747357" y="1497945"/>
                  </a:lnTo>
                  <a:lnTo>
                    <a:pt x="761965" y="1486682"/>
                  </a:lnTo>
                  <a:lnTo>
                    <a:pt x="776552" y="1475419"/>
                  </a:lnTo>
                  <a:lnTo>
                    <a:pt x="791110" y="1464157"/>
                  </a:lnTo>
                  <a:lnTo>
                    <a:pt x="805589" y="1452894"/>
                  </a:lnTo>
                  <a:lnTo>
                    <a:pt x="819969" y="1441631"/>
                  </a:lnTo>
                  <a:lnTo>
                    <a:pt x="834252" y="1430368"/>
                  </a:lnTo>
                  <a:lnTo>
                    <a:pt x="848401" y="1419106"/>
                  </a:lnTo>
                  <a:lnTo>
                    <a:pt x="862340" y="1407843"/>
                  </a:lnTo>
                  <a:lnTo>
                    <a:pt x="876118" y="1396580"/>
                  </a:lnTo>
                  <a:lnTo>
                    <a:pt x="889728" y="1385317"/>
                  </a:lnTo>
                  <a:lnTo>
                    <a:pt x="903023" y="1374055"/>
                  </a:lnTo>
                  <a:lnTo>
                    <a:pt x="916085" y="1362792"/>
                  </a:lnTo>
                  <a:lnTo>
                    <a:pt x="928924" y="1351529"/>
                  </a:lnTo>
                  <a:lnTo>
                    <a:pt x="941440" y="1340266"/>
                  </a:lnTo>
                  <a:lnTo>
                    <a:pt x="953606" y="1329004"/>
                  </a:lnTo>
                  <a:lnTo>
                    <a:pt x="965504" y="1317741"/>
                  </a:lnTo>
                  <a:lnTo>
                    <a:pt x="977108" y="1306478"/>
                  </a:lnTo>
                  <a:lnTo>
                    <a:pt x="988237" y="1295215"/>
                  </a:lnTo>
                  <a:lnTo>
                    <a:pt x="999067" y="1283953"/>
                  </a:lnTo>
                  <a:lnTo>
                    <a:pt x="1009594" y="1272690"/>
                  </a:lnTo>
                  <a:lnTo>
                    <a:pt x="1019658" y="1261427"/>
                  </a:lnTo>
                  <a:lnTo>
                    <a:pt x="1029340" y="1250164"/>
                  </a:lnTo>
                  <a:lnTo>
                    <a:pt x="1038704" y="1238902"/>
                  </a:lnTo>
                  <a:lnTo>
                    <a:pt x="1047684" y="1227639"/>
                  </a:lnTo>
                  <a:lnTo>
                    <a:pt x="1056186" y="1216376"/>
                  </a:lnTo>
                  <a:lnTo>
                    <a:pt x="1064373" y="1205113"/>
                  </a:lnTo>
                  <a:lnTo>
                    <a:pt x="1072244" y="1193851"/>
                  </a:lnTo>
                  <a:lnTo>
                    <a:pt x="1079606" y="1182588"/>
                  </a:lnTo>
                  <a:lnTo>
                    <a:pt x="1086644" y="1171325"/>
                  </a:lnTo>
                  <a:lnTo>
                    <a:pt x="1093382" y="1160062"/>
                  </a:lnTo>
                  <a:lnTo>
                    <a:pt x="1099724" y="1148800"/>
                  </a:lnTo>
                  <a:lnTo>
                    <a:pt x="1105684" y="1137537"/>
                  </a:lnTo>
                  <a:lnTo>
                    <a:pt x="1111371" y="1126274"/>
                  </a:lnTo>
                  <a:lnTo>
                    <a:pt x="1116773" y="1115011"/>
                  </a:lnTo>
                  <a:lnTo>
                    <a:pt x="1121761" y="1103749"/>
                  </a:lnTo>
                  <a:lnTo>
                    <a:pt x="1126511" y="1092486"/>
                  </a:lnTo>
                  <a:lnTo>
                    <a:pt x="1131030" y="1081223"/>
                  </a:lnTo>
                  <a:lnTo>
                    <a:pt x="1135221" y="1069960"/>
                  </a:lnTo>
                  <a:lnTo>
                    <a:pt x="1139170" y="1058698"/>
                  </a:lnTo>
                  <a:lnTo>
                    <a:pt x="1142927" y="1047435"/>
                  </a:lnTo>
                  <a:lnTo>
                    <a:pt x="1146465" y="1036172"/>
                  </a:lnTo>
                  <a:lnTo>
                    <a:pt x="1149758" y="1024909"/>
                  </a:lnTo>
                  <a:lnTo>
                    <a:pt x="1152904" y="1013647"/>
                  </a:lnTo>
                  <a:lnTo>
                    <a:pt x="1155907" y="1002384"/>
                  </a:lnTo>
                  <a:lnTo>
                    <a:pt x="1158705" y="991121"/>
                  </a:lnTo>
                  <a:lnTo>
                    <a:pt x="1161387" y="979858"/>
                  </a:lnTo>
                  <a:lnTo>
                    <a:pt x="1163968" y="968596"/>
                  </a:lnTo>
                  <a:lnTo>
                    <a:pt x="1166428" y="957333"/>
                  </a:lnTo>
                  <a:lnTo>
                    <a:pt x="1168786" y="946070"/>
                  </a:lnTo>
                  <a:lnTo>
                    <a:pt x="1171082" y="934808"/>
                  </a:lnTo>
                  <a:lnTo>
                    <a:pt x="1173314" y="923545"/>
                  </a:lnTo>
                  <a:lnTo>
                    <a:pt x="1175474" y="912282"/>
                  </a:lnTo>
                  <a:lnTo>
                    <a:pt x="1177602" y="901019"/>
                  </a:lnTo>
                  <a:lnTo>
                    <a:pt x="1179701" y="889757"/>
                  </a:lnTo>
                  <a:lnTo>
                    <a:pt x="1181770" y="878494"/>
                  </a:lnTo>
                  <a:lnTo>
                    <a:pt x="1183828" y="867231"/>
                  </a:lnTo>
                  <a:lnTo>
                    <a:pt x="1185880" y="855968"/>
                  </a:lnTo>
                  <a:lnTo>
                    <a:pt x="1187930" y="844706"/>
                  </a:lnTo>
                  <a:lnTo>
                    <a:pt x="1189990" y="833443"/>
                  </a:lnTo>
                  <a:lnTo>
                    <a:pt x="1192060" y="822180"/>
                  </a:lnTo>
                  <a:lnTo>
                    <a:pt x="1194142" y="810917"/>
                  </a:lnTo>
                  <a:lnTo>
                    <a:pt x="1196251" y="799655"/>
                  </a:lnTo>
                  <a:lnTo>
                    <a:pt x="1198380" y="788392"/>
                  </a:lnTo>
                  <a:lnTo>
                    <a:pt x="1200529" y="777129"/>
                  </a:lnTo>
                  <a:lnTo>
                    <a:pt x="1202706" y="765866"/>
                  </a:lnTo>
                  <a:lnTo>
                    <a:pt x="1204912" y="754604"/>
                  </a:lnTo>
                  <a:lnTo>
                    <a:pt x="1207140" y="743341"/>
                  </a:lnTo>
                  <a:lnTo>
                    <a:pt x="1209389" y="732078"/>
                  </a:lnTo>
                  <a:lnTo>
                    <a:pt x="1211670" y="720815"/>
                  </a:lnTo>
                  <a:lnTo>
                    <a:pt x="1213968" y="709553"/>
                  </a:lnTo>
                  <a:lnTo>
                    <a:pt x="1216283" y="698290"/>
                  </a:lnTo>
                  <a:lnTo>
                    <a:pt x="1218618" y="687027"/>
                  </a:lnTo>
                  <a:lnTo>
                    <a:pt x="1220965" y="675764"/>
                  </a:lnTo>
                  <a:lnTo>
                    <a:pt x="1223320" y="664502"/>
                  </a:lnTo>
                  <a:lnTo>
                    <a:pt x="1225683" y="653239"/>
                  </a:lnTo>
                  <a:lnTo>
                    <a:pt x="1228047" y="641976"/>
                  </a:lnTo>
                  <a:lnTo>
                    <a:pt x="1230409" y="630713"/>
                  </a:lnTo>
                  <a:lnTo>
                    <a:pt x="1232767" y="619451"/>
                  </a:lnTo>
                  <a:lnTo>
                    <a:pt x="1235111" y="608188"/>
                  </a:lnTo>
                  <a:lnTo>
                    <a:pt x="1237441" y="596925"/>
                  </a:lnTo>
                  <a:lnTo>
                    <a:pt x="1239756" y="585662"/>
                  </a:lnTo>
                  <a:lnTo>
                    <a:pt x="1242045" y="574400"/>
                  </a:lnTo>
                  <a:lnTo>
                    <a:pt x="1244304" y="563137"/>
                  </a:lnTo>
                  <a:lnTo>
                    <a:pt x="1246536" y="551874"/>
                  </a:lnTo>
                  <a:lnTo>
                    <a:pt x="1248739" y="540611"/>
                  </a:lnTo>
                  <a:lnTo>
                    <a:pt x="1250890" y="529349"/>
                  </a:lnTo>
                  <a:lnTo>
                    <a:pt x="1253005" y="518086"/>
                  </a:lnTo>
                  <a:lnTo>
                    <a:pt x="1255083" y="506823"/>
                  </a:lnTo>
                  <a:lnTo>
                    <a:pt x="1257104" y="495560"/>
                  </a:lnTo>
                  <a:lnTo>
                    <a:pt x="1259072" y="484298"/>
                  </a:lnTo>
                  <a:lnTo>
                    <a:pt x="1260997" y="473035"/>
                  </a:lnTo>
                  <a:lnTo>
                    <a:pt x="1262868" y="461772"/>
                  </a:lnTo>
                  <a:lnTo>
                    <a:pt x="1264668" y="450509"/>
                  </a:lnTo>
                  <a:lnTo>
                    <a:pt x="1266420" y="439247"/>
                  </a:lnTo>
                  <a:lnTo>
                    <a:pt x="1268123" y="427984"/>
                  </a:lnTo>
                  <a:lnTo>
                    <a:pt x="1269744" y="416721"/>
                  </a:lnTo>
                  <a:lnTo>
                    <a:pt x="1271311" y="405458"/>
                  </a:lnTo>
                  <a:lnTo>
                    <a:pt x="1272827" y="394196"/>
                  </a:lnTo>
                  <a:lnTo>
                    <a:pt x="1274274" y="382933"/>
                  </a:lnTo>
                  <a:lnTo>
                    <a:pt x="1275652" y="371670"/>
                  </a:lnTo>
                  <a:lnTo>
                    <a:pt x="1276978" y="360407"/>
                  </a:lnTo>
                  <a:lnTo>
                    <a:pt x="1278251" y="349145"/>
                  </a:lnTo>
                  <a:lnTo>
                    <a:pt x="1279442" y="337882"/>
                  </a:lnTo>
                  <a:lnTo>
                    <a:pt x="1280584" y="326619"/>
                  </a:lnTo>
                  <a:lnTo>
                    <a:pt x="1281678" y="315356"/>
                  </a:lnTo>
                  <a:lnTo>
                    <a:pt x="1282700" y="304094"/>
                  </a:lnTo>
                  <a:lnTo>
                    <a:pt x="1283667" y="292831"/>
                  </a:lnTo>
                  <a:lnTo>
                    <a:pt x="1284589" y="281568"/>
                  </a:lnTo>
                  <a:lnTo>
                    <a:pt x="1285458" y="270305"/>
                  </a:lnTo>
                  <a:lnTo>
                    <a:pt x="1286264" y="259043"/>
                  </a:lnTo>
                  <a:lnTo>
                    <a:pt x="1287028" y="247780"/>
                  </a:lnTo>
                  <a:lnTo>
                    <a:pt x="1287753" y="236517"/>
                  </a:lnTo>
                  <a:lnTo>
                    <a:pt x="1288416" y="225254"/>
                  </a:lnTo>
                  <a:lnTo>
                    <a:pt x="1289041" y="213992"/>
                  </a:lnTo>
                  <a:lnTo>
                    <a:pt x="1289631" y="202729"/>
                  </a:lnTo>
                  <a:lnTo>
                    <a:pt x="1290175" y="191466"/>
                  </a:lnTo>
                  <a:lnTo>
                    <a:pt x="1290677" y="180203"/>
                  </a:lnTo>
                  <a:lnTo>
                    <a:pt x="1291149" y="168941"/>
                  </a:lnTo>
                  <a:lnTo>
                    <a:pt x="1291590" y="157678"/>
                  </a:lnTo>
                  <a:lnTo>
                    <a:pt x="1291987" y="146415"/>
                  </a:lnTo>
                  <a:lnTo>
                    <a:pt x="1292359" y="135152"/>
                  </a:lnTo>
                  <a:lnTo>
                    <a:pt x="1292707" y="123890"/>
                  </a:lnTo>
                  <a:lnTo>
                    <a:pt x="1293021" y="112627"/>
                  </a:lnTo>
                  <a:lnTo>
                    <a:pt x="1293310" y="101364"/>
                  </a:lnTo>
                  <a:lnTo>
                    <a:pt x="1293579" y="90101"/>
                  </a:lnTo>
                  <a:lnTo>
                    <a:pt x="1293825" y="78839"/>
                  </a:lnTo>
                  <a:lnTo>
                    <a:pt x="1294046" y="67576"/>
                  </a:lnTo>
                  <a:lnTo>
                    <a:pt x="1294251" y="56313"/>
                  </a:lnTo>
                  <a:lnTo>
                    <a:pt x="1294441" y="45050"/>
                  </a:lnTo>
                  <a:lnTo>
                    <a:pt x="1294608" y="33788"/>
                  </a:lnTo>
                  <a:lnTo>
                    <a:pt x="1294762" y="22525"/>
                  </a:lnTo>
                  <a:lnTo>
                    <a:pt x="1294904" y="11262"/>
                  </a:lnTo>
                  <a:lnTo>
                    <a:pt x="1295031" y="0"/>
                  </a:lnTo>
                  <a:lnTo>
                    <a:pt x="1297181" y="0"/>
                  </a:lnTo>
                  <a:lnTo>
                    <a:pt x="1297308" y="11262"/>
                  </a:lnTo>
                  <a:lnTo>
                    <a:pt x="1297450" y="22525"/>
                  </a:lnTo>
                  <a:lnTo>
                    <a:pt x="1297604" y="33788"/>
                  </a:lnTo>
                  <a:lnTo>
                    <a:pt x="1297771" y="45050"/>
                  </a:lnTo>
                  <a:lnTo>
                    <a:pt x="1297960" y="56313"/>
                  </a:lnTo>
                  <a:lnTo>
                    <a:pt x="1298165" y="67576"/>
                  </a:lnTo>
                  <a:lnTo>
                    <a:pt x="1298386" y="78839"/>
                  </a:lnTo>
                  <a:lnTo>
                    <a:pt x="1298633" y="90101"/>
                  </a:lnTo>
                  <a:lnTo>
                    <a:pt x="1298902" y="101364"/>
                  </a:lnTo>
                  <a:lnTo>
                    <a:pt x="1299190" y="112627"/>
                  </a:lnTo>
                  <a:lnTo>
                    <a:pt x="1299505" y="123890"/>
                  </a:lnTo>
                  <a:lnTo>
                    <a:pt x="1299852" y="135152"/>
                  </a:lnTo>
                  <a:lnTo>
                    <a:pt x="1300225" y="146415"/>
                  </a:lnTo>
                  <a:lnTo>
                    <a:pt x="1300622" y="157678"/>
                  </a:lnTo>
                  <a:lnTo>
                    <a:pt x="1301063" y="168941"/>
                  </a:lnTo>
                  <a:lnTo>
                    <a:pt x="1301535" y="180203"/>
                  </a:lnTo>
                  <a:lnTo>
                    <a:pt x="1302037" y="191466"/>
                  </a:lnTo>
                  <a:lnTo>
                    <a:pt x="1302581" y="202729"/>
                  </a:lnTo>
                  <a:lnTo>
                    <a:pt x="1303171" y="213992"/>
                  </a:lnTo>
                  <a:lnTo>
                    <a:pt x="1303795" y="225254"/>
                  </a:lnTo>
                  <a:lnTo>
                    <a:pt x="1304458" y="236517"/>
                  </a:lnTo>
                  <a:lnTo>
                    <a:pt x="1305183" y="247780"/>
                  </a:lnTo>
                  <a:lnTo>
                    <a:pt x="1305948" y="259043"/>
                  </a:lnTo>
                  <a:lnTo>
                    <a:pt x="1306753" y="270305"/>
                  </a:lnTo>
                  <a:lnTo>
                    <a:pt x="1307622" y="281568"/>
                  </a:lnTo>
                  <a:lnTo>
                    <a:pt x="1308544" y="292831"/>
                  </a:lnTo>
                  <a:lnTo>
                    <a:pt x="1309511" y="304094"/>
                  </a:lnTo>
                  <a:lnTo>
                    <a:pt x="1310534" y="315356"/>
                  </a:lnTo>
                  <a:lnTo>
                    <a:pt x="1311627" y="326619"/>
                  </a:lnTo>
                  <a:lnTo>
                    <a:pt x="1312770" y="337882"/>
                  </a:lnTo>
                  <a:lnTo>
                    <a:pt x="1313960" y="349145"/>
                  </a:lnTo>
                  <a:lnTo>
                    <a:pt x="1315233" y="360407"/>
                  </a:lnTo>
                  <a:lnTo>
                    <a:pt x="1316560" y="371670"/>
                  </a:lnTo>
                  <a:lnTo>
                    <a:pt x="1317938" y="382933"/>
                  </a:lnTo>
                  <a:lnTo>
                    <a:pt x="1319384" y="394196"/>
                  </a:lnTo>
                  <a:lnTo>
                    <a:pt x="1320900" y="405458"/>
                  </a:lnTo>
                  <a:lnTo>
                    <a:pt x="1322467" y="416721"/>
                  </a:lnTo>
                  <a:lnTo>
                    <a:pt x="1324088" y="427984"/>
                  </a:lnTo>
                  <a:lnTo>
                    <a:pt x="1325792" y="439247"/>
                  </a:lnTo>
                  <a:lnTo>
                    <a:pt x="1327543" y="450509"/>
                  </a:lnTo>
                  <a:lnTo>
                    <a:pt x="1329344" y="461772"/>
                  </a:lnTo>
                  <a:lnTo>
                    <a:pt x="1331214" y="473035"/>
                  </a:lnTo>
                  <a:lnTo>
                    <a:pt x="1333139" y="484298"/>
                  </a:lnTo>
                  <a:lnTo>
                    <a:pt x="1335108" y="495560"/>
                  </a:lnTo>
                  <a:lnTo>
                    <a:pt x="1337128" y="506823"/>
                  </a:lnTo>
                  <a:lnTo>
                    <a:pt x="1339207" y="518086"/>
                  </a:lnTo>
                  <a:lnTo>
                    <a:pt x="1341322" y="529349"/>
                  </a:lnTo>
                  <a:lnTo>
                    <a:pt x="1343472" y="540611"/>
                  </a:lnTo>
                  <a:lnTo>
                    <a:pt x="1345675" y="551874"/>
                  </a:lnTo>
                  <a:lnTo>
                    <a:pt x="1347908" y="563137"/>
                  </a:lnTo>
                  <a:lnTo>
                    <a:pt x="1350166" y="574400"/>
                  </a:lnTo>
                  <a:lnTo>
                    <a:pt x="1352456" y="585662"/>
                  </a:lnTo>
                  <a:lnTo>
                    <a:pt x="1354771" y="596925"/>
                  </a:lnTo>
                  <a:lnTo>
                    <a:pt x="1357100" y="608188"/>
                  </a:lnTo>
                  <a:lnTo>
                    <a:pt x="1359444" y="619451"/>
                  </a:lnTo>
                  <a:lnTo>
                    <a:pt x="1361803" y="630713"/>
                  </a:lnTo>
                  <a:lnTo>
                    <a:pt x="1364164" y="641976"/>
                  </a:lnTo>
                  <a:lnTo>
                    <a:pt x="1366529" y="653239"/>
                  </a:lnTo>
                  <a:lnTo>
                    <a:pt x="1368891" y="664502"/>
                  </a:lnTo>
                  <a:lnTo>
                    <a:pt x="1371247" y="675764"/>
                  </a:lnTo>
                  <a:lnTo>
                    <a:pt x="1373594" y="687027"/>
                  </a:lnTo>
                  <a:lnTo>
                    <a:pt x="1375929" y="698290"/>
                  </a:lnTo>
                  <a:lnTo>
                    <a:pt x="1378243" y="709553"/>
                  </a:lnTo>
                  <a:lnTo>
                    <a:pt x="1380542" y="720815"/>
                  </a:lnTo>
                  <a:lnTo>
                    <a:pt x="1382823" y="732078"/>
                  </a:lnTo>
                  <a:lnTo>
                    <a:pt x="1385072" y="743341"/>
                  </a:lnTo>
                  <a:lnTo>
                    <a:pt x="1387299" y="754604"/>
                  </a:lnTo>
                  <a:lnTo>
                    <a:pt x="1389505" y="765866"/>
                  </a:lnTo>
                  <a:lnTo>
                    <a:pt x="1391683" y="777129"/>
                  </a:lnTo>
                  <a:lnTo>
                    <a:pt x="1393831" y="788392"/>
                  </a:lnTo>
                  <a:lnTo>
                    <a:pt x="1395961" y="799655"/>
                  </a:lnTo>
                  <a:lnTo>
                    <a:pt x="1398069" y="810917"/>
                  </a:lnTo>
                  <a:lnTo>
                    <a:pt x="1400152" y="822180"/>
                  </a:lnTo>
                  <a:lnTo>
                    <a:pt x="1402222" y="833443"/>
                  </a:lnTo>
                  <a:lnTo>
                    <a:pt x="1404282" y="844706"/>
                  </a:lnTo>
                  <a:lnTo>
                    <a:pt x="1406332" y="855968"/>
                  </a:lnTo>
                  <a:lnTo>
                    <a:pt x="1408384" y="867231"/>
                  </a:lnTo>
                  <a:lnTo>
                    <a:pt x="1410441" y="878494"/>
                  </a:lnTo>
                  <a:lnTo>
                    <a:pt x="1412511" y="889757"/>
                  </a:lnTo>
                  <a:lnTo>
                    <a:pt x="1414609" y="901019"/>
                  </a:lnTo>
                  <a:lnTo>
                    <a:pt x="1416737" y="912282"/>
                  </a:lnTo>
                  <a:lnTo>
                    <a:pt x="1418897" y="923545"/>
                  </a:lnTo>
                  <a:lnTo>
                    <a:pt x="1421130" y="934808"/>
                  </a:lnTo>
                  <a:lnTo>
                    <a:pt x="1423425" y="946070"/>
                  </a:lnTo>
                  <a:lnTo>
                    <a:pt x="1425784" y="957333"/>
                  </a:lnTo>
                  <a:lnTo>
                    <a:pt x="1428243" y="968596"/>
                  </a:lnTo>
                  <a:lnTo>
                    <a:pt x="1430824" y="979858"/>
                  </a:lnTo>
                  <a:lnTo>
                    <a:pt x="1433507" y="991121"/>
                  </a:lnTo>
                  <a:lnTo>
                    <a:pt x="1436304" y="1002384"/>
                  </a:lnTo>
                  <a:lnTo>
                    <a:pt x="1439307" y="1013647"/>
                  </a:lnTo>
                  <a:lnTo>
                    <a:pt x="1442453" y="1024909"/>
                  </a:lnTo>
                  <a:lnTo>
                    <a:pt x="1445747" y="1036172"/>
                  </a:lnTo>
                  <a:lnTo>
                    <a:pt x="1449284" y="1047435"/>
                  </a:lnTo>
                  <a:lnTo>
                    <a:pt x="1453042" y="1058698"/>
                  </a:lnTo>
                  <a:lnTo>
                    <a:pt x="1456990" y="1069960"/>
                  </a:lnTo>
                  <a:lnTo>
                    <a:pt x="1461182" y="1081223"/>
                  </a:lnTo>
                  <a:lnTo>
                    <a:pt x="1465701" y="1092486"/>
                  </a:lnTo>
                  <a:lnTo>
                    <a:pt x="1470451" y="1103749"/>
                  </a:lnTo>
                  <a:lnTo>
                    <a:pt x="1475438" y="1115011"/>
                  </a:lnTo>
                  <a:lnTo>
                    <a:pt x="1480840" y="1126274"/>
                  </a:lnTo>
                  <a:lnTo>
                    <a:pt x="1486528" y="1137537"/>
                  </a:lnTo>
                  <a:lnTo>
                    <a:pt x="1492488" y="1148800"/>
                  </a:lnTo>
                  <a:lnTo>
                    <a:pt x="1498830" y="1160062"/>
                  </a:lnTo>
                  <a:lnTo>
                    <a:pt x="1505568" y="1171325"/>
                  </a:lnTo>
                  <a:lnTo>
                    <a:pt x="1512605" y="1182588"/>
                  </a:lnTo>
                  <a:lnTo>
                    <a:pt x="1519968" y="1193851"/>
                  </a:lnTo>
                  <a:lnTo>
                    <a:pt x="1527839" y="1205113"/>
                  </a:lnTo>
                  <a:lnTo>
                    <a:pt x="1536025" y="1216376"/>
                  </a:lnTo>
                  <a:lnTo>
                    <a:pt x="1544527" y="1227639"/>
                  </a:lnTo>
                  <a:lnTo>
                    <a:pt x="1553507" y="1238902"/>
                  </a:lnTo>
                  <a:lnTo>
                    <a:pt x="1562872" y="1250164"/>
                  </a:lnTo>
                  <a:lnTo>
                    <a:pt x="1572553" y="1261427"/>
                  </a:lnTo>
                  <a:lnTo>
                    <a:pt x="1582618" y="1272690"/>
                  </a:lnTo>
                  <a:lnTo>
                    <a:pt x="1593145" y="1283953"/>
                  </a:lnTo>
                  <a:lnTo>
                    <a:pt x="1603974" y="1295215"/>
                  </a:lnTo>
                  <a:lnTo>
                    <a:pt x="1615104" y="1306478"/>
                  </a:lnTo>
                  <a:lnTo>
                    <a:pt x="1626708" y="1317741"/>
                  </a:lnTo>
                  <a:lnTo>
                    <a:pt x="1638605" y="1329004"/>
                  </a:lnTo>
                  <a:lnTo>
                    <a:pt x="1650771" y="1340266"/>
                  </a:lnTo>
                  <a:lnTo>
                    <a:pt x="1663288" y="1351529"/>
                  </a:lnTo>
                  <a:lnTo>
                    <a:pt x="1676126" y="1362792"/>
                  </a:lnTo>
                  <a:lnTo>
                    <a:pt x="1689189" y="1374055"/>
                  </a:lnTo>
                  <a:lnTo>
                    <a:pt x="1702483" y="1385317"/>
                  </a:lnTo>
                  <a:lnTo>
                    <a:pt x="1716093" y="1396580"/>
                  </a:lnTo>
                  <a:lnTo>
                    <a:pt x="1729872" y="1407843"/>
                  </a:lnTo>
                  <a:lnTo>
                    <a:pt x="1743811" y="1419106"/>
                  </a:lnTo>
                  <a:lnTo>
                    <a:pt x="1757960" y="1430368"/>
                  </a:lnTo>
                  <a:lnTo>
                    <a:pt x="1772243" y="1441631"/>
                  </a:lnTo>
                  <a:lnTo>
                    <a:pt x="1786622" y="1452894"/>
                  </a:lnTo>
                  <a:lnTo>
                    <a:pt x="1801102" y="1464157"/>
                  </a:lnTo>
                  <a:lnTo>
                    <a:pt x="1815660" y="1475419"/>
                  </a:lnTo>
                  <a:lnTo>
                    <a:pt x="1830246" y="1486682"/>
                  </a:lnTo>
                  <a:lnTo>
                    <a:pt x="1844854" y="1497945"/>
                  </a:lnTo>
                  <a:lnTo>
                    <a:pt x="1859451" y="1509208"/>
                  </a:lnTo>
                  <a:lnTo>
                    <a:pt x="1874011" y="1520470"/>
                  </a:lnTo>
                  <a:lnTo>
                    <a:pt x="1888527" y="1531733"/>
                  </a:lnTo>
                  <a:lnTo>
                    <a:pt x="1902958" y="1542996"/>
                  </a:lnTo>
                  <a:lnTo>
                    <a:pt x="1917270" y="1554259"/>
                  </a:lnTo>
                  <a:lnTo>
                    <a:pt x="1931479" y="1565521"/>
                  </a:lnTo>
                  <a:lnTo>
                    <a:pt x="1945569" y="1576784"/>
                  </a:lnTo>
                  <a:lnTo>
                    <a:pt x="1959439" y="1588047"/>
                  </a:lnTo>
                  <a:lnTo>
                    <a:pt x="1973158" y="1599310"/>
                  </a:lnTo>
                  <a:lnTo>
                    <a:pt x="1986722" y="1610572"/>
                  </a:lnTo>
                  <a:lnTo>
                    <a:pt x="2000031" y="1621835"/>
                  </a:lnTo>
                  <a:lnTo>
                    <a:pt x="2013120" y="1633098"/>
                  </a:lnTo>
                  <a:lnTo>
                    <a:pt x="2026021" y="1644361"/>
                  </a:lnTo>
                  <a:lnTo>
                    <a:pt x="2038687" y="1655623"/>
                  </a:lnTo>
                  <a:lnTo>
                    <a:pt x="2051054" y="1666886"/>
                  </a:lnTo>
                  <a:lnTo>
                    <a:pt x="2063217" y="1678149"/>
                  </a:lnTo>
                  <a:lnTo>
                    <a:pt x="2075177" y="1689412"/>
                  </a:lnTo>
                  <a:lnTo>
                    <a:pt x="2086800" y="1700674"/>
                  </a:lnTo>
                  <a:lnTo>
                    <a:pt x="2098207" y="1711937"/>
                  </a:lnTo>
                  <a:lnTo>
                    <a:pt x="2109414" y="1723200"/>
                  </a:lnTo>
                  <a:lnTo>
                    <a:pt x="2120353" y="1734463"/>
                  </a:lnTo>
                  <a:lnTo>
                    <a:pt x="2131038" y="1745725"/>
                  </a:lnTo>
                  <a:lnTo>
                    <a:pt x="2141542" y="1756988"/>
                  </a:lnTo>
                  <a:lnTo>
                    <a:pt x="2151855" y="1768251"/>
                  </a:lnTo>
                  <a:lnTo>
                    <a:pt x="2161900" y="1779514"/>
                  </a:lnTo>
                  <a:lnTo>
                    <a:pt x="2171797" y="1790776"/>
                  </a:lnTo>
                  <a:lnTo>
                    <a:pt x="2181548" y="1802039"/>
                  </a:lnTo>
                  <a:lnTo>
                    <a:pt x="2191104" y="1813302"/>
                  </a:lnTo>
                  <a:lnTo>
                    <a:pt x="2200524" y="1824565"/>
                  </a:lnTo>
                  <a:lnTo>
                    <a:pt x="2209841" y="1835827"/>
                  </a:lnTo>
                  <a:lnTo>
                    <a:pt x="2219047" y="1847090"/>
                  </a:lnTo>
                  <a:lnTo>
                    <a:pt x="2228143" y="1858353"/>
                  </a:lnTo>
                  <a:lnTo>
                    <a:pt x="2237182" y="1869616"/>
                  </a:lnTo>
                  <a:lnTo>
                    <a:pt x="2246170" y="1880878"/>
                  </a:lnTo>
                  <a:lnTo>
                    <a:pt x="2255104" y="1892141"/>
                  </a:lnTo>
                  <a:lnTo>
                    <a:pt x="2264023" y="1903404"/>
                  </a:lnTo>
                  <a:lnTo>
                    <a:pt x="2272933" y="1914667"/>
                  </a:lnTo>
                  <a:lnTo>
                    <a:pt x="2281847" y="1925929"/>
                  </a:lnTo>
                  <a:lnTo>
                    <a:pt x="2290786" y="1937192"/>
                  </a:lnTo>
                  <a:lnTo>
                    <a:pt x="2299752" y="1948455"/>
                  </a:lnTo>
                  <a:lnTo>
                    <a:pt x="2308752" y="1959717"/>
                  </a:lnTo>
                  <a:lnTo>
                    <a:pt x="2317822" y="1970980"/>
                  </a:lnTo>
                  <a:lnTo>
                    <a:pt x="2326941" y="1982243"/>
                  </a:lnTo>
                  <a:lnTo>
                    <a:pt x="2336112" y="1993506"/>
                  </a:lnTo>
                  <a:lnTo>
                    <a:pt x="2345366" y="2004768"/>
                  </a:lnTo>
                  <a:lnTo>
                    <a:pt x="2354688" y="2016031"/>
                  </a:lnTo>
                  <a:lnTo>
                    <a:pt x="2364065" y="2027294"/>
                  </a:lnTo>
                  <a:lnTo>
                    <a:pt x="2373508" y="2038557"/>
                  </a:lnTo>
                  <a:lnTo>
                    <a:pt x="2383023" y="2049819"/>
                  </a:lnTo>
                  <a:lnTo>
                    <a:pt x="2392577" y="2061082"/>
                  </a:lnTo>
                  <a:lnTo>
                    <a:pt x="2402169" y="2072345"/>
                  </a:lnTo>
                  <a:lnTo>
                    <a:pt x="2411801" y="2083608"/>
                  </a:lnTo>
                  <a:lnTo>
                    <a:pt x="2421441" y="2094870"/>
                  </a:lnTo>
                  <a:lnTo>
                    <a:pt x="2431079" y="2106133"/>
                  </a:lnTo>
                  <a:lnTo>
                    <a:pt x="2440699" y="2117396"/>
                  </a:lnTo>
                  <a:lnTo>
                    <a:pt x="2450266" y="2128659"/>
                  </a:lnTo>
                  <a:lnTo>
                    <a:pt x="2459777" y="2139921"/>
                  </a:lnTo>
                  <a:lnTo>
                    <a:pt x="2469216" y="2151184"/>
                  </a:lnTo>
                  <a:lnTo>
                    <a:pt x="2478496" y="2162447"/>
                  </a:lnTo>
                  <a:lnTo>
                    <a:pt x="2487648" y="2173710"/>
                  </a:lnTo>
                  <a:lnTo>
                    <a:pt x="2496663" y="2184972"/>
                  </a:lnTo>
                  <a:lnTo>
                    <a:pt x="2505428" y="2196235"/>
                  </a:lnTo>
                  <a:lnTo>
                    <a:pt x="2513947" y="2207498"/>
                  </a:lnTo>
                  <a:lnTo>
                    <a:pt x="2522245" y="2218761"/>
                  </a:lnTo>
                  <a:lnTo>
                    <a:pt x="2530249" y="2230023"/>
                  </a:lnTo>
                  <a:lnTo>
                    <a:pt x="2537833" y="2241286"/>
                  </a:lnTo>
                  <a:lnTo>
                    <a:pt x="2545106" y="2252549"/>
                  </a:lnTo>
                  <a:lnTo>
                    <a:pt x="2552057" y="2263812"/>
                  </a:lnTo>
                  <a:lnTo>
                    <a:pt x="2558418" y="2275074"/>
                  </a:lnTo>
                  <a:lnTo>
                    <a:pt x="2564355" y="2286337"/>
                  </a:lnTo>
                  <a:lnTo>
                    <a:pt x="2569882" y="2297600"/>
                  </a:lnTo>
                  <a:lnTo>
                    <a:pt x="2574821" y="2308863"/>
                  </a:lnTo>
                  <a:lnTo>
                    <a:pt x="2579125" y="2320125"/>
                  </a:lnTo>
                  <a:lnTo>
                    <a:pt x="2582940" y="2331388"/>
                  </a:lnTo>
                  <a:lnTo>
                    <a:pt x="2586219" y="2342651"/>
                  </a:lnTo>
                  <a:lnTo>
                    <a:pt x="2588629" y="2353914"/>
                  </a:lnTo>
                  <a:lnTo>
                    <a:pt x="2590485" y="2365176"/>
                  </a:lnTo>
                  <a:lnTo>
                    <a:pt x="2591782" y="2376439"/>
                  </a:lnTo>
                  <a:lnTo>
                    <a:pt x="2592212" y="2387702"/>
                  </a:lnTo>
                  <a:lnTo>
                    <a:pt x="2591920" y="2398965"/>
                  </a:lnTo>
                  <a:lnTo>
                    <a:pt x="2591026" y="2410227"/>
                  </a:lnTo>
                  <a:lnTo>
                    <a:pt x="2589392" y="2421490"/>
                  </a:lnTo>
                  <a:lnTo>
                    <a:pt x="2586833" y="2432753"/>
                  </a:lnTo>
                  <a:lnTo>
                    <a:pt x="2583653" y="2444016"/>
                  </a:lnTo>
                  <a:lnTo>
                    <a:pt x="2579853" y="2455278"/>
                  </a:lnTo>
                  <a:lnTo>
                    <a:pt x="2575032" y="2466541"/>
                  </a:lnTo>
                  <a:lnTo>
                    <a:pt x="2569554" y="2477804"/>
                  </a:lnTo>
                  <a:lnTo>
                    <a:pt x="2563466" y="2489067"/>
                  </a:lnTo>
                  <a:lnTo>
                    <a:pt x="2556559" y="2500329"/>
                  </a:lnTo>
                  <a:lnTo>
                    <a:pt x="2548854" y="2511592"/>
                  </a:lnTo>
                  <a:lnTo>
                    <a:pt x="2540575" y="2522855"/>
                  </a:lnTo>
                  <a:lnTo>
                    <a:pt x="2531687" y="2534118"/>
                  </a:lnTo>
                  <a:lnTo>
                    <a:pt x="2521909" y="2545380"/>
                  </a:lnTo>
                  <a:lnTo>
                    <a:pt x="2511615" y="2556643"/>
                  </a:lnTo>
                  <a:lnTo>
                    <a:pt x="2500814" y="2567906"/>
                  </a:lnTo>
                  <a:lnTo>
                    <a:pt x="2489290" y="2579169"/>
                  </a:lnTo>
                  <a:lnTo>
                    <a:pt x="2477226" y="2590431"/>
                  </a:lnTo>
                  <a:lnTo>
                    <a:pt x="2464735" y="2601694"/>
                  </a:lnTo>
                  <a:lnTo>
                    <a:pt x="2451750" y="2612957"/>
                  </a:lnTo>
                  <a:lnTo>
                    <a:pt x="2438215" y="2624220"/>
                  </a:lnTo>
                  <a:lnTo>
                    <a:pt x="2424347" y="2635482"/>
                  </a:lnTo>
                  <a:lnTo>
                    <a:pt x="2410158" y="2646745"/>
                  </a:lnTo>
                  <a:lnTo>
                    <a:pt x="2395509" y="2658008"/>
                  </a:lnTo>
                  <a:lnTo>
                    <a:pt x="2380607" y="2669271"/>
                  </a:lnTo>
                  <a:lnTo>
                    <a:pt x="2365486" y="2680533"/>
                  </a:lnTo>
                  <a:lnTo>
                    <a:pt x="2350105" y="2691796"/>
                  </a:lnTo>
                  <a:lnTo>
                    <a:pt x="2334526" y="2703059"/>
                  </a:lnTo>
                  <a:lnTo>
                    <a:pt x="2318827" y="2714322"/>
                  </a:lnTo>
                  <a:lnTo>
                    <a:pt x="2303017" y="2725584"/>
                  </a:lnTo>
                  <a:lnTo>
                    <a:pt x="2287106" y="2736847"/>
                  </a:lnTo>
                  <a:lnTo>
                    <a:pt x="2271170" y="2748110"/>
                  </a:lnTo>
                  <a:lnTo>
                    <a:pt x="2255221" y="2759373"/>
                  </a:lnTo>
                  <a:lnTo>
                    <a:pt x="2239297" y="2770635"/>
                  </a:lnTo>
                  <a:lnTo>
                    <a:pt x="2223434" y="2781898"/>
                  </a:lnTo>
                  <a:lnTo>
                    <a:pt x="2207640" y="2793161"/>
                  </a:lnTo>
                  <a:lnTo>
                    <a:pt x="2191947" y="2804424"/>
                  </a:lnTo>
                  <a:lnTo>
                    <a:pt x="2176423" y="2815686"/>
                  </a:lnTo>
                  <a:lnTo>
                    <a:pt x="2161033" y="2826949"/>
                  </a:lnTo>
                  <a:lnTo>
                    <a:pt x="2145782" y="2838212"/>
                  </a:lnTo>
                  <a:lnTo>
                    <a:pt x="2130797" y="2849475"/>
                  </a:lnTo>
                  <a:lnTo>
                    <a:pt x="2116004" y="2860737"/>
                  </a:lnTo>
                  <a:lnTo>
                    <a:pt x="2101397" y="2872000"/>
                  </a:lnTo>
                  <a:lnTo>
                    <a:pt x="2087055" y="2883263"/>
                  </a:lnTo>
                  <a:lnTo>
                    <a:pt x="2072994" y="2894526"/>
                  </a:lnTo>
                  <a:lnTo>
                    <a:pt x="2059146" y="2905788"/>
                  </a:lnTo>
                  <a:lnTo>
                    <a:pt x="2045530" y="2917051"/>
                  </a:lnTo>
                  <a:lnTo>
                    <a:pt x="2032278" y="2928314"/>
                  </a:lnTo>
                  <a:lnTo>
                    <a:pt x="2019250" y="2939576"/>
                  </a:lnTo>
                  <a:lnTo>
                    <a:pt x="2006446" y="2950839"/>
                  </a:lnTo>
                  <a:lnTo>
                    <a:pt x="1993978" y="2962102"/>
                  </a:lnTo>
                  <a:lnTo>
                    <a:pt x="1981779" y="2973365"/>
                  </a:lnTo>
                  <a:lnTo>
                    <a:pt x="1969799" y="2984627"/>
                  </a:lnTo>
                  <a:lnTo>
                    <a:pt x="1958083" y="2995890"/>
                  </a:lnTo>
                  <a:lnTo>
                    <a:pt x="1946684" y="3007153"/>
                  </a:lnTo>
                  <a:lnTo>
                    <a:pt x="1935489" y="3018416"/>
                  </a:lnTo>
                  <a:lnTo>
                    <a:pt x="1924496" y="3029678"/>
                  </a:lnTo>
                  <a:lnTo>
                    <a:pt x="1913823" y="3040941"/>
                  </a:lnTo>
                  <a:lnTo>
                    <a:pt x="1903348" y="3052204"/>
                  </a:lnTo>
                  <a:lnTo>
                    <a:pt x="1893054" y="3063467"/>
                  </a:lnTo>
                  <a:lnTo>
                    <a:pt x="1882997" y="3074729"/>
                  </a:lnTo>
                  <a:lnTo>
                    <a:pt x="1873164" y="3085992"/>
                  </a:lnTo>
                  <a:lnTo>
                    <a:pt x="1863489" y="3097255"/>
                  </a:lnTo>
                  <a:lnTo>
                    <a:pt x="1853980" y="3108518"/>
                  </a:lnTo>
                  <a:lnTo>
                    <a:pt x="1844710" y="3119780"/>
                  </a:lnTo>
                  <a:lnTo>
                    <a:pt x="1835577" y="3131043"/>
                  </a:lnTo>
                  <a:lnTo>
                    <a:pt x="1826578" y="3142306"/>
                  </a:lnTo>
                  <a:lnTo>
                    <a:pt x="1817772" y="3153569"/>
                  </a:lnTo>
                  <a:lnTo>
                    <a:pt x="1809112" y="3164831"/>
                  </a:lnTo>
                  <a:lnTo>
                    <a:pt x="1800571" y="3176094"/>
                  </a:lnTo>
                  <a:lnTo>
                    <a:pt x="1792168" y="3187357"/>
                  </a:lnTo>
                  <a:lnTo>
                    <a:pt x="1783931" y="3198620"/>
                  </a:lnTo>
                  <a:lnTo>
                    <a:pt x="1775800" y="3209882"/>
                  </a:lnTo>
                  <a:lnTo>
                    <a:pt x="1767774" y="3221145"/>
                  </a:lnTo>
                  <a:lnTo>
                    <a:pt x="1759918" y="3232408"/>
                  </a:lnTo>
                  <a:lnTo>
                    <a:pt x="1752169" y="3243671"/>
                  </a:lnTo>
                  <a:lnTo>
                    <a:pt x="1744522" y="3254933"/>
                  </a:lnTo>
                  <a:lnTo>
                    <a:pt x="1737010" y="3266196"/>
                  </a:lnTo>
                  <a:lnTo>
                    <a:pt x="1729634" y="3277459"/>
                  </a:lnTo>
                  <a:lnTo>
                    <a:pt x="1722359" y="3288722"/>
                  </a:lnTo>
                  <a:lnTo>
                    <a:pt x="1715192" y="3299984"/>
                  </a:lnTo>
                  <a:lnTo>
                    <a:pt x="1708193" y="3311247"/>
                  </a:lnTo>
                  <a:lnTo>
                    <a:pt x="1701298" y="3322510"/>
                  </a:lnTo>
                  <a:lnTo>
                    <a:pt x="1694508" y="3333773"/>
                  </a:lnTo>
                  <a:lnTo>
                    <a:pt x="1687877" y="3345035"/>
                  </a:lnTo>
                  <a:lnTo>
                    <a:pt x="1681377" y="3356298"/>
                  </a:lnTo>
                  <a:lnTo>
                    <a:pt x="1674987" y="3367561"/>
                  </a:lnTo>
                  <a:lnTo>
                    <a:pt x="1668732" y="3378824"/>
                  </a:lnTo>
                  <a:lnTo>
                    <a:pt x="1662644" y="3390086"/>
                  </a:lnTo>
                  <a:lnTo>
                    <a:pt x="1656671" y="3401349"/>
                  </a:lnTo>
                  <a:lnTo>
                    <a:pt x="1650811" y="3412612"/>
                  </a:lnTo>
                  <a:lnTo>
                    <a:pt x="1645140" y="3423875"/>
                  </a:lnTo>
                  <a:lnTo>
                    <a:pt x="1639592" y="3435137"/>
                  </a:lnTo>
                  <a:lnTo>
                    <a:pt x="1634160" y="3446400"/>
                  </a:lnTo>
                  <a:lnTo>
                    <a:pt x="1628883" y="3457663"/>
                  </a:lnTo>
                  <a:lnTo>
                    <a:pt x="1623760" y="3468926"/>
                  </a:lnTo>
                  <a:lnTo>
                    <a:pt x="1618750" y="3480188"/>
                  </a:lnTo>
                  <a:lnTo>
                    <a:pt x="1613859" y="3491451"/>
                  </a:lnTo>
                  <a:lnTo>
                    <a:pt x="1609146" y="3502714"/>
                  </a:lnTo>
                  <a:lnTo>
                    <a:pt x="1604539" y="3513977"/>
                  </a:lnTo>
                  <a:lnTo>
                    <a:pt x="1600034" y="3525239"/>
                  </a:lnTo>
                  <a:lnTo>
                    <a:pt x="1595680" y="3536502"/>
                  </a:lnTo>
                  <a:lnTo>
                    <a:pt x="1591439" y="3547765"/>
                  </a:lnTo>
                  <a:lnTo>
                    <a:pt x="1587290" y="3559028"/>
                  </a:lnTo>
                  <a:lnTo>
                    <a:pt x="1583246" y="3570290"/>
                  </a:lnTo>
                  <a:lnTo>
                    <a:pt x="1579324" y="3581553"/>
                  </a:lnTo>
                  <a:lnTo>
                    <a:pt x="1575476" y="3592816"/>
                  </a:lnTo>
                  <a:lnTo>
                    <a:pt x="1571700" y="3604079"/>
                  </a:lnTo>
                  <a:lnTo>
                    <a:pt x="1568030" y="3615341"/>
                  </a:lnTo>
                  <a:lnTo>
                    <a:pt x="1564420" y="3626604"/>
                  </a:lnTo>
                  <a:lnTo>
                    <a:pt x="1560863" y="3637867"/>
                  </a:lnTo>
                  <a:lnTo>
                    <a:pt x="1557369" y="3649130"/>
                  </a:lnTo>
                  <a:lnTo>
                    <a:pt x="1553928" y="3660392"/>
                  </a:lnTo>
                  <a:lnTo>
                    <a:pt x="1550519" y="3671655"/>
                  </a:lnTo>
                  <a:lnTo>
                    <a:pt x="1547142" y="3682918"/>
                  </a:lnTo>
                  <a:lnTo>
                    <a:pt x="1543800" y="3694181"/>
                  </a:lnTo>
                  <a:lnTo>
                    <a:pt x="1540471" y="3705443"/>
                  </a:lnTo>
                  <a:lnTo>
                    <a:pt x="1537154" y="3716706"/>
                  </a:lnTo>
                  <a:lnTo>
                    <a:pt x="1533845" y="3727969"/>
                  </a:lnTo>
                  <a:lnTo>
                    <a:pt x="1530534" y="3739232"/>
                  </a:lnTo>
                  <a:lnTo>
                    <a:pt x="1527218" y="3750494"/>
                  </a:lnTo>
                  <a:lnTo>
                    <a:pt x="1523894" y="3761757"/>
                  </a:lnTo>
                  <a:lnTo>
                    <a:pt x="1520551" y="3773020"/>
                  </a:lnTo>
                  <a:lnTo>
                    <a:pt x="1517191" y="3784283"/>
                  </a:lnTo>
                  <a:lnTo>
                    <a:pt x="1513815" y="3795545"/>
                  </a:lnTo>
                  <a:lnTo>
                    <a:pt x="1510407" y="3806808"/>
                  </a:lnTo>
                  <a:lnTo>
                    <a:pt x="1506975" y="3818071"/>
                  </a:lnTo>
                  <a:lnTo>
                    <a:pt x="1503522" y="3829334"/>
                  </a:lnTo>
                  <a:lnTo>
                    <a:pt x="1500038" y="3840596"/>
                  </a:lnTo>
                  <a:lnTo>
                    <a:pt x="1496525" y="3851859"/>
                  </a:lnTo>
                  <a:lnTo>
                    <a:pt x="1492991" y="3863122"/>
                  </a:lnTo>
                  <a:lnTo>
                    <a:pt x="1489436" y="3874384"/>
                  </a:lnTo>
                  <a:lnTo>
                    <a:pt x="1485853" y="3885647"/>
                  </a:lnTo>
                  <a:lnTo>
                    <a:pt x="1482258" y="3896910"/>
                  </a:lnTo>
                  <a:lnTo>
                    <a:pt x="1478650" y="3908173"/>
                  </a:lnTo>
                  <a:lnTo>
                    <a:pt x="1475032" y="3919435"/>
                  </a:lnTo>
                  <a:lnTo>
                    <a:pt x="1471412" y="3930698"/>
                  </a:lnTo>
                  <a:lnTo>
                    <a:pt x="1467796" y="3941961"/>
                  </a:lnTo>
                  <a:lnTo>
                    <a:pt x="1464187" y="3953224"/>
                  </a:lnTo>
                  <a:lnTo>
                    <a:pt x="1460600" y="3964486"/>
                  </a:lnTo>
                  <a:lnTo>
                    <a:pt x="1457035" y="3975749"/>
                  </a:lnTo>
                  <a:lnTo>
                    <a:pt x="1453494" y="3987012"/>
                  </a:lnTo>
                  <a:lnTo>
                    <a:pt x="1450009" y="3998275"/>
                  </a:lnTo>
                  <a:lnTo>
                    <a:pt x="1446570" y="4009537"/>
                  </a:lnTo>
                  <a:lnTo>
                    <a:pt x="1443179" y="4020800"/>
                  </a:lnTo>
                  <a:lnTo>
                    <a:pt x="1439862" y="4032063"/>
                  </a:lnTo>
                  <a:lnTo>
                    <a:pt x="1436633" y="4043326"/>
                  </a:lnTo>
                  <a:lnTo>
                    <a:pt x="1433477" y="4054588"/>
                  </a:lnTo>
                  <a:lnTo>
                    <a:pt x="1430402" y="4065851"/>
                  </a:lnTo>
                  <a:lnTo>
                    <a:pt x="1427471" y="4077114"/>
                  </a:lnTo>
                  <a:lnTo>
                    <a:pt x="1424638" y="4088377"/>
                  </a:lnTo>
                  <a:lnTo>
                    <a:pt x="1421905" y="4099639"/>
                  </a:lnTo>
                  <a:lnTo>
                    <a:pt x="1419334" y="4110902"/>
                  </a:lnTo>
                  <a:lnTo>
                    <a:pt x="1416908" y="4122165"/>
                  </a:lnTo>
                  <a:lnTo>
                    <a:pt x="1414605" y="4133428"/>
                  </a:lnTo>
                  <a:lnTo>
                    <a:pt x="1412457" y="4144690"/>
                  </a:lnTo>
                  <a:lnTo>
                    <a:pt x="1410513" y="4155953"/>
                  </a:lnTo>
                  <a:lnTo>
                    <a:pt x="1408713" y="4167216"/>
                  </a:lnTo>
                  <a:lnTo>
                    <a:pt x="1407057" y="4178479"/>
                  </a:lnTo>
                  <a:lnTo>
                    <a:pt x="1405650" y="4189741"/>
                  </a:lnTo>
                  <a:lnTo>
                    <a:pt x="1404411" y="4201004"/>
                  </a:lnTo>
                  <a:lnTo>
                    <a:pt x="1403330" y="4212267"/>
                  </a:lnTo>
                  <a:lnTo>
                    <a:pt x="1402467" y="4223530"/>
                  </a:lnTo>
                  <a:lnTo>
                    <a:pt x="1401829" y="4234792"/>
                  </a:lnTo>
                  <a:lnTo>
                    <a:pt x="1401356" y="4246055"/>
                  </a:lnTo>
                  <a:lnTo>
                    <a:pt x="1401061" y="4257318"/>
                  </a:lnTo>
                  <a:lnTo>
                    <a:pt x="1401042" y="4268581"/>
                  </a:lnTo>
                  <a:lnTo>
                    <a:pt x="1401188" y="4279843"/>
                  </a:lnTo>
                  <a:lnTo>
                    <a:pt x="1401501" y="4291106"/>
                  </a:lnTo>
                  <a:lnTo>
                    <a:pt x="1402059" y="4302369"/>
                  </a:lnTo>
                  <a:lnTo>
                    <a:pt x="1402812" y="4313632"/>
                  </a:lnTo>
                  <a:lnTo>
                    <a:pt x="1403723" y="4324894"/>
                  </a:lnTo>
                  <a:lnTo>
                    <a:pt x="1404822" y="4336157"/>
                  </a:lnTo>
                  <a:lnTo>
                    <a:pt x="1406145" y="4347420"/>
                  </a:lnTo>
                  <a:lnTo>
                    <a:pt x="1407609" y="4358683"/>
                  </a:lnTo>
                  <a:lnTo>
                    <a:pt x="1409213" y="4369945"/>
                  </a:lnTo>
                  <a:lnTo>
                    <a:pt x="1411033" y="4381208"/>
                  </a:lnTo>
                  <a:lnTo>
                    <a:pt x="1412982" y="4392471"/>
                  </a:lnTo>
                  <a:lnTo>
                    <a:pt x="1415048" y="4403734"/>
                  </a:lnTo>
                  <a:lnTo>
                    <a:pt x="1417261" y="4414996"/>
                  </a:lnTo>
                  <a:lnTo>
                    <a:pt x="1419605" y="4426259"/>
                  </a:lnTo>
                  <a:lnTo>
                    <a:pt x="1422035" y="4437522"/>
                  </a:lnTo>
                  <a:lnTo>
                    <a:pt x="1424554" y="4448785"/>
                  </a:lnTo>
                  <a:lnTo>
                    <a:pt x="1427184" y="4460047"/>
                  </a:lnTo>
                  <a:lnTo>
                    <a:pt x="1429866" y="4471310"/>
                  </a:lnTo>
                  <a:lnTo>
                    <a:pt x="1432598" y="4482573"/>
                  </a:lnTo>
                  <a:lnTo>
                    <a:pt x="1435383" y="4493836"/>
                  </a:lnTo>
                  <a:lnTo>
                    <a:pt x="1438192" y="4505098"/>
                  </a:lnTo>
                  <a:lnTo>
                    <a:pt x="1441011" y="4516361"/>
                  </a:lnTo>
                  <a:lnTo>
                    <a:pt x="1443835" y="4527624"/>
                  </a:lnTo>
                  <a:lnTo>
                    <a:pt x="1446636" y="4538887"/>
                  </a:lnTo>
                  <a:lnTo>
                    <a:pt x="1449410" y="4550149"/>
                  </a:lnTo>
                  <a:lnTo>
                    <a:pt x="1452152" y="4561412"/>
                  </a:lnTo>
                  <a:lnTo>
                    <a:pt x="1454816" y="4572675"/>
                  </a:lnTo>
                  <a:lnTo>
                    <a:pt x="1457410" y="4583938"/>
                  </a:lnTo>
                  <a:lnTo>
                    <a:pt x="1459935" y="4595200"/>
                  </a:lnTo>
                  <a:lnTo>
                    <a:pt x="1462351" y="4606463"/>
                  </a:lnTo>
                  <a:lnTo>
                    <a:pt x="1464639" y="4617726"/>
                  </a:lnTo>
                  <a:lnTo>
                    <a:pt x="1466822" y="4628989"/>
                  </a:lnTo>
                  <a:lnTo>
                    <a:pt x="1468889" y="4640251"/>
                  </a:lnTo>
                  <a:lnTo>
                    <a:pt x="1470754" y="4651514"/>
                  </a:lnTo>
                  <a:lnTo>
                    <a:pt x="1472485" y="4662777"/>
                  </a:lnTo>
                  <a:lnTo>
                    <a:pt x="1474079" y="4674040"/>
                  </a:lnTo>
                  <a:lnTo>
                    <a:pt x="1475455" y="4685302"/>
                  </a:lnTo>
                  <a:lnTo>
                    <a:pt x="1476643" y="4696565"/>
                  </a:lnTo>
                  <a:lnTo>
                    <a:pt x="1477671" y="4707828"/>
                  </a:lnTo>
                  <a:lnTo>
                    <a:pt x="1478501" y="4719091"/>
                  </a:lnTo>
                  <a:lnTo>
                    <a:pt x="1479076" y="4730353"/>
                  </a:lnTo>
                  <a:lnTo>
                    <a:pt x="1479477" y="4741616"/>
                  </a:lnTo>
                  <a:lnTo>
                    <a:pt x="1479703" y="4752879"/>
                  </a:lnTo>
                  <a:lnTo>
                    <a:pt x="1479636" y="4764142"/>
                  </a:lnTo>
                  <a:lnTo>
                    <a:pt x="1479375" y="4775404"/>
                  </a:lnTo>
                  <a:lnTo>
                    <a:pt x="1478933" y="4786667"/>
                  </a:lnTo>
                  <a:lnTo>
                    <a:pt x="1478246" y="4797930"/>
                  </a:lnTo>
                  <a:lnTo>
                    <a:pt x="1477316" y="4809193"/>
                  </a:lnTo>
                  <a:lnTo>
                    <a:pt x="1476208" y="4820455"/>
                  </a:lnTo>
                  <a:lnTo>
                    <a:pt x="1474911" y="4831718"/>
                  </a:lnTo>
                  <a:lnTo>
                    <a:pt x="1473331" y="4842981"/>
                  </a:lnTo>
                  <a:lnTo>
                    <a:pt x="1471583" y="4854243"/>
                  </a:lnTo>
                  <a:lnTo>
                    <a:pt x="1469671" y="4865506"/>
                  </a:lnTo>
                  <a:lnTo>
                    <a:pt x="1467520" y="4876769"/>
                  </a:lnTo>
                  <a:lnTo>
                    <a:pt x="1465185" y="4888032"/>
                  </a:lnTo>
                  <a:lnTo>
                    <a:pt x="1462703" y="4899294"/>
                  </a:lnTo>
                  <a:lnTo>
                    <a:pt x="1460049" y="4910557"/>
                  </a:lnTo>
                  <a:lnTo>
                    <a:pt x="1457198" y="4921820"/>
                  </a:lnTo>
                  <a:lnTo>
                    <a:pt x="1454224" y="4933083"/>
                  </a:lnTo>
                  <a:lnTo>
                    <a:pt x="1451131" y="4944345"/>
                  </a:lnTo>
                  <a:lnTo>
                    <a:pt x="1447860" y="4955608"/>
                  </a:lnTo>
                  <a:lnTo>
                    <a:pt x="1444485" y="4966871"/>
                  </a:lnTo>
                  <a:lnTo>
                    <a:pt x="1441020" y="4978134"/>
                  </a:lnTo>
                  <a:lnTo>
                    <a:pt x="1437441" y="4989396"/>
                  </a:lnTo>
                  <a:lnTo>
                    <a:pt x="1433767" y="5000659"/>
                  </a:lnTo>
                  <a:lnTo>
                    <a:pt x="1430032" y="5011922"/>
                  </a:lnTo>
                  <a:lnTo>
                    <a:pt x="1426236" y="5023185"/>
                  </a:lnTo>
                  <a:lnTo>
                    <a:pt x="1422368" y="5034447"/>
                  </a:lnTo>
                  <a:lnTo>
                    <a:pt x="1418468" y="5045710"/>
                  </a:lnTo>
                  <a:lnTo>
                    <a:pt x="1414540" y="5056973"/>
                  </a:lnTo>
                  <a:lnTo>
                    <a:pt x="1410585" y="5068236"/>
                  </a:lnTo>
                  <a:lnTo>
                    <a:pt x="1406623" y="5079498"/>
                  </a:lnTo>
                  <a:lnTo>
                    <a:pt x="1402661" y="5090761"/>
                  </a:lnTo>
                  <a:lnTo>
                    <a:pt x="1398706" y="5102024"/>
                  </a:lnTo>
                  <a:lnTo>
                    <a:pt x="1394776" y="5113287"/>
                  </a:lnTo>
                  <a:lnTo>
                    <a:pt x="1390873" y="5124549"/>
                  </a:lnTo>
                  <a:lnTo>
                    <a:pt x="1386997" y="5135812"/>
                  </a:lnTo>
                  <a:lnTo>
                    <a:pt x="1383182" y="5147075"/>
                  </a:lnTo>
                  <a:lnTo>
                    <a:pt x="1379417" y="5158338"/>
                  </a:lnTo>
                  <a:lnTo>
                    <a:pt x="1375701" y="5169600"/>
                  </a:lnTo>
                  <a:lnTo>
                    <a:pt x="1372058" y="5180863"/>
                  </a:lnTo>
                  <a:lnTo>
                    <a:pt x="1368498" y="5192126"/>
                  </a:lnTo>
                  <a:lnTo>
                    <a:pt x="1365003" y="5203389"/>
                  </a:lnTo>
                  <a:lnTo>
                    <a:pt x="1361580" y="5214651"/>
                  </a:lnTo>
                  <a:lnTo>
                    <a:pt x="1358277" y="5225914"/>
                  </a:lnTo>
                  <a:lnTo>
                    <a:pt x="1355051" y="5237177"/>
                  </a:lnTo>
                  <a:lnTo>
                    <a:pt x="1351903" y="5248440"/>
                  </a:lnTo>
                  <a:lnTo>
                    <a:pt x="1348875" y="5259702"/>
                  </a:lnTo>
                  <a:lnTo>
                    <a:pt x="1345948" y="5270965"/>
                  </a:lnTo>
                  <a:lnTo>
                    <a:pt x="1343106" y="5282228"/>
                  </a:lnTo>
                  <a:lnTo>
                    <a:pt x="1340367" y="5293491"/>
                  </a:lnTo>
                  <a:lnTo>
                    <a:pt x="1337757" y="5304753"/>
                  </a:lnTo>
                  <a:lnTo>
                    <a:pt x="1335233" y="5316016"/>
                  </a:lnTo>
                  <a:lnTo>
                    <a:pt x="1332796" y="5327279"/>
                  </a:lnTo>
                  <a:lnTo>
                    <a:pt x="1330501" y="5338542"/>
                  </a:lnTo>
                  <a:lnTo>
                    <a:pt x="1328297" y="5349804"/>
                  </a:lnTo>
                  <a:lnTo>
                    <a:pt x="1326177" y="5361067"/>
                  </a:lnTo>
                  <a:lnTo>
                    <a:pt x="1324171" y="5372330"/>
                  </a:lnTo>
                  <a:lnTo>
                    <a:pt x="1322277" y="5383593"/>
                  </a:lnTo>
                  <a:lnTo>
                    <a:pt x="1320462" y="5394855"/>
                  </a:lnTo>
                  <a:lnTo>
                    <a:pt x="1318733" y="5406118"/>
                  </a:lnTo>
                  <a:lnTo>
                    <a:pt x="1317130" y="5417381"/>
                  </a:lnTo>
                  <a:lnTo>
                    <a:pt x="1315600" y="5428644"/>
                  </a:lnTo>
                  <a:lnTo>
                    <a:pt x="1314144" y="5439906"/>
                  </a:lnTo>
                  <a:lnTo>
                    <a:pt x="1312792" y="5451169"/>
                  </a:lnTo>
                  <a:lnTo>
                    <a:pt x="1311523" y="5462432"/>
                  </a:lnTo>
                  <a:lnTo>
                    <a:pt x="1310318" y="5473695"/>
                  </a:lnTo>
                  <a:lnTo>
                    <a:pt x="1309190" y="5484957"/>
                  </a:lnTo>
                  <a:lnTo>
                    <a:pt x="1308152" y="5496220"/>
                  </a:lnTo>
                  <a:lnTo>
                    <a:pt x="1307170" y="5507483"/>
                  </a:lnTo>
                  <a:lnTo>
                    <a:pt x="1306245" y="5518746"/>
                  </a:lnTo>
                  <a:lnTo>
                    <a:pt x="1305404" y="5530008"/>
                  </a:lnTo>
                  <a:lnTo>
                    <a:pt x="1304616" y="5541271"/>
                  </a:lnTo>
                  <a:lnTo>
                    <a:pt x="1303876" y="5552534"/>
                  </a:lnTo>
                  <a:close/>
                </a:path>
              </a:pathLst>
            </a:custGeom>
            <a:solidFill>
              <a:srgbClr val="B8D5B8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80653" y="3546458"/>
              <a:ext cx="2585746" cy="0"/>
            </a:xfrm>
            <a:custGeom>
              <a:avLst/>
              <a:pathLst>
                <a:path w="2585746" h="0">
                  <a:moveTo>
                    <a:pt x="0" y="0"/>
                  </a:moveTo>
                  <a:lnTo>
                    <a:pt x="258574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722032" y="4354683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4952881" y="3693993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4864374" y="2878221"/>
              <a:ext cx="117405" cy="11740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6101964" y="2792191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830836" y="4711312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15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5277072" y="2812907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4513974" y="3813264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5041236" y="3070415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198037" y="5738497"/>
              <a:ext cx="117405" cy="11740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055018" y="3410492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437855" y="3410335"/>
              <a:ext cx="117405" cy="11740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479331" y="3050261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5067467" y="19293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5350352" y="3297219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6134087" y="3594151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425865" y="3625330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59440" y="3450564"/>
              <a:ext cx="117405" cy="11740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251567" y="3178174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5476747" y="2644828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E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5281289" y="4079882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4457161" y="2664739"/>
              <a:ext cx="117404" cy="117405"/>
            </a:xfrm>
            <a:custGeom>
              <a:avLst/>
              <a:pathLst>
                <a:path w="117404" h="117405">
                  <a:moveTo>
                    <a:pt x="0" y="58702"/>
                  </a:moveTo>
                  <a:lnTo>
                    <a:pt x="58702" y="0"/>
                  </a:lnTo>
                  <a:lnTo>
                    <a:pt x="117404" y="58702"/>
                  </a:lnTo>
                  <a:lnTo>
                    <a:pt x="58702" y="11740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5468386" y="4129196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4892732" y="3674665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034223" y="4183742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5931165" y="5921418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569054" y="3501528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813915" y="3305411"/>
              <a:ext cx="117405" cy="117405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463139" y="3534099"/>
              <a:ext cx="117405" cy="11740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5295880" y="2715897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18661" y="4938724"/>
              <a:ext cx="117405" cy="11740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5341027" y="3541775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2048107" y="270786"/>
              <a:ext cx="74552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National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836852" y="268206"/>
              <a:ext cx="1073348" cy="1504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Subnational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995155" y="520980"/>
              <a:ext cx="0" cy="6457600"/>
            </a:xfrm>
            <a:custGeom>
              <a:avLst/>
              <a:pathLst>
                <a:path w="0"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05173" y="6614496"/>
              <a:ext cx="98883" cy="1277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06289" y="5146289"/>
              <a:ext cx="1977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07405" y="3680253"/>
              <a:ext cx="29665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08521" y="2214216"/>
              <a:ext cx="395535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09637" y="748179"/>
              <a:ext cx="494419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-874460" y="3654430"/>
              <a:ext cx="2190750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facilities (log)</a:t>
              </a:r>
            </a:p>
          </p:txBody>
        </p:sp>
        <p:sp>
          <p:nvSpPr>
            <p:cNvPr id="54" name="pg54"/>
            <p:cNvSpPr/>
            <p:nvPr/>
          </p:nvSpPr>
          <p:spPr>
            <a:xfrm>
              <a:off x="7859057" y="1110426"/>
              <a:ext cx="2638221" cy="5194127"/>
            </a:xfrm>
            <a:custGeom>
              <a:avLst/>
              <a:pathLst>
                <a:path w="2638221" h="5194127">
                  <a:moveTo>
                    <a:pt x="1316542" y="5194127"/>
                  </a:moveTo>
                  <a:lnTo>
                    <a:pt x="1316244" y="5183962"/>
                  </a:lnTo>
                  <a:lnTo>
                    <a:pt x="1315922" y="5173798"/>
                  </a:lnTo>
                  <a:lnTo>
                    <a:pt x="1315570" y="5163633"/>
                  </a:lnTo>
                  <a:lnTo>
                    <a:pt x="1315173" y="5153468"/>
                  </a:lnTo>
                  <a:lnTo>
                    <a:pt x="1314745" y="5143304"/>
                  </a:lnTo>
                  <a:lnTo>
                    <a:pt x="1314286" y="5133139"/>
                  </a:lnTo>
                  <a:lnTo>
                    <a:pt x="1313767" y="5122974"/>
                  </a:lnTo>
                  <a:lnTo>
                    <a:pt x="1313206" y="5112810"/>
                  </a:lnTo>
                  <a:lnTo>
                    <a:pt x="1312605" y="5102645"/>
                  </a:lnTo>
                  <a:lnTo>
                    <a:pt x="1311943" y="5092480"/>
                  </a:lnTo>
                  <a:lnTo>
                    <a:pt x="1311218" y="5082316"/>
                  </a:lnTo>
                  <a:lnTo>
                    <a:pt x="1310444" y="5072151"/>
                  </a:lnTo>
                  <a:lnTo>
                    <a:pt x="1309608" y="5061987"/>
                  </a:lnTo>
                  <a:lnTo>
                    <a:pt x="1308685" y="5051822"/>
                  </a:lnTo>
                  <a:lnTo>
                    <a:pt x="1307701" y="5041657"/>
                  </a:lnTo>
                  <a:lnTo>
                    <a:pt x="1306656" y="5031493"/>
                  </a:lnTo>
                  <a:lnTo>
                    <a:pt x="1305498" y="5021328"/>
                  </a:lnTo>
                  <a:lnTo>
                    <a:pt x="1304266" y="5011163"/>
                  </a:lnTo>
                  <a:lnTo>
                    <a:pt x="1302961" y="5000999"/>
                  </a:lnTo>
                  <a:lnTo>
                    <a:pt x="1301544" y="4990834"/>
                  </a:lnTo>
                  <a:lnTo>
                    <a:pt x="1300022" y="4980670"/>
                  </a:lnTo>
                  <a:lnTo>
                    <a:pt x="1298414" y="4970505"/>
                  </a:lnTo>
                  <a:lnTo>
                    <a:pt x="1296701" y="4960340"/>
                  </a:lnTo>
                  <a:lnTo>
                    <a:pt x="1294846" y="4950176"/>
                  </a:lnTo>
                  <a:lnTo>
                    <a:pt x="1292895" y="4940011"/>
                  </a:lnTo>
                  <a:lnTo>
                    <a:pt x="1290846" y="4929846"/>
                  </a:lnTo>
                  <a:lnTo>
                    <a:pt x="1288620" y="4919682"/>
                  </a:lnTo>
                  <a:lnTo>
                    <a:pt x="1286284" y="4909517"/>
                  </a:lnTo>
                  <a:lnTo>
                    <a:pt x="1283839" y="4899352"/>
                  </a:lnTo>
                  <a:lnTo>
                    <a:pt x="1281229" y="4889188"/>
                  </a:lnTo>
                  <a:lnTo>
                    <a:pt x="1278471" y="4879023"/>
                  </a:lnTo>
                  <a:lnTo>
                    <a:pt x="1275596" y="4868859"/>
                  </a:lnTo>
                  <a:lnTo>
                    <a:pt x="1272572" y="4858694"/>
                  </a:lnTo>
                  <a:lnTo>
                    <a:pt x="1269363" y="4848529"/>
                  </a:lnTo>
                  <a:lnTo>
                    <a:pt x="1266028" y="4838365"/>
                  </a:lnTo>
                  <a:lnTo>
                    <a:pt x="1262567" y="4828200"/>
                  </a:lnTo>
                  <a:lnTo>
                    <a:pt x="1258884" y="4818035"/>
                  </a:lnTo>
                  <a:lnTo>
                    <a:pt x="1255071" y="4807871"/>
                  </a:lnTo>
                  <a:lnTo>
                    <a:pt x="1251129" y="4797706"/>
                  </a:lnTo>
                  <a:lnTo>
                    <a:pt x="1246992" y="4787541"/>
                  </a:lnTo>
                  <a:lnTo>
                    <a:pt x="1242692" y="4777377"/>
                  </a:lnTo>
                  <a:lnTo>
                    <a:pt x="1238262" y="4767212"/>
                  </a:lnTo>
                  <a:lnTo>
                    <a:pt x="1233671" y="4757048"/>
                  </a:lnTo>
                  <a:lnTo>
                    <a:pt x="1228889" y="4746883"/>
                  </a:lnTo>
                  <a:lnTo>
                    <a:pt x="1223982" y="4736718"/>
                  </a:lnTo>
                  <a:lnTo>
                    <a:pt x="1218948" y="4726554"/>
                  </a:lnTo>
                  <a:lnTo>
                    <a:pt x="1213702" y="4716389"/>
                  </a:lnTo>
                  <a:lnTo>
                    <a:pt x="1208338" y="4706224"/>
                  </a:lnTo>
                  <a:lnTo>
                    <a:pt x="1202857" y="4696060"/>
                  </a:lnTo>
                  <a:lnTo>
                    <a:pt x="1197205" y="4685895"/>
                  </a:lnTo>
                  <a:lnTo>
                    <a:pt x="1191419" y="4675731"/>
                  </a:lnTo>
                  <a:lnTo>
                    <a:pt x="1185529" y="4665566"/>
                  </a:lnTo>
                  <a:lnTo>
                    <a:pt x="1179509" y="4655401"/>
                  </a:lnTo>
                  <a:lnTo>
                    <a:pt x="1173349" y="4645237"/>
                  </a:lnTo>
                  <a:lnTo>
                    <a:pt x="1167098" y="4635072"/>
                  </a:lnTo>
                  <a:lnTo>
                    <a:pt x="1160757" y="4624907"/>
                  </a:lnTo>
                  <a:lnTo>
                    <a:pt x="1154277" y="4614743"/>
                  </a:lnTo>
                  <a:lnTo>
                    <a:pt x="1147723" y="4604578"/>
                  </a:lnTo>
                  <a:lnTo>
                    <a:pt x="1141097" y="4594413"/>
                  </a:lnTo>
                  <a:lnTo>
                    <a:pt x="1134371" y="4584249"/>
                  </a:lnTo>
                  <a:lnTo>
                    <a:pt x="1127575" y="4574084"/>
                  </a:lnTo>
                  <a:lnTo>
                    <a:pt x="1120724" y="4563920"/>
                  </a:lnTo>
                  <a:lnTo>
                    <a:pt x="1113809" y="4553755"/>
                  </a:lnTo>
                  <a:lnTo>
                    <a:pt x="1106830" y="4543590"/>
                  </a:lnTo>
                  <a:lnTo>
                    <a:pt x="1099812" y="4533426"/>
                  </a:lnTo>
                  <a:lnTo>
                    <a:pt x="1092757" y="4523261"/>
                  </a:lnTo>
                  <a:lnTo>
                    <a:pt x="1085649" y="4513096"/>
                  </a:lnTo>
                  <a:lnTo>
                    <a:pt x="1078517" y="4502932"/>
                  </a:lnTo>
                  <a:lnTo>
                    <a:pt x="1071360" y="4492767"/>
                  </a:lnTo>
                  <a:lnTo>
                    <a:pt x="1064172" y="4482603"/>
                  </a:lnTo>
                  <a:lnTo>
                    <a:pt x="1056963" y="4472438"/>
                  </a:lnTo>
                  <a:lnTo>
                    <a:pt x="1049739" y="4462273"/>
                  </a:lnTo>
                  <a:lnTo>
                    <a:pt x="1042496" y="4452109"/>
                  </a:lnTo>
                  <a:lnTo>
                    <a:pt x="1035235" y="4441944"/>
                  </a:lnTo>
                  <a:lnTo>
                    <a:pt x="1027961" y="4431779"/>
                  </a:lnTo>
                  <a:lnTo>
                    <a:pt x="1020674" y="4421615"/>
                  </a:lnTo>
                  <a:lnTo>
                    <a:pt x="1013365" y="4411450"/>
                  </a:lnTo>
                  <a:lnTo>
                    <a:pt x="1006039" y="4401285"/>
                  </a:lnTo>
                  <a:lnTo>
                    <a:pt x="998698" y="4391121"/>
                  </a:lnTo>
                  <a:lnTo>
                    <a:pt x="991326" y="4380956"/>
                  </a:lnTo>
                  <a:lnTo>
                    <a:pt x="983927" y="4370792"/>
                  </a:lnTo>
                  <a:lnTo>
                    <a:pt x="976502" y="4360627"/>
                  </a:lnTo>
                  <a:lnTo>
                    <a:pt x="969038" y="4350462"/>
                  </a:lnTo>
                  <a:lnTo>
                    <a:pt x="961523" y="4340298"/>
                  </a:lnTo>
                  <a:lnTo>
                    <a:pt x="953967" y="4330133"/>
                  </a:lnTo>
                  <a:lnTo>
                    <a:pt x="946364" y="4319968"/>
                  </a:lnTo>
                  <a:lnTo>
                    <a:pt x="938674" y="4309804"/>
                  </a:lnTo>
                  <a:lnTo>
                    <a:pt x="930924" y="4299639"/>
                  </a:lnTo>
                  <a:lnTo>
                    <a:pt x="923111" y="4289474"/>
                  </a:lnTo>
                  <a:lnTo>
                    <a:pt x="915185" y="4279310"/>
                  </a:lnTo>
                  <a:lnTo>
                    <a:pt x="907165" y="4269145"/>
                  </a:lnTo>
                  <a:lnTo>
                    <a:pt x="899061" y="4258981"/>
                  </a:lnTo>
                  <a:lnTo>
                    <a:pt x="890834" y="4248816"/>
                  </a:lnTo>
                  <a:lnTo>
                    <a:pt x="882464" y="4238651"/>
                  </a:lnTo>
                  <a:lnTo>
                    <a:pt x="873986" y="4228487"/>
                  </a:lnTo>
                  <a:lnTo>
                    <a:pt x="865387" y="4218322"/>
                  </a:lnTo>
                  <a:lnTo>
                    <a:pt x="856587" y="4208157"/>
                  </a:lnTo>
                  <a:lnTo>
                    <a:pt x="847657" y="4197993"/>
                  </a:lnTo>
                  <a:lnTo>
                    <a:pt x="838596" y="4187828"/>
                  </a:lnTo>
                  <a:lnTo>
                    <a:pt x="829312" y="4177664"/>
                  </a:lnTo>
                  <a:lnTo>
                    <a:pt x="819860" y="4167499"/>
                  </a:lnTo>
                  <a:lnTo>
                    <a:pt x="810258" y="4157334"/>
                  </a:lnTo>
                  <a:lnTo>
                    <a:pt x="800448" y="4147170"/>
                  </a:lnTo>
                  <a:lnTo>
                    <a:pt x="790415" y="4137005"/>
                  </a:lnTo>
                  <a:lnTo>
                    <a:pt x="780220" y="4126840"/>
                  </a:lnTo>
                  <a:lnTo>
                    <a:pt x="769842" y="4116676"/>
                  </a:lnTo>
                  <a:lnTo>
                    <a:pt x="759189" y="4106511"/>
                  </a:lnTo>
                  <a:lnTo>
                    <a:pt x="748367" y="4096346"/>
                  </a:lnTo>
                  <a:lnTo>
                    <a:pt x="737374" y="4086182"/>
                  </a:lnTo>
                  <a:lnTo>
                    <a:pt x="726104" y="4076017"/>
                  </a:lnTo>
                  <a:lnTo>
                    <a:pt x="714641" y="4065853"/>
                  </a:lnTo>
                  <a:lnTo>
                    <a:pt x="703008" y="4055688"/>
                  </a:lnTo>
                  <a:lnTo>
                    <a:pt x="691142" y="4045523"/>
                  </a:lnTo>
                  <a:lnTo>
                    <a:pt x="679046" y="4035359"/>
                  </a:lnTo>
                  <a:lnTo>
                    <a:pt x="666787" y="4025194"/>
                  </a:lnTo>
                  <a:lnTo>
                    <a:pt x="654343" y="4015029"/>
                  </a:lnTo>
                  <a:lnTo>
                    <a:pt x="641644" y="4004865"/>
                  </a:lnTo>
                  <a:lnTo>
                    <a:pt x="628793" y="3994700"/>
                  </a:lnTo>
                  <a:lnTo>
                    <a:pt x="615792" y="3984536"/>
                  </a:lnTo>
                  <a:lnTo>
                    <a:pt x="602555" y="3974371"/>
                  </a:lnTo>
                  <a:lnTo>
                    <a:pt x="589166" y="3964206"/>
                  </a:lnTo>
                  <a:lnTo>
                    <a:pt x="575644" y="3954042"/>
                  </a:lnTo>
                  <a:lnTo>
                    <a:pt x="561946" y="3943877"/>
                  </a:lnTo>
                  <a:lnTo>
                    <a:pt x="548088" y="3933712"/>
                  </a:lnTo>
                  <a:lnTo>
                    <a:pt x="534120" y="3923548"/>
                  </a:lnTo>
                  <a:lnTo>
                    <a:pt x="520030" y="3913383"/>
                  </a:lnTo>
                  <a:lnTo>
                    <a:pt x="505788" y="3903218"/>
                  </a:lnTo>
                  <a:lnTo>
                    <a:pt x="491461" y="3893054"/>
                  </a:lnTo>
                  <a:lnTo>
                    <a:pt x="477052" y="3882889"/>
                  </a:lnTo>
                  <a:lnTo>
                    <a:pt x="462527" y="3872725"/>
                  </a:lnTo>
                  <a:lnTo>
                    <a:pt x="447940" y="3862560"/>
                  </a:lnTo>
                  <a:lnTo>
                    <a:pt x="433301" y="3852395"/>
                  </a:lnTo>
                  <a:lnTo>
                    <a:pt x="418602" y="3842231"/>
                  </a:lnTo>
                  <a:lnTo>
                    <a:pt x="403865" y="3832066"/>
                  </a:lnTo>
                  <a:lnTo>
                    <a:pt x="389110" y="3821901"/>
                  </a:lnTo>
                  <a:lnTo>
                    <a:pt x="374340" y="3811737"/>
                  </a:lnTo>
                  <a:lnTo>
                    <a:pt x="359576" y="3801572"/>
                  </a:lnTo>
                  <a:lnTo>
                    <a:pt x="344830" y="3791407"/>
                  </a:lnTo>
                  <a:lnTo>
                    <a:pt x="330106" y="3781243"/>
                  </a:lnTo>
                  <a:lnTo>
                    <a:pt x="315447" y="3771078"/>
                  </a:lnTo>
                  <a:lnTo>
                    <a:pt x="300851" y="3760914"/>
                  </a:lnTo>
                  <a:lnTo>
                    <a:pt x="286320" y="3750749"/>
                  </a:lnTo>
                  <a:lnTo>
                    <a:pt x="271899" y="3740584"/>
                  </a:lnTo>
                  <a:lnTo>
                    <a:pt x="257610" y="3730420"/>
                  </a:lnTo>
                  <a:lnTo>
                    <a:pt x="243433" y="3720255"/>
                  </a:lnTo>
                  <a:lnTo>
                    <a:pt x="229400" y="3710090"/>
                  </a:lnTo>
                  <a:lnTo>
                    <a:pt x="215594" y="3699926"/>
                  </a:lnTo>
                  <a:lnTo>
                    <a:pt x="201953" y="3689761"/>
                  </a:lnTo>
                  <a:lnTo>
                    <a:pt x="188484" y="3679597"/>
                  </a:lnTo>
                  <a:lnTo>
                    <a:pt x="175347" y="3669432"/>
                  </a:lnTo>
                  <a:lnTo>
                    <a:pt x="162448" y="3659267"/>
                  </a:lnTo>
                  <a:lnTo>
                    <a:pt x="149781" y="3649103"/>
                  </a:lnTo>
                  <a:lnTo>
                    <a:pt x="137479" y="3638938"/>
                  </a:lnTo>
                  <a:lnTo>
                    <a:pt x="125546" y="3628773"/>
                  </a:lnTo>
                  <a:lnTo>
                    <a:pt x="113914" y="3618609"/>
                  </a:lnTo>
                  <a:lnTo>
                    <a:pt x="102658" y="3608444"/>
                  </a:lnTo>
                  <a:lnTo>
                    <a:pt x="91939" y="3598279"/>
                  </a:lnTo>
                  <a:lnTo>
                    <a:pt x="81593" y="3588115"/>
                  </a:lnTo>
                  <a:lnTo>
                    <a:pt x="71627" y="3577950"/>
                  </a:lnTo>
                  <a:lnTo>
                    <a:pt x="62367" y="3567786"/>
                  </a:lnTo>
                  <a:lnTo>
                    <a:pt x="53574" y="3557621"/>
                  </a:lnTo>
                  <a:lnTo>
                    <a:pt x="45238" y="3547456"/>
                  </a:lnTo>
                  <a:lnTo>
                    <a:pt x="37607" y="3537292"/>
                  </a:lnTo>
                  <a:lnTo>
                    <a:pt x="30640" y="3527127"/>
                  </a:lnTo>
                  <a:lnTo>
                    <a:pt x="24207" y="3516962"/>
                  </a:lnTo>
                  <a:lnTo>
                    <a:pt x="18444" y="3506798"/>
                  </a:lnTo>
                  <a:lnTo>
                    <a:pt x="13575" y="3496633"/>
                  </a:lnTo>
                  <a:lnTo>
                    <a:pt x="9313" y="3486469"/>
                  </a:lnTo>
                  <a:lnTo>
                    <a:pt x="5666" y="3476304"/>
                  </a:lnTo>
                  <a:lnTo>
                    <a:pt x="3133" y="3466139"/>
                  </a:lnTo>
                  <a:lnTo>
                    <a:pt x="1290" y="3455975"/>
                  </a:lnTo>
                  <a:lnTo>
                    <a:pt x="127" y="3445810"/>
                  </a:lnTo>
                  <a:lnTo>
                    <a:pt x="0" y="3435645"/>
                  </a:lnTo>
                  <a:lnTo>
                    <a:pt x="790" y="3425481"/>
                  </a:lnTo>
                  <a:lnTo>
                    <a:pt x="2313" y="3415316"/>
                  </a:lnTo>
                  <a:lnTo>
                    <a:pt x="4754" y="3405151"/>
                  </a:lnTo>
                  <a:lnTo>
                    <a:pt x="8345" y="3394987"/>
                  </a:lnTo>
                  <a:lnTo>
                    <a:pt x="12704" y="3384822"/>
                  </a:lnTo>
                  <a:lnTo>
                    <a:pt x="17835" y="3374658"/>
                  </a:lnTo>
                  <a:lnTo>
                    <a:pt x="24326" y="3364493"/>
                  </a:lnTo>
                  <a:lnTo>
                    <a:pt x="31608" y="3354328"/>
                  </a:lnTo>
                  <a:lnTo>
                    <a:pt x="39673" y="3344164"/>
                  </a:lnTo>
                  <a:lnTo>
                    <a:pt x="48912" y="3333999"/>
                  </a:lnTo>
                  <a:lnTo>
                    <a:pt x="59127" y="3323834"/>
                  </a:lnTo>
                  <a:lnTo>
                    <a:pt x="70114" y="3313670"/>
                  </a:lnTo>
                  <a:lnTo>
                    <a:pt x="82064" y="3303505"/>
                  </a:lnTo>
                  <a:lnTo>
                    <a:pt x="95141" y="3293340"/>
                  </a:lnTo>
                  <a:lnTo>
                    <a:pt x="108955" y="3283176"/>
                  </a:lnTo>
                  <a:lnTo>
                    <a:pt x="123506" y="3273011"/>
                  </a:lnTo>
                  <a:lnTo>
                    <a:pt x="139289" y="3262847"/>
                  </a:lnTo>
                  <a:lnTo>
                    <a:pt x="155749" y="3252682"/>
                  </a:lnTo>
                  <a:lnTo>
                    <a:pt x="172876" y="3242517"/>
                  </a:lnTo>
                  <a:lnTo>
                    <a:pt x="190975" y="3232353"/>
                  </a:lnTo>
                  <a:lnTo>
                    <a:pt x="209819" y="3222188"/>
                  </a:lnTo>
                  <a:lnTo>
                    <a:pt x="229244" y="3212023"/>
                  </a:lnTo>
                  <a:lnTo>
                    <a:pt x="249378" y="3201859"/>
                  </a:lnTo>
                  <a:lnTo>
                    <a:pt x="270271" y="3191694"/>
                  </a:lnTo>
                  <a:lnTo>
                    <a:pt x="291638" y="3181530"/>
                  </a:lnTo>
                  <a:lnTo>
                    <a:pt x="313478" y="3171365"/>
                  </a:lnTo>
                  <a:lnTo>
                    <a:pt x="336023" y="3161200"/>
                  </a:lnTo>
                  <a:lnTo>
                    <a:pt x="358921" y="3151036"/>
                  </a:lnTo>
                  <a:lnTo>
                    <a:pt x="382158" y="3140871"/>
                  </a:lnTo>
                  <a:lnTo>
                    <a:pt x="405847" y="3130706"/>
                  </a:lnTo>
                  <a:lnTo>
                    <a:pt x="429823" y="3120542"/>
                  </a:lnTo>
                  <a:lnTo>
                    <a:pt x="454007" y="3110377"/>
                  </a:lnTo>
                  <a:lnTo>
                    <a:pt x="478418" y="3100212"/>
                  </a:lnTo>
                  <a:lnTo>
                    <a:pt x="502997" y="3090048"/>
                  </a:lnTo>
                  <a:lnTo>
                    <a:pt x="527650" y="3079883"/>
                  </a:lnTo>
                  <a:lnTo>
                    <a:pt x="552360" y="3069719"/>
                  </a:lnTo>
                  <a:lnTo>
                    <a:pt x="577065" y="3059554"/>
                  </a:lnTo>
                  <a:lnTo>
                    <a:pt x="601710" y="3049389"/>
                  </a:lnTo>
                  <a:lnTo>
                    <a:pt x="626283" y="3039225"/>
                  </a:lnTo>
                  <a:lnTo>
                    <a:pt x="650672" y="3029060"/>
                  </a:lnTo>
                  <a:lnTo>
                    <a:pt x="674855" y="3018895"/>
                  </a:lnTo>
                  <a:lnTo>
                    <a:pt x="698843" y="3008731"/>
                  </a:lnTo>
                  <a:lnTo>
                    <a:pt x="722538" y="2998566"/>
                  </a:lnTo>
                  <a:lnTo>
                    <a:pt x="745838" y="2988402"/>
                  </a:lnTo>
                  <a:lnTo>
                    <a:pt x="768834" y="2978237"/>
                  </a:lnTo>
                  <a:lnTo>
                    <a:pt x="791492" y="2968072"/>
                  </a:lnTo>
                  <a:lnTo>
                    <a:pt x="813540" y="2957908"/>
                  </a:lnTo>
                  <a:lnTo>
                    <a:pt x="835190" y="2947743"/>
                  </a:lnTo>
                  <a:lnTo>
                    <a:pt x="856433" y="2937578"/>
                  </a:lnTo>
                  <a:lnTo>
                    <a:pt x="876994" y="2927414"/>
                  </a:lnTo>
                  <a:lnTo>
                    <a:pt x="897003" y="2917249"/>
                  </a:lnTo>
                  <a:lnTo>
                    <a:pt x="916534" y="2907084"/>
                  </a:lnTo>
                  <a:lnTo>
                    <a:pt x="935411" y="2896920"/>
                  </a:lnTo>
                  <a:lnTo>
                    <a:pt x="953549" y="2886755"/>
                  </a:lnTo>
                  <a:lnTo>
                    <a:pt x="971155" y="2876591"/>
                  </a:lnTo>
                  <a:lnTo>
                    <a:pt x="988181" y="2866426"/>
                  </a:lnTo>
                  <a:lnTo>
                    <a:pt x="1004280" y="2856261"/>
                  </a:lnTo>
                  <a:lnTo>
                    <a:pt x="1019813" y="2846097"/>
                  </a:lnTo>
                  <a:lnTo>
                    <a:pt x="1034778" y="2835932"/>
                  </a:lnTo>
                  <a:lnTo>
                    <a:pt x="1048830" y="2825767"/>
                  </a:lnTo>
                  <a:lnTo>
                    <a:pt x="1062202" y="2815603"/>
                  </a:lnTo>
                  <a:lnTo>
                    <a:pt x="1074991" y="2805438"/>
                  </a:lnTo>
                  <a:lnTo>
                    <a:pt x="1086995" y="2795273"/>
                  </a:lnTo>
                  <a:lnTo>
                    <a:pt x="1098173" y="2785109"/>
                  </a:lnTo>
                  <a:lnTo>
                    <a:pt x="1108766" y="2774944"/>
                  </a:lnTo>
                  <a:lnTo>
                    <a:pt x="1118721" y="2764780"/>
                  </a:lnTo>
                  <a:lnTo>
                    <a:pt x="1127717" y="2754615"/>
                  </a:lnTo>
                  <a:lnTo>
                    <a:pt x="1136140" y="2744450"/>
                  </a:lnTo>
                  <a:lnTo>
                    <a:pt x="1143994" y="2734286"/>
                  </a:lnTo>
                  <a:lnTo>
                    <a:pt x="1150943" y="2724121"/>
                  </a:lnTo>
                  <a:lnTo>
                    <a:pt x="1157258" y="2713956"/>
                  </a:lnTo>
                  <a:lnTo>
                    <a:pt x="1163025" y="2703792"/>
                  </a:lnTo>
                  <a:lnTo>
                    <a:pt x="1168058" y="2693627"/>
                  </a:lnTo>
                  <a:lnTo>
                    <a:pt x="1172354" y="2683463"/>
                  </a:lnTo>
                  <a:lnTo>
                    <a:pt x="1176133" y="2673298"/>
                  </a:lnTo>
                  <a:lnTo>
                    <a:pt x="1179340" y="2663133"/>
                  </a:lnTo>
                  <a:lnTo>
                    <a:pt x="1181732" y="2652969"/>
                  </a:lnTo>
                  <a:lnTo>
                    <a:pt x="1183640" y="2642804"/>
                  </a:lnTo>
                  <a:lnTo>
                    <a:pt x="1185069" y="2632639"/>
                  </a:lnTo>
                  <a:lnTo>
                    <a:pt x="1185746" y="2622475"/>
                  </a:lnTo>
                  <a:lnTo>
                    <a:pt x="1185917" y="2612310"/>
                  </a:lnTo>
                  <a:lnTo>
                    <a:pt x="1185649" y="2602145"/>
                  </a:lnTo>
                  <a:lnTo>
                    <a:pt x="1184793" y="2591981"/>
                  </a:lnTo>
                  <a:lnTo>
                    <a:pt x="1183373" y="2581816"/>
                  </a:lnTo>
                  <a:lnTo>
                    <a:pt x="1181556" y="2571652"/>
                  </a:lnTo>
                  <a:lnTo>
                    <a:pt x="1179300" y="2561487"/>
                  </a:lnTo>
                  <a:lnTo>
                    <a:pt x="1176444" y="2551322"/>
                  </a:lnTo>
                  <a:lnTo>
                    <a:pt x="1173237" y="2541158"/>
                  </a:lnTo>
                  <a:lnTo>
                    <a:pt x="1169685" y="2530993"/>
                  </a:lnTo>
                  <a:lnTo>
                    <a:pt x="1165596" y="2520828"/>
                  </a:lnTo>
                  <a:lnTo>
                    <a:pt x="1161166" y="2510664"/>
                  </a:lnTo>
                  <a:lnTo>
                    <a:pt x="1156438" y="2500499"/>
                  </a:lnTo>
                  <a:lnTo>
                    <a:pt x="1151316" y="2490335"/>
                  </a:lnTo>
                  <a:lnTo>
                    <a:pt x="1145839" y="2480170"/>
                  </a:lnTo>
                  <a:lnTo>
                    <a:pt x="1140116" y="2470005"/>
                  </a:lnTo>
                  <a:lnTo>
                    <a:pt x="1134120" y="2459841"/>
                  </a:lnTo>
                  <a:lnTo>
                    <a:pt x="1127781" y="2449676"/>
                  </a:lnTo>
                  <a:lnTo>
                    <a:pt x="1121250" y="2439511"/>
                  </a:lnTo>
                  <a:lnTo>
                    <a:pt x="1114531" y="2429347"/>
                  </a:lnTo>
                  <a:lnTo>
                    <a:pt x="1107541" y="2419182"/>
                  </a:lnTo>
                  <a:lnTo>
                    <a:pt x="1100398" y="2409017"/>
                  </a:lnTo>
                  <a:lnTo>
                    <a:pt x="1093125" y="2398853"/>
                  </a:lnTo>
                  <a:lnTo>
                    <a:pt x="1085692" y="2388688"/>
                  </a:lnTo>
                  <a:lnTo>
                    <a:pt x="1078143" y="2378524"/>
                  </a:lnTo>
                  <a:lnTo>
                    <a:pt x="1070522" y="2368359"/>
                  </a:lnTo>
                  <a:lnTo>
                    <a:pt x="1062831" y="2358194"/>
                  </a:lnTo>
                  <a:lnTo>
                    <a:pt x="1055086" y="2348030"/>
                  </a:lnTo>
                  <a:lnTo>
                    <a:pt x="1047330" y="2337865"/>
                  </a:lnTo>
                  <a:lnTo>
                    <a:pt x="1039570" y="2327700"/>
                  </a:lnTo>
                  <a:lnTo>
                    <a:pt x="1031843" y="2317536"/>
                  </a:lnTo>
                  <a:lnTo>
                    <a:pt x="1024167" y="2307371"/>
                  </a:lnTo>
                  <a:lnTo>
                    <a:pt x="1016547" y="2297206"/>
                  </a:lnTo>
                  <a:lnTo>
                    <a:pt x="1009033" y="2287042"/>
                  </a:lnTo>
                  <a:lnTo>
                    <a:pt x="1001652" y="2276877"/>
                  </a:lnTo>
                  <a:lnTo>
                    <a:pt x="994385" y="2266713"/>
                  </a:lnTo>
                  <a:lnTo>
                    <a:pt x="987268" y="2256548"/>
                  </a:lnTo>
                  <a:lnTo>
                    <a:pt x="980389" y="2246383"/>
                  </a:lnTo>
                  <a:lnTo>
                    <a:pt x="973680" y="2236219"/>
                  </a:lnTo>
                  <a:lnTo>
                    <a:pt x="967149" y="2226054"/>
                  </a:lnTo>
                  <a:lnTo>
                    <a:pt x="960955" y="2215889"/>
                  </a:lnTo>
                  <a:lnTo>
                    <a:pt x="954997" y="2205725"/>
                  </a:lnTo>
                  <a:lnTo>
                    <a:pt x="949266" y="2195560"/>
                  </a:lnTo>
                  <a:lnTo>
                    <a:pt x="943886" y="2185396"/>
                  </a:lnTo>
                  <a:lnTo>
                    <a:pt x="938850" y="2175231"/>
                  </a:lnTo>
                  <a:lnTo>
                    <a:pt x="934085" y="2165066"/>
                  </a:lnTo>
                  <a:lnTo>
                    <a:pt x="929657" y="2154902"/>
                  </a:lnTo>
                  <a:lnTo>
                    <a:pt x="925690" y="2144737"/>
                  </a:lnTo>
                  <a:lnTo>
                    <a:pt x="922031" y="2134572"/>
                  </a:lnTo>
                  <a:lnTo>
                    <a:pt x="918684" y="2124408"/>
                  </a:lnTo>
                  <a:lnTo>
                    <a:pt x="915890" y="2114243"/>
                  </a:lnTo>
                  <a:lnTo>
                    <a:pt x="913445" y="2104078"/>
                  </a:lnTo>
                  <a:lnTo>
                    <a:pt x="911337" y="2093914"/>
                  </a:lnTo>
                  <a:lnTo>
                    <a:pt x="909730" y="2083749"/>
                  </a:lnTo>
                  <a:lnTo>
                    <a:pt x="908572" y="2073585"/>
                  </a:lnTo>
                  <a:lnTo>
                    <a:pt x="907765" y="2063420"/>
                  </a:lnTo>
                  <a:lnTo>
                    <a:pt x="907388" y="2053255"/>
                  </a:lnTo>
                  <a:lnTo>
                    <a:pt x="907555" y="2043091"/>
                  </a:lnTo>
                  <a:lnTo>
                    <a:pt x="908075" y="2032926"/>
                  </a:lnTo>
                  <a:lnTo>
                    <a:pt x="908948" y="2022761"/>
                  </a:lnTo>
                  <a:lnTo>
                    <a:pt x="910427" y="2012597"/>
                  </a:lnTo>
                  <a:lnTo>
                    <a:pt x="912260" y="2002432"/>
                  </a:lnTo>
                  <a:lnTo>
                    <a:pt x="914437" y="1992268"/>
                  </a:lnTo>
                  <a:lnTo>
                    <a:pt x="917114" y="1982103"/>
                  </a:lnTo>
                  <a:lnTo>
                    <a:pt x="920209" y="1971938"/>
                  </a:lnTo>
                  <a:lnTo>
                    <a:pt x="923627" y="1961774"/>
                  </a:lnTo>
                  <a:lnTo>
                    <a:pt x="927437" y="1951609"/>
                  </a:lnTo>
                  <a:lnTo>
                    <a:pt x="931707" y="1941444"/>
                  </a:lnTo>
                  <a:lnTo>
                    <a:pt x="936270" y="1931280"/>
                  </a:lnTo>
                  <a:lnTo>
                    <a:pt x="941120" y="1921115"/>
                  </a:lnTo>
                  <a:lnTo>
                    <a:pt x="946445" y="1910950"/>
                  </a:lnTo>
                  <a:lnTo>
                    <a:pt x="952025" y="1900786"/>
                  </a:lnTo>
                  <a:lnTo>
                    <a:pt x="957854" y="1890621"/>
                  </a:lnTo>
                  <a:lnTo>
                    <a:pt x="964033" y="1880457"/>
                  </a:lnTo>
                  <a:lnTo>
                    <a:pt x="970479" y="1870292"/>
                  </a:lnTo>
                  <a:lnTo>
                    <a:pt x="977127" y="1860127"/>
                  </a:lnTo>
                  <a:lnTo>
                    <a:pt x="984014" y="1849963"/>
                  </a:lnTo>
                  <a:lnTo>
                    <a:pt x="991154" y="1839798"/>
                  </a:lnTo>
                  <a:lnTo>
                    <a:pt x="998446" y="1829633"/>
                  </a:lnTo>
                  <a:lnTo>
                    <a:pt x="1005884" y="1819469"/>
                  </a:lnTo>
                  <a:lnTo>
                    <a:pt x="1013534" y="1809304"/>
                  </a:lnTo>
                  <a:lnTo>
                    <a:pt x="1021283" y="1799139"/>
                  </a:lnTo>
                  <a:lnTo>
                    <a:pt x="1029124" y="1788975"/>
                  </a:lnTo>
                  <a:lnTo>
                    <a:pt x="1037077" y="1778810"/>
                  </a:lnTo>
                  <a:lnTo>
                    <a:pt x="1045092" y="1768646"/>
                  </a:lnTo>
                  <a:lnTo>
                    <a:pt x="1053146" y="1758481"/>
                  </a:lnTo>
                  <a:lnTo>
                    <a:pt x="1061234" y="1748316"/>
                  </a:lnTo>
                  <a:lnTo>
                    <a:pt x="1069328" y="1738152"/>
                  </a:lnTo>
                  <a:lnTo>
                    <a:pt x="1077410" y="1727987"/>
                  </a:lnTo>
                  <a:lnTo>
                    <a:pt x="1085472" y="1717822"/>
                  </a:lnTo>
                  <a:lnTo>
                    <a:pt x="1093464" y="1707658"/>
                  </a:lnTo>
                  <a:lnTo>
                    <a:pt x="1101395" y="1697493"/>
                  </a:lnTo>
                  <a:lnTo>
                    <a:pt x="1109261" y="1687329"/>
                  </a:lnTo>
                  <a:lnTo>
                    <a:pt x="1117002" y="1677164"/>
                  </a:lnTo>
                  <a:lnTo>
                    <a:pt x="1124621" y="1666999"/>
                  </a:lnTo>
                  <a:lnTo>
                    <a:pt x="1132132" y="1656835"/>
                  </a:lnTo>
                  <a:lnTo>
                    <a:pt x="1139491" y="1646670"/>
                  </a:lnTo>
                  <a:lnTo>
                    <a:pt x="1146652" y="1636505"/>
                  </a:lnTo>
                  <a:lnTo>
                    <a:pt x="1153668" y="1626341"/>
                  </a:lnTo>
                  <a:lnTo>
                    <a:pt x="1160528" y="1616176"/>
                  </a:lnTo>
                  <a:lnTo>
                    <a:pt x="1167107" y="1606011"/>
                  </a:lnTo>
                  <a:lnTo>
                    <a:pt x="1173509" y="1595847"/>
                  </a:lnTo>
                  <a:lnTo>
                    <a:pt x="1179731" y="1585682"/>
                  </a:lnTo>
                  <a:lnTo>
                    <a:pt x="1185661" y="1575518"/>
                  </a:lnTo>
                  <a:lnTo>
                    <a:pt x="1191351" y="1565353"/>
                  </a:lnTo>
                  <a:lnTo>
                    <a:pt x="1196838" y="1555188"/>
                  </a:lnTo>
                  <a:lnTo>
                    <a:pt x="1202052" y="1545024"/>
                  </a:lnTo>
                  <a:lnTo>
                    <a:pt x="1206952" y="1534859"/>
                  </a:lnTo>
                  <a:lnTo>
                    <a:pt x="1211632" y="1524694"/>
                  </a:lnTo>
                  <a:lnTo>
                    <a:pt x="1216074" y="1514530"/>
                  </a:lnTo>
                  <a:lnTo>
                    <a:pt x="1220128" y="1504365"/>
                  </a:lnTo>
                  <a:lnTo>
                    <a:pt x="1223949" y="1494201"/>
                  </a:lnTo>
                  <a:lnTo>
                    <a:pt x="1227535" y="1484036"/>
                  </a:lnTo>
                  <a:lnTo>
                    <a:pt x="1230748" y="1473871"/>
                  </a:lnTo>
                  <a:lnTo>
                    <a:pt x="1233677" y="1463707"/>
                  </a:lnTo>
                  <a:lnTo>
                    <a:pt x="1236365" y="1453542"/>
                  </a:lnTo>
                  <a:lnTo>
                    <a:pt x="1238732" y="1443377"/>
                  </a:lnTo>
                  <a:lnTo>
                    <a:pt x="1240754" y="1433213"/>
                  </a:lnTo>
                  <a:lnTo>
                    <a:pt x="1242532" y="1423048"/>
                  </a:lnTo>
                  <a:lnTo>
                    <a:pt x="1244049" y="1412883"/>
                  </a:lnTo>
                  <a:lnTo>
                    <a:pt x="1245163" y="1402719"/>
                  </a:lnTo>
                  <a:lnTo>
                    <a:pt x="1246036" y="1392554"/>
                  </a:lnTo>
                  <a:lnTo>
                    <a:pt x="1246671" y="1382390"/>
                  </a:lnTo>
                  <a:lnTo>
                    <a:pt x="1246930" y="1372225"/>
                  </a:lnTo>
                  <a:lnTo>
                    <a:pt x="1246917" y="1362060"/>
                  </a:lnTo>
                  <a:lnTo>
                    <a:pt x="1246673" y="1351896"/>
                  </a:lnTo>
                  <a:lnTo>
                    <a:pt x="1246122" y="1341731"/>
                  </a:lnTo>
                  <a:lnTo>
                    <a:pt x="1245256" y="1331566"/>
                  </a:lnTo>
                  <a:lnTo>
                    <a:pt x="1244170" y="1321402"/>
                  </a:lnTo>
                  <a:lnTo>
                    <a:pt x="1242847" y="1311237"/>
                  </a:lnTo>
                  <a:lnTo>
                    <a:pt x="1241175" y="1301072"/>
                  </a:lnTo>
                  <a:lnTo>
                    <a:pt x="1239300" y="1290908"/>
                  </a:lnTo>
                  <a:lnTo>
                    <a:pt x="1237224" y="1280743"/>
                  </a:lnTo>
                  <a:lnTo>
                    <a:pt x="1234838" y="1270579"/>
                  </a:lnTo>
                  <a:lnTo>
                    <a:pt x="1232241" y="1260414"/>
                  </a:lnTo>
                  <a:lnTo>
                    <a:pt x="1229464" y="1250249"/>
                  </a:lnTo>
                  <a:lnTo>
                    <a:pt x="1226452" y="1240085"/>
                  </a:lnTo>
                  <a:lnTo>
                    <a:pt x="1223215" y="1229920"/>
                  </a:lnTo>
                  <a:lnTo>
                    <a:pt x="1219825" y="1219755"/>
                  </a:lnTo>
                  <a:lnTo>
                    <a:pt x="1216269" y="1209591"/>
                  </a:lnTo>
                  <a:lnTo>
                    <a:pt x="1212492" y="1199426"/>
                  </a:lnTo>
                  <a:lnTo>
                    <a:pt x="1208592" y="1189262"/>
                  </a:lnTo>
                  <a:lnTo>
                    <a:pt x="1204573" y="1179097"/>
                  </a:lnTo>
                  <a:lnTo>
                    <a:pt x="1200384" y="1168932"/>
                  </a:lnTo>
                  <a:lnTo>
                    <a:pt x="1196093" y="1158768"/>
                  </a:lnTo>
                  <a:lnTo>
                    <a:pt x="1191720" y="1148603"/>
                  </a:lnTo>
                  <a:lnTo>
                    <a:pt x="1187248" y="1138438"/>
                  </a:lnTo>
                  <a:lnTo>
                    <a:pt x="1182700" y="1128274"/>
                  </a:lnTo>
                  <a:lnTo>
                    <a:pt x="1178110" y="1118109"/>
                  </a:lnTo>
                  <a:lnTo>
                    <a:pt x="1173480" y="1107944"/>
                  </a:lnTo>
                  <a:lnTo>
                    <a:pt x="1168822" y="1097780"/>
                  </a:lnTo>
                  <a:lnTo>
                    <a:pt x="1164163" y="1087615"/>
                  </a:lnTo>
                  <a:lnTo>
                    <a:pt x="1159510" y="1077451"/>
                  </a:lnTo>
                  <a:lnTo>
                    <a:pt x="1154892" y="1067286"/>
                  </a:lnTo>
                  <a:lnTo>
                    <a:pt x="1150321" y="1057121"/>
                  </a:lnTo>
                  <a:lnTo>
                    <a:pt x="1145800" y="1046957"/>
                  </a:lnTo>
                  <a:lnTo>
                    <a:pt x="1141364" y="1036792"/>
                  </a:lnTo>
                  <a:lnTo>
                    <a:pt x="1137039" y="1026627"/>
                  </a:lnTo>
                  <a:lnTo>
                    <a:pt x="1132807" y="1016463"/>
                  </a:lnTo>
                  <a:lnTo>
                    <a:pt x="1128691" y="1006298"/>
                  </a:lnTo>
                  <a:lnTo>
                    <a:pt x="1124767" y="996134"/>
                  </a:lnTo>
                  <a:lnTo>
                    <a:pt x="1120977" y="985969"/>
                  </a:lnTo>
                  <a:lnTo>
                    <a:pt x="1117326" y="975804"/>
                  </a:lnTo>
                  <a:lnTo>
                    <a:pt x="1113931" y="965640"/>
                  </a:lnTo>
                  <a:lnTo>
                    <a:pt x="1110723" y="955475"/>
                  </a:lnTo>
                  <a:lnTo>
                    <a:pt x="1107691" y="945310"/>
                  </a:lnTo>
                  <a:lnTo>
                    <a:pt x="1104921" y="935146"/>
                  </a:lnTo>
                  <a:lnTo>
                    <a:pt x="1102417" y="924981"/>
                  </a:lnTo>
                  <a:lnTo>
                    <a:pt x="1100119" y="914816"/>
                  </a:lnTo>
                  <a:lnTo>
                    <a:pt x="1098067" y="904652"/>
                  </a:lnTo>
                  <a:lnTo>
                    <a:pt x="1096365" y="894487"/>
                  </a:lnTo>
                  <a:lnTo>
                    <a:pt x="1094891" y="884323"/>
                  </a:lnTo>
                  <a:lnTo>
                    <a:pt x="1093646" y="874158"/>
                  </a:lnTo>
                  <a:lnTo>
                    <a:pt x="1092796" y="863993"/>
                  </a:lnTo>
                  <a:lnTo>
                    <a:pt x="1092204" y="853829"/>
                  </a:lnTo>
                  <a:lnTo>
                    <a:pt x="1091854" y="843664"/>
                  </a:lnTo>
                  <a:lnTo>
                    <a:pt x="1091850" y="833499"/>
                  </a:lnTo>
                  <a:lnTo>
                    <a:pt x="1092167" y="823335"/>
                  </a:lnTo>
                  <a:lnTo>
                    <a:pt x="1092726" y="813170"/>
                  </a:lnTo>
                  <a:lnTo>
                    <a:pt x="1093571" y="803005"/>
                  </a:lnTo>
                  <a:lnTo>
                    <a:pt x="1094789" y="792841"/>
                  </a:lnTo>
                  <a:lnTo>
                    <a:pt x="1096240" y="782676"/>
                  </a:lnTo>
                  <a:lnTo>
                    <a:pt x="1097923" y="772512"/>
                  </a:lnTo>
                  <a:lnTo>
                    <a:pt x="1099986" y="762347"/>
                  </a:lnTo>
                  <a:lnTo>
                    <a:pt x="1102278" y="752182"/>
                  </a:lnTo>
                  <a:lnTo>
                    <a:pt x="1104782" y="742018"/>
                  </a:lnTo>
                  <a:lnTo>
                    <a:pt x="1107582" y="731853"/>
                  </a:lnTo>
                  <a:lnTo>
                    <a:pt x="1110634" y="721688"/>
                  </a:lnTo>
                  <a:lnTo>
                    <a:pt x="1113871" y="711524"/>
                  </a:lnTo>
                  <a:lnTo>
                    <a:pt x="1117323" y="701359"/>
                  </a:lnTo>
                  <a:lnTo>
                    <a:pt x="1121030" y="691195"/>
                  </a:lnTo>
                  <a:lnTo>
                    <a:pt x="1124888" y="681030"/>
                  </a:lnTo>
                  <a:lnTo>
                    <a:pt x="1128895" y="670865"/>
                  </a:lnTo>
                  <a:lnTo>
                    <a:pt x="1133127" y="660701"/>
                  </a:lnTo>
                  <a:lnTo>
                    <a:pt x="1137480" y="650536"/>
                  </a:lnTo>
                  <a:lnTo>
                    <a:pt x="1141943" y="640371"/>
                  </a:lnTo>
                  <a:lnTo>
                    <a:pt x="1146549" y="630207"/>
                  </a:lnTo>
                  <a:lnTo>
                    <a:pt x="1151259" y="620042"/>
                  </a:lnTo>
                  <a:lnTo>
                    <a:pt x="1156039" y="609877"/>
                  </a:lnTo>
                  <a:lnTo>
                    <a:pt x="1160896" y="599713"/>
                  </a:lnTo>
                  <a:lnTo>
                    <a:pt x="1165823" y="589548"/>
                  </a:lnTo>
                  <a:lnTo>
                    <a:pt x="1170783" y="579384"/>
                  </a:lnTo>
                  <a:lnTo>
                    <a:pt x="1175771" y="569219"/>
                  </a:lnTo>
                  <a:lnTo>
                    <a:pt x="1180780" y="559054"/>
                  </a:lnTo>
                  <a:lnTo>
                    <a:pt x="1185785" y="548890"/>
                  </a:lnTo>
                  <a:lnTo>
                    <a:pt x="1190783" y="538725"/>
                  </a:lnTo>
                  <a:lnTo>
                    <a:pt x="1195755" y="528560"/>
                  </a:lnTo>
                  <a:lnTo>
                    <a:pt x="1200685" y="518396"/>
                  </a:lnTo>
                  <a:lnTo>
                    <a:pt x="1205577" y="508231"/>
                  </a:lnTo>
                  <a:lnTo>
                    <a:pt x="1210414" y="498067"/>
                  </a:lnTo>
                  <a:lnTo>
                    <a:pt x="1215165" y="487902"/>
                  </a:lnTo>
                  <a:lnTo>
                    <a:pt x="1219851" y="477737"/>
                  </a:lnTo>
                  <a:lnTo>
                    <a:pt x="1224469" y="467573"/>
                  </a:lnTo>
                  <a:lnTo>
                    <a:pt x="1228955" y="457408"/>
                  </a:lnTo>
                  <a:lnTo>
                    <a:pt x="1233354" y="447243"/>
                  </a:lnTo>
                  <a:lnTo>
                    <a:pt x="1237668" y="437079"/>
                  </a:lnTo>
                  <a:lnTo>
                    <a:pt x="1241843" y="426914"/>
                  </a:lnTo>
                  <a:lnTo>
                    <a:pt x="1245897" y="416749"/>
                  </a:lnTo>
                  <a:lnTo>
                    <a:pt x="1249852" y="406585"/>
                  </a:lnTo>
                  <a:lnTo>
                    <a:pt x="1253678" y="396420"/>
                  </a:lnTo>
                  <a:lnTo>
                    <a:pt x="1257346" y="386256"/>
                  </a:lnTo>
                  <a:lnTo>
                    <a:pt x="1260908" y="376091"/>
                  </a:lnTo>
                  <a:lnTo>
                    <a:pt x="1264361" y="365926"/>
                  </a:lnTo>
                  <a:lnTo>
                    <a:pt x="1267624" y="355762"/>
                  </a:lnTo>
                  <a:lnTo>
                    <a:pt x="1270778" y="345597"/>
                  </a:lnTo>
                  <a:lnTo>
                    <a:pt x="1273823" y="335432"/>
                  </a:lnTo>
                  <a:lnTo>
                    <a:pt x="1276703" y="325268"/>
                  </a:lnTo>
                  <a:lnTo>
                    <a:pt x="1279450" y="315103"/>
                  </a:lnTo>
                  <a:lnTo>
                    <a:pt x="1282091" y="304938"/>
                  </a:lnTo>
                  <a:lnTo>
                    <a:pt x="1284598" y="294774"/>
                  </a:lnTo>
                  <a:lnTo>
                    <a:pt x="1286953" y="284609"/>
                  </a:lnTo>
                  <a:lnTo>
                    <a:pt x="1289207" y="274445"/>
                  </a:lnTo>
                  <a:lnTo>
                    <a:pt x="1291360" y="264280"/>
                  </a:lnTo>
                  <a:lnTo>
                    <a:pt x="1293347" y="254115"/>
                  </a:lnTo>
                  <a:lnTo>
                    <a:pt x="1295242" y="243951"/>
                  </a:lnTo>
                  <a:lnTo>
                    <a:pt x="1297046" y="233786"/>
                  </a:lnTo>
                  <a:lnTo>
                    <a:pt x="1298716" y="223621"/>
                  </a:lnTo>
                  <a:lnTo>
                    <a:pt x="1300285" y="213457"/>
                  </a:lnTo>
                  <a:lnTo>
                    <a:pt x="1301773" y="203292"/>
                  </a:lnTo>
                  <a:lnTo>
                    <a:pt x="1303160" y="193128"/>
                  </a:lnTo>
                  <a:lnTo>
                    <a:pt x="1304439" y="182963"/>
                  </a:lnTo>
                  <a:lnTo>
                    <a:pt x="1305649" y="172798"/>
                  </a:lnTo>
                  <a:lnTo>
                    <a:pt x="1306786" y="162634"/>
                  </a:lnTo>
                  <a:lnTo>
                    <a:pt x="1307814" y="152469"/>
                  </a:lnTo>
                  <a:lnTo>
                    <a:pt x="1308782" y="142304"/>
                  </a:lnTo>
                  <a:lnTo>
                    <a:pt x="1309692" y="132140"/>
                  </a:lnTo>
                  <a:lnTo>
                    <a:pt x="1310516" y="121975"/>
                  </a:lnTo>
                  <a:lnTo>
                    <a:pt x="1311280" y="111810"/>
                  </a:lnTo>
                  <a:lnTo>
                    <a:pt x="1311996" y="101646"/>
                  </a:lnTo>
                  <a:lnTo>
                    <a:pt x="1312651" y="91481"/>
                  </a:lnTo>
                  <a:lnTo>
                    <a:pt x="1313246" y="81317"/>
                  </a:lnTo>
                  <a:lnTo>
                    <a:pt x="1313800" y="71152"/>
                  </a:lnTo>
                  <a:lnTo>
                    <a:pt x="1314315" y="60987"/>
                  </a:lnTo>
                  <a:lnTo>
                    <a:pt x="1314770" y="50823"/>
                  </a:lnTo>
                  <a:lnTo>
                    <a:pt x="1315194" y="40658"/>
                  </a:lnTo>
                  <a:lnTo>
                    <a:pt x="1315588" y="30493"/>
                  </a:lnTo>
                  <a:lnTo>
                    <a:pt x="1315937" y="20329"/>
                  </a:lnTo>
                  <a:lnTo>
                    <a:pt x="1316257" y="10164"/>
                  </a:lnTo>
                  <a:lnTo>
                    <a:pt x="1316553" y="0"/>
                  </a:lnTo>
                  <a:lnTo>
                    <a:pt x="1321668" y="0"/>
                  </a:lnTo>
                  <a:lnTo>
                    <a:pt x="1321964" y="10164"/>
                  </a:lnTo>
                  <a:lnTo>
                    <a:pt x="1322284" y="20329"/>
                  </a:lnTo>
                  <a:lnTo>
                    <a:pt x="1322633" y="30493"/>
                  </a:lnTo>
                  <a:lnTo>
                    <a:pt x="1323027" y="40658"/>
                  </a:lnTo>
                  <a:lnTo>
                    <a:pt x="1323451" y="50823"/>
                  </a:lnTo>
                  <a:lnTo>
                    <a:pt x="1323906" y="60987"/>
                  </a:lnTo>
                  <a:lnTo>
                    <a:pt x="1324420" y="71152"/>
                  </a:lnTo>
                  <a:lnTo>
                    <a:pt x="1324975" y="81317"/>
                  </a:lnTo>
                  <a:lnTo>
                    <a:pt x="1325570" y="91481"/>
                  </a:lnTo>
                  <a:lnTo>
                    <a:pt x="1326225" y="101646"/>
                  </a:lnTo>
                  <a:lnTo>
                    <a:pt x="1326940" y="111810"/>
                  </a:lnTo>
                  <a:lnTo>
                    <a:pt x="1327704" y="121975"/>
                  </a:lnTo>
                  <a:lnTo>
                    <a:pt x="1328529" y="132140"/>
                  </a:lnTo>
                  <a:lnTo>
                    <a:pt x="1329439" y="142304"/>
                  </a:lnTo>
                  <a:lnTo>
                    <a:pt x="1330407" y="152469"/>
                  </a:lnTo>
                  <a:lnTo>
                    <a:pt x="1331435" y="162634"/>
                  </a:lnTo>
                  <a:lnTo>
                    <a:pt x="1332572" y="172798"/>
                  </a:lnTo>
                  <a:lnTo>
                    <a:pt x="1333781" y="182963"/>
                  </a:lnTo>
                  <a:lnTo>
                    <a:pt x="1335061" y="193128"/>
                  </a:lnTo>
                  <a:lnTo>
                    <a:pt x="1336448" y="203292"/>
                  </a:lnTo>
                  <a:lnTo>
                    <a:pt x="1337936" y="213457"/>
                  </a:lnTo>
                  <a:lnTo>
                    <a:pt x="1339505" y="223621"/>
                  </a:lnTo>
                  <a:lnTo>
                    <a:pt x="1341175" y="233786"/>
                  </a:lnTo>
                  <a:lnTo>
                    <a:pt x="1342979" y="243951"/>
                  </a:lnTo>
                  <a:lnTo>
                    <a:pt x="1344874" y="254115"/>
                  </a:lnTo>
                  <a:lnTo>
                    <a:pt x="1346861" y="264280"/>
                  </a:lnTo>
                  <a:lnTo>
                    <a:pt x="1349014" y="274445"/>
                  </a:lnTo>
                  <a:lnTo>
                    <a:pt x="1351268" y="284609"/>
                  </a:lnTo>
                  <a:lnTo>
                    <a:pt x="1353623" y="294774"/>
                  </a:lnTo>
                  <a:lnTo>
                    <a:pt x="1356130" y="304938"/>
                  </a:lnTo>
                  <a:lnTo>
                    <a:pt x="1358771" y="315103"/>
                  </a:lnTo>
                  <a:lnTo>
                    <a:pt x="1361518" y="325268"/>
                  </a:lnTo>
                  <a:lnTo>
                    <a:pt x="1364398" y="335432"/>
                  </a:lnTo>
                  <a:lnTo>
                    <a:pt x="1367443" y="345597"/>
                  </a:lnTo>
                  <a:lnTo>
                    <a:pt x="1370597" y="355762"/>
                  </a:lnTo>
                  <a:lnTo>
                    <a:pt x="1373860" y="365926"/>
                  </a:lnTo>
                  <a:lnTo>
                    <a:pt x="1377313" y="376091"/>
                  </a:lnTo>
                  <a:lnTo>
                    <a:pt x="1380874" y="386256"/>
                  </a:lnTo>
                  <a:lnTo>
                    <a:pt x="1384543" y="396420"/>
                  </a:lnTo>
                  <a:lnTo>
                    <a:pt x="1388369" y="406585"/>
                  </a:lnTo>
                  <a:lnTo>
                    <a:pt x="1392324" y="416749"/>
                  </a:lnTo>
                  <a:lnTo>
                    <a:pt x="1396377" y="426914"/>
                  </a:lnTo>
                  <a:lnTo>
                    <a:pt x="1400553" y="437079"/>
                  </a:lnTo>
                  <a:lnTo>
                    <a:pt x="1404867" y="447243"/>
                  </a:lnTo>
                  <a:lnTo>
                    <a:pt x="1409266" y="457408"/>
                  </a:lnTo>
                  <a:lnTo>
                    <a:pt x="1413751" y="467573"/>
                  </a:lnTo>
                  <a:lnTo>
                    <a:pt x="1418370" y="477737"/>
                  </a:lnTo>
                  <a:lnTo>
                    <a:pt x="1423056" y="487902"/>
                  </a:lnTo>
                  <a:lnTo>
                    <a:pt x="1427807" y="498067"/>
                  </a:lnTo>
                  <a:lnTo>
                    <a:pt x="1432643" y="508231"/>
                  </a:lnTo>
                  <a:lnTo>
                    <a:pt x="1437535" y="518396"/>
                  </a:lnTo>
                  <a:lnTo>
                    <a:pt x="1442466" y="528560"/>
                  </a:lnTo>
                  <a:lnTo>
                    <a:pt x="1447437" y="538725"/>
                  </a:lnTo>
                  <a:lnTo>
                    <a:pt x="1452436" y="548890"/>
                  </a:lnTo>
                  <a:lnTo>
                    <a:pt x="1457441" y="559054"/>
                  </a:lnTo>
                  <a:lnTo>
                    <a:pt x="1462450" y="569219"/>
                  </a:lnTo>
                  <a:lnTo>
                    <a:pt x="1467438" y="579384"/>
                  </a:lnTo>
                  <a:lnTo>
                    <a:pt x="1472397" y="589548"/>
                  </a:lnTo>
                  <a:lnTo>
                    <a:pt x="1477325" y="599713"/>
                  </a:lnTo>
                  <a:lnTo>
                    <a:pt x="1482182" y="609877"/>
                  </a:lnTo>
                  <a:lnTo>
                    <a:pt x="1486962" y="620042"/>
                  </a:lnTo>
                  <a:lnTo>
                    <a:pt x="1491672" y="630207"/>
                  </a:lnTo>
                  <a:lnTo>
                    <a:pt x="1496278" y="640371"/>
                  </a:lnTo>
                  <a:lnTo>
                    <a:pt x="1500741" y="650536"/>
                  </a:lnTo>
                  <a:lnTo>
                    <a:pt x="1505094" y="660701"/>
                  </a:lnTo>
                  <a:lnTo>
                    <a:pt x="1509326" y="670865"/>
                  </a:lnTo>
                  <a:lnTo>
                    <a:pt x="1513333" y="681030"/>
                  </a:lnTo>
                  <a:lnTo>
                    <a:pt x="1517191" y="691195"/>
                  </a:lnTo>
                  <a:lnTo>
                    <a:pt x="1520898" y="701359"/>
                  </a:lnTo>
                  <a:lnTo>
                    <a:pt x="1524350" y="711524"/>
                  </a:lnTo>
                  <a:lnTo>
                    <a:pt x="1527587" y="721688"/>
                  </a:lnTo>
                  <a:lnTo>
                    <a:pt x="1530639" y="731853"/>
                  </a:lnTo>
                  <a:lnTo>
                    <a:pt x="1533439" y="742018"/>
                  </a:lnTo>
                  <a:lnTo>
                    <a:pt x="1535943" y="752182"/>
                  </a:lnTo>
                  <a:lnTo>
                    <a:pt x="1538235" y="762347"/>
                  </a:lnTo>
                  <a:lnTo>
                    <a:pt x="1540298" y="772512"/>
                  </a:lnTo>
                  <a:lnTo>
                    <a:pt x="1541981" y="782676"/>
                  </a:lnTo>
                  <a:lnTo>
                    <a:pt x="1543432" y="792841"/>
                  </a:lnTo>
                  <a:lnTo>
                    <a:pt x="1544649" y="803005"/>
                  </a:lnTo>
                  <a:lnTo>
                    <a:pt x="1545495" y="813170"/>
                  </a:lnTo>
                  <a:lnTo>
                    <a:pt x="1546054" y="823335"/>
                  </a:lnTo>
                  <a:lnTo>
                    <a:pt x="1546371" y="833499"/>
                  </a:lnTo>
                  <a:lnTo>
                    <a:pt x="1546367" y="843664"/>
                  </a:lnTo>
                  <a:lnTo>
                    <a:pt x="1546016" y="853829"/>
                  </a:lnTo>
                  <a:lnTo>
                    <a:pt x="1545425" y="863993"/>
                  </a:lnTo>
                  <a:lnTo>
                    <a:pt x="1544575" y="874158"/>
                  </a:lnTo>
                  <a:lnTo>
                    <a:pt x="1543330" y="884323"/>
                  </a:lnTo>
                  <a:lnTo>
                    <a:pt x="1541856" y="894487"/>
                  </a:lnTo>
                  <a:lnTo>
                    <a:pt x="1540154" y="904652"/>
                  </a:lnTo>
                  <a:lnTo>
                    <a:pt x="1538102" y="914816"/>
                  </a:lnTo>
                  <a:lnTo>
                    <a:pt x="1535804" y="924981"/>
                  </a:lnTo>
                  <a:lnTo>
                    <a:pt x="1533300" y="935146"/>
                  </a:lnTo>
                  <a:lnTo>
                    <a:pt x="1530530" y="945310"/>
                  </a:lnTo>
                  <a:lnTo>
                    <a:pt x="1527498" y="955475"/>
                  </a:lnTo>
                  <a:lnTo>
                    <a:pt x="1524290" y="965640"/>
                  </a:lnTo>
                  <a:lnTo>
                    <a:pt x="1520895" y="975804"/>
                  </a:lnTo>
                  <a:lnTo>
                    <a:pt x="1517244" y="985969"/>
                  </a:lnTo>
                  <a:lnTo>
                    <a:pt x="1513454" y="996134"/>
                  </a:lnTo>
                  <a:lnTo>
                    <a:pt x="1509530" y="1006298"/>
                  </a:lnTo>
                  <a:lnTo>
                    <a:pt x="1505413" y="1016463"/>
                  </a:lnTo>
                  <a:lnTo>
                    <a:pt x="1501181" y="1026627"/>
                  </a:lnTo>
                  <a:lnTo>
                    <a:pt x="1496857" y="1036792"/>
                  </a:lnTo>
                  <a:lnTo>
                    <a:pt x="1492421" y="1046957"/>
                  </a:lnTo>
                  <a:lnTo>
                    <a:pt x="1487899" y="1057121"/>
                  </a:lnTo>
                  <a:lnTo>
                    <a:pt x="1483329" y="1067286"/>
                  </a:lnTo>
                  <a:lnTo>
                    <a:pt x="1478711" y="1077451"/>
                  </a:lnTo>
                  <a:lnTo>
                    <a:pt x="1474058" y="1087615"/>
                  </a:lnTo>
                  <a:lnTo>
                    <a:pt x="1469399" y="1097780"/>
                  </a:lnTo>
                  <a:lnTo>
                    <a:pt x="1464741" y="1107944"/>
                  </a:lnTo>
                  <a:lnTo>
                    <a:pt x="1460110" y="1118109"/>
                  </a:lnTo>
                  <a:lnTo>
                    <a:pt x="1455520" y="1128274"/>
                  </a:lnTo>
                  <a:lnTo>
                    <a:pt x="1450973" y="1138438"/>
                  </a:lnTo>
                  <a:lnTo>
                    <a:pt x="1446501" y="1148603"/>
                  </a:lnTo>
                  <a:lnTo>
                    <a:pt x="1442128" y="1158768"/>
                  </a:lnTo>
                  <a:lnTo>
                    <a:pt x="1437837" y="1168932"/>
                  </a:lnTo>
                  <a:lnTo>
                    <a:pt x="1433648" y="1179097"/>
                  </a:lnTo>
                  <a:lnTo>
                    <a:pt x="1429629" y="1189262"/>
                  </a:lnTo>
                  <a:lnTo>
                    <a:pt x="1425729" y="1199426"/>
                  </a:lnTo>
                  <a:lnTo>
                    <a:pt x="1421952" y="1209591"/>
                  </a:lnTo>
                  <a:lnTo>
                    <a:pt x="1418396" y="1219755"/>
                  </a:lnTo>
                  <a:lnTo>
                    <a:pt x="1415006" y="1229920"/>
                  </a:lnTo>
                  <a:lnTo>
                    <a:pt x="1411769" y="1240085"/>
                  </a:lnTo>
                  <a:lnTo>
                    <a:pt x="1408757" y="1250249"/>
                  </a:lnTo>
                  <a:lnTo>
                    <a:pt x="1405980" y="1260414"/>
                  </a:lnTo>
                  <a:lnTo>
                    <a:pt x="1403383" y="1270579"/>
                  </a:lnTo>
                  <a:lnTo>
                    <a:pt x="1400997" y="1280743"/>
                  </a:lnTo>
                  <a:lnTo>
                    <a:pt x="1398921" y="1290908"/>
                  </a:lnTo>
                  <a:lnTo>
                    <a:pt x="1397046" y="1301072"/>
                  </a:lnTo>
                  <a:lnTo>
                    <a:pt x="1395374" y="1311237"/>
                  </a:lnTo>
                  <a:lnTo>
                    <a:pt x="1394051" y="1321402"/>
                  </a:lnTo>
                  <a:lnTo>
                    <a:pt x="1392965" y="1331566"/>
                  </a:lnTo>
                  <a:lnTo>
                    <a:pt x="1392099" y="1341731"/>
                  </a:lnTo>
                  <a:lnTo>
                    <a:pt x="1391548" y="1351896"/>
                  </a:lnTo>
                  <a:lnTo>
                    <a:pt x="1391304" y="1362060"/>
                  </a:lnTo>
                  <a:lnTo>
                    <a:pt x="1391291" y="1372225"/>
                  </a:lnTo>
                  <a:lnTo>
                    <a:pt x="1391550" y="1382390"/>
                  </a:lnTo>
                  <a:lnTo>
                    <a:pt x="1392185" y="1392554"/>
                  </a:lnTo>
                  <a:lnTo>
                    <a:pt x="1393058" y="1402719"/>
                  </a:lnTo>
                  <a:lnTo>
                    <a:pt x="1394171" y="1412883"/>
                  </a:lnTo>
                  <a:lnTo>
                    <a:pt x="1395689" y="1423048"/>
                  </a:lnTo>
                  <a:lnTo>
                    <a:pt x="1397467" y="1433213"/>
                  </a:lnTo>
                  <a:lnTo>
                    <a:pt x="1399488" y="1443377"/>
                  </a:lnTo>
                  <a:lnTo>
                    <a:pt x="1401856" y="1453542"/>
                  </a:lnTo>
                  <a:lnTo>
                    <a:pt x="1404544" y="1463707"/>
                  </a:lnTo>
                  <a:lnTo>
                    <a:pt x="1407473" y="1473871"/>
                  </a:lnTo>
                  <a:lnTo>
                    <a:pt x="1410686" y="1484036"/>
                  </a:lnTo>
                  <a:lnTo>
                    <a:pt x="1414272" y="1494201"/>
                  </a:lnTo>
                  <a:lnTo>
                    <a:pt x="1418093" y="1504365"/>
                  </a:lnTo>
                  <a:lnTo>
                    <a:pt x="1422147" y="1514530"/>
                  </a:lnTo>
                  <a:lnTo>
                    <a:pt x="1426589" y="1524694"/>
                  </a:lnTo>
                  <a:lnTo>
                    <a:pt x="1431269" y="1534859"/>
                  </a:lnTo>
                  <a:lnTo>
                    <a:pt x="1436169" y="1545024"/>
                  </a:lnTo>
                  <a:lnTo>
                    <a:pt x="1441383" y="1555188"/>
                  </a:lnTo>
                  <a:lnTo>
                    <a:pt x="1446870" y="1565353"/>
                  </a:lnTo>
                  <a:lnTo>
                    <a:pt x="1452560" y="1575518"/>
                  </a:lnTo>
                  <a:lnTo>
                    <a:pt x="1458489" y="1585682"/>
                  </a:lnTo>
                  <a:lnTo>
                    <a:pt x="1464712" y="1595847"/>
                  </a:lnTo>
                  <a:lnTo>
                    <a:pt x="1471114" y="1606011"/>
                  </a:lnTo>
                  <a:lnTo>
                    <a:pt x="1477693" y="1616176"/>
                  </a:lnTo>
                  <a:lnTo>
                    <a:pt x="1484552" y="1626341"/>
                  </a:lnTo>
                  <a:lnTo>
                    <a:pt x="1491568" y="1636505"/>
                  </a:lnTo>
                  <a:lnTo>
                    <a:pt x="1498730" y="1646670"/>
                  </a:lnTo>
                  <a:lnTo>
                    <a:pt x="1506089" y="1656835"/>
                  </a:lnTo>
                  <a:lnTo>
                    <a:pt x="1513599" y="1666999"/>
                  </a:lnTo>
                  <a:lnTo>
                    <a:pt x="1521219" y="1677164"/>
                  </a:lnTo>
                  <a:lnTo>
                    <a:pt x="1528960" y="1687329"/>
                  </a:lnTo>
                  <a:lnTo>
                    <a:pt x="1536826" y="1697493"/>
                  </a:lnTo>
                  <a:lnTo>
                    <a:pt x="1544757" y="1707658"/>
                  </a:lnTo>
                  <a:lnTo>
                    <a:pt x="1552749" y="1717822"/>
                  </a:lnTo>
                  <a:lnTo>
                    <a:pt x="1560811" y="1727987"/>
                  </a:lnTo>
                  <a:lnTo>
                    <a:pt x="1568893" y="1738152"/>
                  </a:lnTo>
                  <a:lnTo>
                    <a:pt x="1576986" y="1748316"/>
                  </a:lnTo>
                  <a:lnTo>
                    <a:pt x="1585075" y="1758481"/>
                  </a:lnTo>
                  <a:lnTo>
                    <a:pt x="1593129" y="1768646"/>
                  </a:lnTo>
                  <a:lnTo>
                    <a:pt x="1601144" y="1778810"/>
                  </a:lnTo>
                  <a:lnTo>
                    <a:pt x="1609097" y="1788975"/>
                  </a:lnTo>
                  <a:lnTo>
                    <a:pt x="1616938" y="1799139"/>
                  </a:lnTo>
                  <a:lnTo>
                    <a:pt x="1624687" y="1809304"/>
                  </a:lnTo>
                  <a:lnTo>
                    <a:pt x="1632337" y="1819469"/>
                  </a:lnTo>
                  <a:lnTo>
                    <a:pt x="1639775" y="1829633"/>
                  </a:lnTo>
                  <a:lnTo>
                    <a:pt x="1647067" y="1839798"/>
                  </a:lnTo>
                  <a:lnTo>
                    <a:pt x="1654207" y="1849963"/>
                  </a:lnTo>
                  <a:lnTo>
                    <a:pt x="1661094" y="1860127"/>
                  </a:lnTo>
                  <a:lnTo>
                    <a:pt x="1667742" y="1870292"/>
                  </a:lnTo>
                  <a:lnTo>
                    <a:pt x="1674188" y="1880457"/>
                  </a:lnTo>
                  <a:lnTo>
                    <a:pt x="1680367" y="1890621"/>
                  </a:lnTo>
                  <a:lnTo>
                    <a:pt x="1686196" y="1900786"/>
                  </a:lnTo>
                  <a:lnTo>
                    <a:pt x="1691776" y="1910950"/>
                  </a:lnTo>
                  <a:lnTo>
                    <a:pt x="1697101" y="1921115"/>
                  </a:lnTo>
                  <a:lnTo>
                    <a:pt x="1701951" y="1931280"/>
                  </a:lnTo>
                  <a:lnTo>
                    <a:pt x="1706514" y="1941444"/>
                  </a:lnTo>
                  <a:lnTo>
                    <a:pt x="1710784" y="1951609"/>
                  </a:lnTo>
                  <a:lnTo>
                    <a:pt x="1714594" y="1961774"/>
                  </a:lnTo>
                  <a:lnTo>
                    <a:pt x="1718011" y="1971938"/>
                  </a:lnTo>
                  <a:lnTo>
                    <a:pt x="1721107" y="1982103"/>
                  </a:lnTo>
                  <a:lnTo>
                    <a:pt x="1723784" y="1992268"/>
                  </a:lnTo>
                  <a:lnTo>
                    <a:pt x="1725961" y="2002432"/>
                  </a:lnTo>
                  <a:lnTo>
                    <a:pt x="1727794" y="2012597"/>
                  </a:lnTo>
                  <a:lnTo>
                    <a:pt x="1729273" y="2022761"/>
                  </a:lnTo>
                  <a:lnTo>
                    <a:pt x="1730146" y="2032926"/>
                  </a:lnTo>
                  <a:lnTo>
                    <a:pt x="1730666" y="2043091"/>
                  </a:lnTo>
                  <a:lnTo>
                    <a:pt x="1730832" y="2053255"/>
                  </a:lnTo>
                  <a:lnTo>
                    <a:pt x="1730455" y="2063420"/>
                  </a:lnTo>
                  <a:lnTo>
                    <a:pt x="1729649" y="2073585"/>
                  </a:lnTo>
                  <a:lnTo>
                    <a:pt x="1728491" y="2083749"/>
                  </a:lnTo>
                  <a:lnTo>
                    <a:pt x="1726884" y="2093914"/>
                  </a:lnTo>
                  <a:lnTo>
                    <a:pt x="1724776" y="2104078"/>
                  </a:lnTo>
                  <a:lnTo>
                    <a:pt x="1722331" y="2114243"/>
                  </a:lnTo>
                  <a:lnTo>
                    <a:pt x="1719537" y="2124408"/>
                  </a:lnTo>
                  <a:lnTo>
                    <a:pt x="1716190" y="2134572"/>
                  </a:lnTo>
                  <a:lnTo>
                    <a:pt x="1712531" y="2144737"/>
                  </a:lnTo>
                  <a:lnTo>
                    <a:pt x="1708563" y="2154902"/>
                  </a:lnTo>
                  <a:lnTo>
                    <a:pt x="1704136" y="2165066"/>
                  </a:lnTo>
                  <a:lnTo>
                    <a:pt x="1699371" y="2175231"/>
                  </a:lnTo>
                  <a:lnTo>
                    <a:pt x="1694334" y="2185396"/>
                  </a:lnTo>
                  <a:lnTo>
                    <a:pt x="1688955" y="2195560"/>
                  </a:lnTo>
                  <a:lnTo>
                    <a:pt x="1683224" y="2205725"/>
                  </a:lnTo>
                  <a:lnTo>
                    <a:pt x="1677266" y="2215889"/>
                  </a:lnTo>
                  <a:lnTo>
                    <a:pt x="1671072" y="2226054"/>
                  </a:lnTo>
                  <a:lnTo>
                    <a:pt x="1664541" y="2236219"/>
                  </a:lnTo>
                  <a:lnTo>
                    <a:pt x="1657832" y="2246383"/>
                  </a:lnTo>
                  <a:lnTo>
                    <a:pt x="1650953" y="2256548"/>
                  </a:lnTo>
                  <a:lnTo>
                    <a:pt x="1643836" y="2266713"/>
                  </a:lnTo>
                  <a:lnTo>
                    <a:pt x="1636569" y="2276877"/>
                  </a:lnTo>
                  <a:lnTo>
                    <a:pt x="1629188" y="2287042"/>
                  </a:lnTo>
                  <a:lnTo>
                    <a:pt x="1621673" y="2297206"/>
                  </a:lnTo>
                  <a:lnTo>
                    <a:pt x="1614054" y="2307371"/>
                  </a:lnTo>
                  <a:lnTo>
                    <a:pt x="1606378" y="2317536"/>
                  </a:lnTo>
                  <a:lnTo>
                    <a:pt x="1598651" y="2327700"/>
                  </a:lnTo>
                  <a:lnTo>
                    <a:pt x="1590891" y="2337865"/>
                  </a:lnTo>
                  <a:lnTo>
                    <a:pt x="1583135" y="2348030"/>
                  </a:lnTo>
                  <a:lnTo>
                    <a:pt x="1575390" y="2358194"/>
                  </a:lnTo>
                  <a:lnTo>
                    <a:pt x="1567699" y="2368359"/>
                  </a:lnTo>
                  <a:lnTo>
                    <a:pt x="1560078" y="2378524"/>
                  </a:lnTo>
                  <a:lnTo>
                    <a:pt x="1552529" y="2388688"/>
                  </a:lnTo>
                  <a:lnTo>
                    <a:pt x="1545096" y="2398853"/>
                  </a:lnTo>
                  <a:lnTo>
                    <a:pt x="1537823" y="2409017"/>
                  </a:lnTo>
                  <a:lnTo>
                    <a:pt x="1530680" y="2419182"/>
                  </a:lnTo>
                  <a:lnTo>
                    <a:pt x="1523689" y="2429347"/>
                  </a:lnTo>
                  <a:lnTo>
                    <a:pt x="1516971" y="2439511"/>
                  </a:lnTo>
                  <a:lnTo>
                    <a:pt x="1510440" y="2449676"/>
                  </a:lnTo>
                  <a:lnTo>
                    <a:pt x="1504101" y="2459841"/>
                  </a:lnTo>
                  <a:lnTo>
                    <a:pt x="1498105" y="2470005"/>
                  </a:lnTo>
                  <a:lnTo>
                    <a:pt x="1492382" y="2480170"/>
                  </a:lnTo>
                  <a:lnTo>
                    <a:pt x="1486905" y="2490335"/>
                  </a:lnTo>
                  <a:lnTo>
                    <a:pt x="1481782" y="2500499"/>
                  </a:lnTo>
                  <a:lnTo>
                    <a:pt x="1477055" y="2510664"/>
                  </a:lnTo>
                  <a:lnTo>
                    <a:pt x="1472625" y="2520828"/>
                  </a:lnTo>
                  <a:lnTo>
                    <a:pt x="1468536" y="2530993"/>
                  </a:lnTo>
                  <a:lnTo>
                    <a:pt x="1464983" y="2541158"/>
                  </a:lnTo>
                  <a:lnTo>
                    <a:pt x="1461777" y="2551322"/>
                  </a:lnTo>
                  <a:lnTo>
                    <a:pt x="1458921" y="2561487"/>
                  </a:lnTo>
                  <a:lnTo>
                    <a:pt x="1456664" y="2571652"/>
                  </a:lnTo>
                  <a:lnTo>
                    <a:pt x="1454848" y="2581816"/>
                  </a:lnTo>
                  <a:lnTo>
                    <a:pt x="1453428" y="2591981"/>
                  </a:lnTo>
                  <a:lnTo>
                    <a:pt x="1452571" y="2602145"/>
                  </a:lnTo>
                  <a:lnTo>
                    <a:pt x="1452304" y="2612310"/>
                  </a:lnTo>
                  <a:lnTo>
                    <a:pt x="1452475" y="2622475"/>
                  </a:lnTo>
                  <a:lnTo>
                    <a:pt x="1453151" y="2632639"/>
                  </a:lnTo>
                  <a:lnTo>
                    <a:pt x="1454581" y="2642804"/>
                  </a:lnTo>
                  <a:lnTo>
                    <a:pt x="1456489" y="2652969"/>
                  </a:lnTo>
                  <a:lnTo>
                    <a:pt x="1458880" y="2663133"/>
                  </a:lnTo>
                  <a:lnTo>
                    <a:pt x="1462088" y="2673298"/>
                  </a:lnTo>
                  <a:lnTo>
                    <a:pt x="1465866" y="2683463"/>
                  </a:lnTo>
                  <a:lnTo>
                    <a:pt x="1470163" y="2693627"/>
                  </a:lnTo>
                  <a:lnTo>
                    <a:pt x="1475195" y="2703792"/>
                  </a:lnTo>
                  <a:lnTo>
                    <a:pt x="1480963" y="2713956"/>
                  </a:lnTo>
                  <a:lnTo>
                    <a:pt x="1487278" y="2724121"/>
                  </a:lnTo>
                  <a:lnTo>
                    <a:pt x="1494227" y="2734286"/>
                  </a:lnTo>
                  <a:lnTo>
                    <a:pt x="1502081" y="2744450"/>
                  </a:lnTo>
                  <a:lnTo>
                    <a:pt x="1510504" y="2754615"/>
                  </a:lnTo>
                  <a:lnTo>
                    <a:pt x="1519500" y="2764780"/>
                  </a:lnTo>
                  <a:lnTo>
                    <a:pt x="1529454" y="2774944"/>
                  </a:lnTo>
                  <a:lnTo>
                    <a:pt x="1540048" y="2785109"/>
                  </a:lnTo>
                  <a:lnTo>
                    <a:pt x="1551226" y="2795273"/>
                  </a:lnTo>
                  <a:lnTo>
                    <a:pt x="1563230" y="2805438"/>
                  </a:lnTo>
                  <a:lnTo>
                    <a:pt x="1576019" y="2815603"/>
                  </a:lnTo>
                  <a:lnTo>
                    <a:pt x="1589391" y="2825767"/>
                  </a:lnTo>
                  <a:lnTo>
                    <a:pt x="1603443" y="2835932"/>
                  </a:lnTo>
                  <a:lnTo>
                    <a:pt x="1618408" y="2846097"/>
                  </a:lnTo>
                  <a:lnTo>
                    <a:pt x="1633941" y="2856261"/>
                  </a:lnTo>
                  <a:lnTo>
                    <a:pt x="1650040" y="2866426"/>
                  </a:lnTo>
                  <a:lnTo>
                    <a:pt x="1667066" y="2876591"/>
                  </a:lnTo>
                  <a:lnTo>
                    <a:pt x="1684672" y="2886755"/>
                  </a:lnTo>
                  <a:lnTo>
                    <a:pt x="1702809" y="2896920"/>
                  </a:lnTo>
                  <a:lnTo>
                    <a:pt x="1721687" y="2907084"/>
                  </a:lnTo>
                  <a:lnTo>
                    <a:pt x="1741217" y="2917249"/>
                  </a:lnTo>
                  <a:lnTo>
                    <a:pt x="1761226" y="2927414"/>
                  </a:lnTo>
                  <a:lnTo>
                    <a:pt x="1781788" y="2937578"/>
                  </a:lnTo>
                  <a:lnTo>
                    <a:pt x="1803031" y="2947743"/>
                  </a:lnTo>
                  <a:lnTo>
                    <a:pt x="1824681" y="2957908"/>
                  </a:lnTo>
                  <a:lnTo>
                    <a:pt x="1846728" y="2968072"/>
                  </a:lnTo>
                  <a:lnTo>
                    <a:pt x="1869387" y="2978237"/>
                  </a:lnTo>
                  <a:lnTo>
                    <a:pt x="1892383" y="2988402"/>
                  </a:lnTo>
                  <a:lnTo>
                    <a:pt x="1915683" y="2998566"/>
                  </a:lnTo>
                  <a:lnTo>
                    <a:pt x="1939378" y="3008731"/>
                  </a:lnTo>
                  <a:lnTo>
                    <a:pt x="1963366" y="3018895"/>
                  </a:lnTo>
                  <a:lnTo>
                    <a:pt x="1987549" y="3029060"/>
                  </a:lnTo>
                  <a:lnTo>
                    <a:pt x="2011938" y="3039225"/>
                  </a:lnTo>
                  <a:lnTo>
                    <a:pt x="2036511" y="3049389"/>
                  </a:lnTo>
                  <a:lnTo>
                    <a:pt x="2061156" y="3059554"/>
                  </a:lnTo>
                  <a:lnTo>
                    <a:pt x="2085861" y="3069719"/>
                  </a:lnTo>
                  <a:lnTo>
                    <a:pt x="2110571" y="3079883"/>
                  </a:lnTo>
                  <a:lnTo>
                    <a:pt x="2135224" y="3090048"/>
                  </a:lnTo>
                  <a:lnTo>
                    <a:pt x="2159803" y="3100212"/>
                  </a:lnTo>
                  <a:lnTo>
                    <a:pt x="2184214" y="3110377"/>
                  </a:lnTo>
                  <a:lnTo>
                    <a:pt x="2208398" y="3120542"/>
                  </a:lnTo>
                  <a:lnTo>
                    <a:pt x="2232374" y="3130706"/>
                  </a:lnTo>
                  <a:lnTo>
                    <a:pt x="2256063" y="3140871"/>
                  </a:lnTo>
                  <a:lnTo>
                    <a:pt x="2279300" y="3151036"/>
                  </a:lnTo>
                  <a:lnTo>
                    <a:pt x="2302198" y="3161200"/>
                  </a:lnTo>
                  <a:lnTo>
                    <a:pt x="2324743" y="3171365"/>
                  </a:lnTo>
                  <a:lnTo>
                    <a:pt x="2346583" y="3181530"/>
                  </a:lnTo>
                  <a:lnTo>
                    <a:pt x="2367950" y="3191694"/>
                  </a:lnTo>
                  <a:lnTo>
                    <a:pt x="2388843" y="3201859"/>
                  </a:lnTo>
                  <a:lnTo>
                    <a:pt x="2408977" y="3212023"/>
                  </a:lnTo>
                  <a:lnTo>
                    <a:pt x="2428402" y="3222188"/>
                  </a:lnTo>
                  <a:lnTo>
                    <a:pt x="2447245" y="3232353"/>
                  </a:lnTo>
                  <a:lnTo>
                    <a:pt x="2465345" y="3242517"/>
                  </a:lnTo>
                  <a:lnTo>
                    <a:pt x="2482472" y="3252682"/>
                  </a:lnTo>
                  <a:lnTo>
                    <a:pt x="2498932" y="3262847"/>
                  </a:lnTo>
                  <a:lnTo>
                    <a:pt x="2514715" y="3273011"/>
                  </a:lnTo>
                  <a:lnTo>
                    <a:pt x="2529266" y="3283176"/>
                  </a:lnTo>
                  <a:lnTo>
                    <a:pt x="2543080" y="3293340"/>
                  </a:lnTo>
                  <a:lnTo>
                    <a:pt x="2556157" y="3303505"/>
                  </a:lnTo>
                  <a:lnTo>
                    <a:pt x="2568106" y="3313670"/>
                  </a:lnTo>
                  <a:lnTo>
                    <a:pt x="2579094" y="3323834"/>
                  </a:lnTo>
                  <a:lnTo>
                    <a:pt x="2589309" y="3333999"/>
                  </a:lnTo>
                  <a:lnTo>
                    <a:pt x="2598548" y="3344164"/>
                  </a:lnTo>
                  <a:lnTo>
                    <a:pt x="2606613" y="3354328"/>
                  </a:lnTo>
                  <a:lnTo>
                    <a:pt x="2613895" y="3364493"/>
                  </a:lnTo>
                  <a:lnTo>
                    <a:pt x="2620386" y="3374658"/>
                  </a:lnTo>
                  <a:lnTo>
                    <a:pt x="2625516" y="3384822"/>
                  </a:lnTo>
                  <a:lnTo>
                    <a:pt x="2629876" y="3394987"/>
                  </a:lnTo>
                  <a:lnTo>
                    <a:pt x="2633467" y="3405151"/>
                  </a:lnTo>
                  <a:lnTo>
                    <a:pt x="2635908" y="3415316"/>
                  </a:lnTo>
                  <a:lnTo>
                    <a:pt x="2637431" y="3425481"/>
                  </a:lnTo>
                  <a:lnTo>
                    <a:pt x="2638221" y="3435645"/>
                  </a:lnTo>
                  <a:lnTo>
                    <a:pt x="2638094" y="3445810"/>
                  </a:lnTo>
                  <a:lnTo>
                    <a:pt x="2636931" y="3455975"/>
                  </a:lnTo>
                  <a:lnTo>
                    <a:pt x="2635088" y="3466139"/>
                  </a:lnTo>
                  <a:lnTo>
                    <a:pt x="2632554" y="3476304"/>
                  </a:lnTo>
                  <a:lnTo>
                    <a:pt x="2628908" y="3486469"/>
                  </a:lnTo>
                  <a:lnTo>
                    <a:pt x="2624646" y="3496633"/>
                  </a:lnTo>
                  <a:lnTo>
                    <a:pt x="2619777" y="3506798"/>
                  </a:lnTo>
                  <a:lnTo>
                    <a:pt x="2614014" y="3516962"/>
                  </a:lnTo>
                  <a:lnTo>
                    <a:pt x="2607581" y="3527127"/>
                  </a:lnTo>
                  <a:lnTo>
                    <a:pt x="2600614" y="3537292"/>
                  </a:lnTo>
                  <a:lnTo>
                    <a:pt x="2592983" y="3547456"/>
                  </a:lnTo>
                  <a:lnTo>
                    <a:pt x="2584647" y="3557621"/>
                  </a:lnTo>
                  <a:lnTo>
                    <a:pt x="2575853" y="3567786"/>
                  </a:lnTo>
                  <a:lnTo>
                    <a:pt x="2566593" y="3577950"/>
                  </a:lnTo>
                  <a:lnTo>
                    <a:pt x="2556628" y="3588115"/>
                  </a:lnTo>
                  <a:lnTo>
                    <a:pt x="2546281" y="3598279"/>
                  </a:lnTo>
                  <a:lnTo>
                    <a:pt x="2535563" y="3608444"/>
                  </a:lnTo>
                  <a:lnTo>
                    <a:pt x="2524307" y="3618609"/>
                  </a:lnTo>
                  <a:lnTo>
                    <a:pt x="2512674" y="3628773"/>
                  </a:lnTo>
                  <a:lnTo>
                    <a:pt x="2500742" y="3638938"/>
                  </a:lnTo>
                  <a:lnTo>
                    <a:pt x="2488440" y="3649103"/>
                  </a:lnTo>
                  <a:lnTo>
                    <a:pt x="2475773" y="3659267"/>
                  </a:lnTo>
                  <a:lnTo>
                    <a:pt x="2462874" y="3669432"/>
                  </a:lnTo>
                  <a:lnTo>
                    <a:pt x="2449737" y="3679597"/>
                  </a:lnTo>
                  <a:lnTo>
                    <a:pt x="2436268" y="3689761"/>
                  </a:lnTo>
                  <a:lnTo>
                    <a:pt x="2422627" y="3699926"/>
                  </a:lnTo>
                  <a:lnTo>
                    <a:pt x="2408821" y="3710090"/>
                  </a:lnTo>
                  <a:lnTo>
                    <a:pt x="2394788" y="3720255"/>
                  </a:lnTo>
                  <a:lnTo>
                    <a:pt x="2380610" y="3730420"/>
                  </a:lnTo>
                  <a:lnTo>
                    <a:pt x="2366321" y="3740584"/>
                  </a:lnTo>
                  <a:lnTo>
                    <a:pt x="2351901" y="3750749"/>
                  </a:lnTo>
                  <a:lnTo>
                    <a:pt x="2337369" y="3760914"/>
                  </a:lnTo>
                  <a:lnTo>
                    <a:pt x="2322773" y="3771078"/>
                  </a:lnTo>
                  <a:lnTo>
                    <a:pt x="2308115" y="3781243"/>
                  </a:lnTo>
                  <a:lnTo>
                    <a:pt x="2293391" y="3791407"/>
                  </a:lnTo>
                  <a:lnTo>
                    <a:pt x="2278645" y="3801572"/>
                  </a:lnTo>
                  <a:lnTo>
                    <a:pt x="2263881" y="3811737"/>
                  </a:lnTo>
                  <a:lnTo>
                    <a:pt x="2249111" y="3821901"/>
                  </a:lnTo>
                  <a:lnTo>
                    <a:pt x="2234356" y="3832066"/>
                  </a:lnTo>
                  <a:lnTo>
                    <a:pt x="2219619" y="3842231"/>
                  </a:lnTo>
                  <a:lnTo>
                    <a:pt x="2204920" y="3852395"/>
                  </a:lnTo>
                  <a:lnTo>
                    <a:pt x="2190281" y="3862560"/>
                  </a:lnTo>
                  <a:lnTo>
                    <a:pt x="2175694" y="3872725"/>
                  </a:lnTo>
                  <a:lnTo>
                    <a:pt x="2161169" y="3882889"/>
                  </a:lnTo>
                  <a:lnTo>
                    <a:pt x="2146760" y="3893054"/>
                  </a:lnTo>
                  <a:lnTo>
                    <a:pt x="2132433" y="3903218"/>
                  </a:lnTo>
                  <a:lnTo>
                    <a:pt x="2118191" y="3913383"/>
                  </a:lnTo>
                  <a:lnTo>
                    <a:pt x="2104101" y="3923548"/>
                  </a:lnTo>
                  <a:lnTo>
                    <a:pt x="2090133" y="3933712"/>
                  </a:lnTo>
                  <a:lnTo>
                    <a:pt x="2076275" y="3943877"/>
                  </a:lnTo>
                  <a:lnTo>
                    <a:pt x="2062577" y="3954042"/>
                  </a:lnTo>
                  <a:lnTo>
                    <a:pt x="2049055" y="3964206"/>
                  </a:lnTo>
                  <a:lnTo>
                    <a:pt x="2035666" y="3974371"/>
                  </a:lnTo>
                  <a:lnTo>
                    <a:pt x="2022429" y="3984536"/>
                  </a:lnTo>
                  <a:lnTo>
                    <a:pt x="2009427" y="3994700"/>
                  </a:lnTo>
                  <a:lnTo>
                    <a:pt x="1996576" y="4004865"/>
                  </a:lnTo>
                  <a:lnTo>
                    <a:pt x="1983878" y="4015029"/>
                  </a:lnTo>
                  <a:lnTo>
                    <a:pt x="1971434" y="4025194"/>
                  </a:lnTo>
                  <a:lnTo>
                    <a:pt x="1959175" y="4035359"/>
                  </a:lnTo>
                  <a:lnTo>
                    <a:pt x="1947079" y="4045523"/>
                  </a:lnTo>
                  <a:lnTo>
                    <a:pt x="1935213" y="4055688"/>
                  </a:lnTo>
                  <a:lnTo>
                    <a:pt x="1923580" y="4065853"/>
                  </a:lnTo>
                  <a:lnTo>
                    <a:pt x="1912117" y="4076017"/>
                  </a:lnTo>
                  <a:lnTo>
                    <a:pt x="1900847" y="4086182"/>
                  </a:lnTo>
                  <a:lnTo>
                    <a:pt x="1889854" y="4096346"/>
                  </a:lnTo>
                  <a:lnTo>
                    <a:pt x="1879032" y="4106511"/>
                  </a:lnTo>
                  <a:lnTo>
                    <a:pt x="1868379" y="4116676"/>
                  </a:lnTo>
                  <a:lnTo>
                    <a:pt x="1858001" y="4126840"/>
                  </a:lnTo>
                  <a:lnTo>
                    <a:pt x="1847806" y="4137005"/>
                  </a:lnTo>
                  <a:lnTo>
                    <a:pt x="1837773" y="4147170"/>
                  </a:lnTo>
                  <a:lnTo>
                    <a:pt x="1827963" y="4157334"/>
                  </a:lnTo>
                  <a:lnTo>
                    <a:pt x="1818361" y="4167499"/>
                  </a:lnTo>
                  <a:lnTo>
                    <a:pt x="1808909" y="4177664"/>
                  </a:lnTo>
                  <a:lnTo>
                    <a:pt x="1799625" y="4187828"/>
                  </a:lnTo>
                  <a:lnTo>
                    <a:pt x="1790564" y="4197993"/>
                  </a:lnTo>
                  <a:lnTo>
                    <a:pt x="1781634" y="4208157"/>
                  </a:lnTo>
                  <a:lnTo>
                    <a:pt x="1772834" y="4218322"/>
                  </a:lnTo>
                  <a:lnTo>
                    <a:pt x="1764235" y="4228487"/>
                  </a:lnTo>
                  <a:lnTo>
                    <a:pt x="1755757" y="4238651"/>
                  </a:lnTo>
                  <a:lnTo>
                    <a:pt x="1747387" y="4248816"/>
                  </a:lnTo>
                  <a:lnTo>
                    <a:pt x="1739160" y="4258981"/>
                  </a:lnTo>
                  <a:lnTo>
                    <a:pt x="1731056" y="4269145"/>
                  </a:lnTo>
                  <a:lnTo>
                    <a:pt x="1723036" y="4279310"/>
                  </a:lnTo>
                  <a:lnTo>
                    <a:pt x="1715110" y="4289474"/>
                  </a:lnTo>
                  <a:lnTo>
                    <a:pt x="1707297" y="4299639"/>
                  </a:lnTo>
                  <a:lnTo>
                    <a:pt x="1699547" y="4309804"/>
                  </a:lnTo>
                  <a:lnTo>
                    <a:pt x="1691856" y="4319968"/>
                  </a:lnTo>
                  <a:lnTo>
                    <a:pt x="1684253" y="4330133"/>
                  </a:lnTo>
                  <a:lnTo>
                    <a:pt x="1676697" y="4340298"/>
                  </a:lnTo>
                  <a:lnTo>
                    <a:pt x="1669182" y="4350462"/>
                  </a:lnTo>
                  <a:lnTo>
                    <a:pt x="1661719" y="4360627"/>
                  </a:lnTo>
                  <a:lnTo>
                    <a:pt x="1654294" y="4370792"/>
                  </a:lnTo>
                  <a:lnTo>
                    <a:pt x="1646894" y="4380956"/>
                  </a:lnTo>
                  <a:lnTo>
                    <a:pt x="1639523" y="4391121"/>
                  </a:lnTo>
                  <a:lnTo>
                    <a:pt x="1632182" y="4401285"/>
                  </a:lnTo>
                  <a:lnTo>
                    <a:pt x="1624856" y="4411450"/>
                  </a:lnTo>
                  <a:lnTo>
                    <a:pt x="1617547" y="4421615"/>
                  </a:lnTo>
                  <a:lnTo>
                    <a:pt x="1610259" y="4431779"/>
                  </a:lnTo>
                  <a:lnTo>
                    <a:pt x="1602986" y="4441944"/>
                  </a:lnTo>
                  <a:lnTo>
                    <a:pt x="1595724" y="4452109"/>
                  </a:lnTo>
                  <a:lnTo>
                    <a:pt x="1588482" y="4462273"/>
                  </a:lnTo>
                  <a:lnTo>
                    <a:pt x="1581258" y="4472438"/>
                  </a:lnTo>
                  <a:lnTo>
                    <a:pt x="1574049" y="4482603"/>
                  </a:lnTo>
                  <a:lnTo>
                    <a:pt x="1566861" y="4492767"/>
                  </a:lnTo>
                  <a:lnTo>
                    <a:pt x="1559704" y="4502932"/>
                  </a:lnTo>
                  <a:lnTo>
                    <a:pt x="1552571" y="4513096"/>
                  </a:lnTo>
                  <a:lnTo>
                    <a:pt x="1545464" y="4523261"/>
                  </a:lnTo>
                  <a:lnTo>
                    <a:pt x="1538409" y="4533426"/>
                  </a:lnTo>
                  <a:lnTo>
                    <a:pt x="1531391" y="4543590"/>
                  </a:lnTo>
                  <a:lnTo>
                    <a:pt x="1524412" y="4553755"/>
                  </a:lnTo>
                  <a:lnTo>
                    <a:pt x="1517497" y="4563920"/>
                  </a:lnTo>
                  <a:lnTo>
                    <a:pt x="1510646" y="4574084"/>
                  </a:lnTo>
                  <a:lnTo>
                    <a:pt x="1503849" y="4584249"/>
                  </a:lnTo>
                  <a:lnTo>
                    <a:pt x="1497124" y="4594413"/>
                  </a:lnTo>
                  <a:lnTo>
                    <a:pt x="1490498" y="4604578"/>
                  </a:lnTo>
                  <a:lnTo>
                    <a:pt x="1483944" y="4614743"/>
                  </a:lnTo>
                  <a:lnTo>
                    <a:pt x="1477464" y="4624907"/>
                  </a:lnTo>
                  <a:lnTo>
                    <a:pt x="1471123" y="4635072"/>
                  </a:lnTo>
                  <a:lnTo>
                    <a:pt x="1464872" y="4645237"/>
                  </a:lnTo>
                  <a:lnTo>
                    <a:pt x="1458711" y="4655401"/>
                  </a:lnTo>
                  <a:lnTo>
                    <a:pt x="1452692" y="4665566"/>
                  </a:lnTo>
                  <a:lnTo>
                    <a:pt x="1446802" y="4675731"/>
                  </a:lnTo>
                  <a:lnTo>
                    <a:pt x="1441016" y="4685895"/>
                  </a:lnTo>
                  <a:lnTo>
                    <a:pt x="1435364" y="4696060"/>
                  </a:lnTo>
                  <a:lnTo>
                    <a:pt x="1429883" y="4706224"/>
                  </a:lnTo>
                  <a:lnTo>
                    <a:pt x="1424519" y="4716389"/>
                  </a:lnTo>
                  <a:lnTo>
                    <a:pt x="1419273" y="4726554"/>
                  </a:lnTo>
                  <a:lnTo>
                    <a:pt x="1414239" y="4736718"/>
                  </a:lnTo>
                  <a:lnTo>
                    <a:pt x="1409332" y="4746883"/>
                  </a:lnTo>
                  <a:lnTo>
                    <a:pt x="1404550" y="4757048"/>
                  </a:lnTo>
                  <a:lnTo>
                    <a:pt x="1399959" y="4767212"/>
                  </a:lnTo>
                  <a:lnTo>
                    <a:pt x="1395529" y="4777377"/>
                  </a:lnTo>
                  <a:lnTo>
                    <a:pt x="1391229" y="4787541"/>
                  </a:lnTo>
                  <a:lnTo>
                    <a:pt x="1387092" y="4797706"/>
                  </a:lnTo>
                  <a:lnTo>
                    <a:pt x="1383150" y="4807871"/>
                  </a:lnTo>
                  <a:lnTo>
                    <a:pt x="1379336" y="4818035"/>
                  </a:lnTo>
                  <a:lnTo>
                    <a:pt x="1375653" y="4828200"/>
                  </a:lnTo>
                  <a:lnTo>
                    <a:pt x="1372193" y="4838365"/>
                  </a:lnTo>
                  <a:lnTo>
                    <a:pt x="1368858" y="4848529"/>
                  </a:lnTo>
                  <a:lnTo>
                    <a:pt x="1365648" y="4858694"/>
                  </a:lnTo>
                  <a:lnTo>
                    <a:pt x="1362625" y="4868859"/>
                  </a:lnTo>
                  <a:lnTo>
                    <a:pt x="1359750" y="4879023"/>
                  </a:lnTo>
                  <a:lnTo>
                    <a:pt x="1356992" y="4889188"/>
                  </a:lnTo>
                  <a:lnTo>
                    <a:pt x="1354382" y="4899352"/>
                  </a:lnTo>
                  <a:lnTo>
                    <a:pt x="1351937" y="4909517"/>
                  </a:lnTo>
                  <a:lnTo>
                    <a:pt x="1349601" y="4919682"/>
                  </a:lnTo>
                  <a:lnTo>
                    <a:pt x="1347375" y="4929846"/>
                  </a:lnTo>
                  <a:lnTo>
                    <a:pt x="1345326" y="4940011"/>
                  </a:lnTo>
                  <a:lnTo>
                    <a:pt x="1343375" y="4950176"/>
                  </a:lnTo>
                  <a:lnTo>
                    <a:pt x="1341520" y="4960340"/>
                  </a:lnTo>
                  <a:lnTo>
                    <a:pt x="1339806" y="4970505"/>
                  </a:lnTo>
                  <a:lnTo>
                    <a:pt x="1338199" y="4980670"/>
                  </a:lnTo>
                  <a:lnTo>
                    <a:pt x="1336677" y="4990834"/>
                  </a:lnTo>
                  <a:lnTo>
                    <a:pt x="1335260" y="5000999"/>
                  </a:lnTo>
                  <a:lnTo>
                    <a:pt x="1333955" y="5011163"/>
                  </a:lnTo>
                  <a:lnTo>
                    <a:pt x="1332722" y="5021328"/>
                  </a:lnTo>
                  <a:lnTo>
                    <a:pt x="1331565" y="5031493"/>
                  </a:lnTo>
                  <a:lnTo>
                    <a:pt x="1330520" y="5041657"/>
                  </a:lnTo>
                  <a:lnTo>
                    <a:pt x="1329536" y="5051822"/>
                  </a:lnTo>
                  <a:lnTo>
                    <a:pt x="1328613" y="5061987"/>
                  </a:lnTo>
                  <a:lnTo>
                    <a:pt x="1327777" y="5072151"/>
                  </a:lnTo>
                  <a:lnTo>
                    <a:pt x="1327003" y="5082316"/>
                  </a:lnTo>
                  <a:lnTo>
                    <a:pt x="1326278" y="5092480"/>
                  </a:lnTo>
                  <a:lnTo>
                    <a:pt x="1325615" y="5102645"/>
                  </a:lnTo>
                  <a:lnTo>
                    <a:pt x="1325015" y="5112810"/>
                  </a:lnTo>
                  <a:lnTo>
                    <a:pt x="1324454" y="5122974"/>
                  </a:lnTo>
                  <a:lnTo>
                    <a:pt x="1323935" y="5133139"/>
                  </a:lnTo>
                  <a:lnTo>
                    <a:pt x="1323475" y="5143304"/>
                  </a:lnTo>
                  <a:lnTo>
                    <a:pt x="1323048" y="5153468"/>
                  </a:lnTo>
                  <a:lnTo>
                    <a:pt x="1322651" y="5163633"/>
                  </a:lnTo>
                  <a:lnTo>
                    <a:pt x="1322299" y="5173798"/>
                  </a:lnTo>
                  <a:lnTo>
                    <a:pt x="1321977" y="5183962"/>
                  </a:lnTo>
                  <a:lnTo>
                    <a:pt x="1321679" y="5194127"/>
                  </a:lnTo>
                  <a:close/>
                </a:path>
              </a:pathLst>
            </a:custGeom>
            <a:solidFill>
              <a:srgbClr val="F47C5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877008" y="4484903"/>
              <a:ext cx="2602319" cy="0"/>
            </a:xfrm>
            <a:custGeom>
              <a:avLst/>
              <a:pathLst>
                <a:path w="2602319" h="0">
                  <a:moveTo>
                    <a:pt x="0" y="0"/>
                  </a:moveTo>
                  <a:lnTo>
                    <a:pt x="260231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9343353" y="4365106"/>
              <a:ext cx="117405" cy="117405"/>
            </a:xfrm>
            <a:prstGeom prst="ellipse">
              <a:avLst/>
            </a:prstGeom>
            <a:solidFill>
              <a:srgbClr val="7A37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857962" y="1904667"/>
              <a:ext cx="117405" cy="11740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990480" y="2989813"/>
              <a:ext cx="117405" cy="11740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9397603" y="4643633"/>
              <a:ext cx="117405" cy="117405"/>
            </a:xfrm>
            <a:prstGeom prst="ellipse">
              <a:avLst/>
            </a:prstGeom>
            <a:solidFill>
              <a:srgbClr val="458B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9385703" y="4376544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9270699" y="3214671"/>
              <a:ext cx="117405" cy="11740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8907289" y="4852049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5A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9069978" y="5368745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7EBA6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8763200" y="4989018"/>
              <a:ext cx="117405" cy="117405"/>
            </a:xfrm>
            <a:prstGeom prst="ellipse">
              <a:avLst/>
            </a:prstGeom>
            <a:solidFill>
              <a:srgbClr val="649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8804710" y="4209018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6FB1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907386" y="4637983"/>
              <a:ext cx="117405" cy="11740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9514504" y="4311358"/>
              <a:ext cx="117405" cy="117405"/>
            </a:xfrm>
            <a:prstGeom prst="ellipse">
              <a:avLst/>
            </a:prstGeom>
            <a:solidFill>
              <a:srgbClr val="6B8E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7862279" y="227923"/>
              <a:ext cx="263177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Hospital or group of hospitals</a:t>
              </a:r>
            </a:p>
          </p:txBody>
        </p:sp>
        <p:sp>
          <p:nvSpPr>
            <p:cNvPr id="69" name="pl69"/>
            <p:cNvSpPr/>
            <p:nvPr/>
          </p:nvSpPr>
          <p:spPr>
            <a:xfrm>
              <a:off x="7727146" y="520980"/>
              <a:ext cx="0" cy="6457600"/>
            </a:xfrm>
            <a:custGeom>
              <a:avLst/>
              <a:pathLst>
                <a:path w="0"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7438280" y="6618725"/>
              <a:ext cx="1977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339396" y="3683452"/>
              <a:ext cx="29665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240512" y="748179"/>
              <a:ext cx="395535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73" name="tx73"/>
            <p:cNvSpPr/>
            <p:nvPr/>
          </p:nvSpPr>
          <p:spPr>
            <a:xfrm rot="-5400000">
              <a:off x="6103159" y="3654430"/>
              <a:ext cx="1897260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units (log)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2026-01-07T16:54:10Z</dcterms:modified>
  <cp:category/>
</cp:coreProperties>
</file>
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800000" cy="7200000"/>
            <a:chOff x="0" y="0"/>
            <a:chExt cx="10800000" cy="7200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800000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2262551" y="401322"/>
              <a:ext cx="2664072" cy="6002043"/>
            </a:xfrm>
            <a:custGeom>
              <a:avLst/>
              <a:pathLst>
                <a:path w="2664072" h="6002043">
                  <a:moveTo>
                    <a:pt x="1325624" y="6002043"/>
                  </a:moveTo>
                  <a:lnTo>
                    <a:pt x="1325156" y="5990298"/>
                  </a:lnTo>
                  <a:lnTo>
                    <a:pt x="1324671" y="5978552"/>
                  </a:lnTo>
                  <a:lnTo>
                    <a:pt x="1324135" y="5966806"/>
                  </a:lnTo>
                  <a:lnTo>
                    <a:pt x="1323580" y="5955061"/>
                  </a:lnTo>
                  <a:lnTo>
                    <a:pt x="1322982" y="5943315"/>
                  </a:lnTo>
                  <a:lnTo>
                    <a:pt x="1322348" y="5931569"/>
                  </a:lnTo>
                  <a:lnTo>
                    <a:pt x="1321685" y="5919823"/>
                  </a:lnTo>
                  <a:lnTo>
                    <a:pt x="1320962" y="5908078"/>
                  </a:lnTo>
                  <a:lnTo>
                    <a:pt x="1320216" y="5896332"/>
                  </a:lnTo>
                  <a:lnTo>
                    <a:pt x="1319406" y="5884586"/>
                  </a:lnTo>
                  <a:lnTo>
                    <a:pt x="1318557" y="5872841"/>
                  </a:lnTo>
                  <a:lnTo>
                    <a:pt x="1317664" y="5861095"/>
                  </a:lnTo>
                  <a:lnTo>
                    <a:pt x="1316701" y="5849349"/>
                  </a:lnTo>
                  <a:lnTo>
                    <a:pt x="1315709" y="5837604"/>
                  </a:lnTo>
                  <a:lnTo>
                    <a:pt x="1314629" y="5825858"/>
                  </a:lnTo>
                  <a:lnTo>
                    <a:pt x="1313507" y="5814112"/>
                  </a:lnTo>
                  <a:lnTo>
                    <a:pt x="1312320" y="5802367"/>
                  </a:lnTo>
                  <a:lnTo>
                    <a:pt x="1311055" y="5790621"/>
                  </a:lnTo>
                  <a:lnTo>
                    <a:pt x="1309754" y="5778875"/>
                  </a:lnTo>
                  <a:lnTo>
                    <a:pt x="1308331" y="5767130"/>
                  </a:lnTo>
                  <a:lnTo>
                    <a:pt x="1306867" y="5755384"/>
                  </a:lnTo>
                  <a:lnTo>
                    <a:pt x="1305312" y="5743638"/>
                  </a:lnTo>
                  <a:lnTo>
                    <a:pt x="1303671" y="5731893"/>
                  </a:lnTo>
                  <a:lnTo>
                    <a:pt x="1301974" y="5720147"/>
                  </a:lnTo>
                  <a:lnTo>
                    <a:pt x="1300139" y="5708401"/>
                  </a:lnTo>
                  <a:lnTo>
                    <a:pt x="1298255" y="5696656"/>
                  </a:lnTo>
                  <a:lnTo>
                    <a:pt x="1296244" y="5684910"/>
                  </a:lnTo>
                  <a:lnTo>
                    <a:pt x="1294143" y="5673164"/>
                  </a:lnTo>
                  <a:lnTo>
                    <a:pt x="1291960" y="5661418"/>
                  </a:lnTo>
                  <a:lnTo>
                    <a:pt x="1289624" y="5649673"/>
                  </a:lnTo>
                  <a:lnTo>
                    <a:pt x="1287230" y="5637927"/>
                  </a:lnTo>
                  <a:lnTo>
                    <a:pt x="1284667" y="5626181"/>
                  </a:lnTo>
                  <a:lnTo>
                    <a:pt x="1282013" y="5614436"/>
                  </a:lnTo>
                  <a:lnTo>
                    <a:pt x="1279243" y="5602690"/>
                  </a:lnTo>
                  <a:lnTo>
                    <a:pt x="1276309" y="5590944"/>
                  </a:lnTo>
                  <a:lnTo>
                    <a:pt x="1273307" y="5579199"/>
                  </a:lnTo>
                  <a:lnTo>
                    <a:pt x="1270085" y="5567453"/>
                  </a:lnTo>
                  <a:lnTo>
                    <a:pt x="1266777" y="5555707"/>
                  </a:lnTo>
                  <a:lnTo>
                    <a:pt x="1263310" y="5543962"/>
                  </a:lnTo>
                  <a:lnTo>
                    <a:pt x="1259674" y="5532216"/>
                  </a:lnTo>
                  <a:lnTo>
                    <a:pt x="1255950" y="5520470"/>
                  </a:lnTo>
                  <a:lnTo>
                    <a:pt x="1251966" y="5508725"/>
                  </a:lnTo>
                  <a:lnTo>
                    <a:pt x="1247897" y="5496979"/>
                  </a:lnTo>
                  <a:lnTo>
                    <a:pt x="1243620" y="5485233"/>
                  </a:lnTo>
                  <a:lnTo>
                    <a:pt x="1239174" y="5473488"/>
                  </a:lnTo>
                  <a:lnTo>
                    <a:pt x="1234601" y="5461742"/>
                  </a:lnTo>
                  <a:lnTo>
                    <a:pt x="1229758" y="5449996"/>
                  </a:lnTo>
                  <a:lnTo>
                    <a:pt x="1224819" y="5438251"/>
                  </a:lnTo>
                  <a:lnTo>
                    <a:pt x="1219618" y="5426505"/>
                  </a:lnTo>
                  <a:lnTo>
                    <a:pt x="1214254" y="5414759"/>
                  </a:lnTo>
                  <a:lnTo>
                    <a:pt x="1208719" y="5403013"/>
                  </a:lnTo>
                  <a:lnTo>
                    <a:pt x="1202912" y="5391268"/>
                  </a:lnTo>
                  <a:lnTo>
                    <a:pt x="1196998" y="5379522"/>
                  </a:lnTo>
                  <a:lnTo>
                    <a:pt x="1190762" y="5367776"/>
                  </a:lnTo>
                  <a:lnTo>
                    <a:pt x="1184379" y="5356031"/>
                  </a:lnTo>
                  <a:lnTo>
                    <a:pt x="1177775" y="5344285"/>
                  </a:lnTo>
                  <a:lnTo>
                    <a:pt x="1170906" y="5332539"/>
                  </a:lnTo>
                  <a:lnTo>
                    <a:pt x="1163921" y="5320794"/>
                  </a:lnTo>
                  <a:lnTo>
                    <a:pt x="1156553" y="5309048"/>
                  </a:lnTo>
                  <a:lnTo>
                    <a:pt x="1149060" y="5297302"/>
                  </a:lnTo>
                  <a:lnTo>
                    <a:pt x="1141297" y="5285557"/>
                  </a:lnTo>
                  <a:lnTo>
                    <a:pt x="1133283" y="5273811"/>
                  </a:lnTo>
                  <a:lnTo>
                    <a:pt x="1125115" y="5262065"/>
                  </a:lnTo>
                  <a:lnTo>
                    <a:pt x="1116569" y="5250320"/>
                  </a:lnTo>
                  <a:lnTo>
                    <a:pt x="1107896" y="5238574"/>
                  </a:lnTo>
                  <a:lnTo>
                    <a:pt x="1098902" y="5226828"/>
                  </a:lnTo>
                  <a:lnTo>
                    <a:pt x="1089684" y="5215083"/>
                  </a:lnTo>
                  <a:lnTo>
                    <a:pt x="1080270" y="5203337"/>
                  </a:lnTo>
                  <a:lnTo>
                    <a:pt x="1070501" y="5191591"/>
                  </a:lnTo>
                  <a:lnTo>
                    <a:pt x="1060603" y="5179845"/>
                  </a:lnTo>
                  <a:lnTo>
                    <a:pt x="1050340" y="5168100"/>
                  </a:lnTo>
                  <a:lnTo>
                    <a:pt x="1039888" y="5156354"/>
                  </a:lnTo>
                  <a:lnTo>
                    <a:pt x="1029200" y="5144608"/>
                  </a:lnTo>
                  <a:lnTo>
                    <a:pt x="1018194" y="5132863"/>
                  </a:lnTo>
                  <a:lnTo>
                    <a:pt x="1007059" y="5121117"/>
                  </a:lnTo>
                  <a:lnTo>
                    <a:pt x="995528" y="5109371"/>
                  </a:lnTo>
                  <a:lnTo>
                    <a:pt x="983847" y="5097626"/>
                  </a:lnTo>
                  <a:lnTo>
                    <a:pt x="971900" y="5085880"/>
                  </a:lnTo>
                  <a:lnTo>
                    <a:pt x="959682" y="5074134"/>
                  </a:lnTo>
                  <a:lnTo>
                    <a:pt x="947327" y="5062389"/>
                  </a:lnTo>
                  <a:lnTo>
                    <a:pt x="934585" y="5050643"/>
                  </a:lnTo>
                  <a:lnTo>
                    <a:pt x="921724" y="5038897"/>
                  </a:lnTo>
                  <a:lnTo>
                    <a:pt x="908581" y="5027152"/>
                  </a:lnTo>
                  <a:lnTo>
                    <a:pt x="895220" y="5015406"/>
                  </a:lnTo>
                  <a:lnTo>
                    <a:pt x="881701" y="5003660"/>
                  </a:lnTo>
                  <a:lnTo>
                    <a:pt x="867863" y="4991915"/>
                  </a:lnTo>
                  <a:lnTo>
                    <a:pt x="853918" y="4980169"/>
                  </a:lnTo>
                  <a:lnTo>
                    <a:pt x="839694" y="4968423"/>
                  </a:lnTo>
                  <a:lnTo>
                    <a:pt x="825310" y="4956678"/>
                  </a:lnTo>
                  <a:lnTo>
                    <a:pt x="810760" y="4944932"/>
                  </a:lnTo>
                  <a:lnTo>
                    <a:pt x="795968" y="4933186"/>
                  </a:lnTo>
                  <a:lnTo>
                    <a:pt x="781086" y="4921440"/>
                  </a:lnTo>
                  <a:lnTo>
                    <a:pt x="765951" y="4909695"/>
                  </a:lnTo>
                  <a:lnTo>
                    <a:pt x="750712" y="4897949"/>
                  </a:lnTo>
                  <a:lnTo>
                    <a:pt x="735322" y="4886203"/>
                  </a:lnTo>
                  <a:lnTo>
                    <a:pt x="719768" y="4874458"/>
                  </a:lnTo>
                  <a:lnTo>
                    <a:pt x="704145" y="4862712"/>
                  </a:lnTo>
                  <a:lnTo>
                    <a:pt x="688325" y="4850966"/>
                  </a:lnTo>
                  <a:lnTo>
                    <a:pt x="672450" y="4839221"/>
                  </a:lnTo>
                  <a:lnTo>
                    <a:pt x="656461" y="4827475"/>
                  </a:lnTo>
                  <a:lnTo>
                    <a:pt x="640385" y="4815729"/>
                  </a:lnTo>
                  <a:lnTo>
                    <a:pt x="624258" y="4803984"/>
                  </a:lnTo>
                  <a:lnTo>
                    <a:pt x="608035" y="4792238"/>
                  </a:lnTo>
                  <a:lnTo>
                    <a:pt x="591789" y="4780492"/>
                  </a:lnTo>
                  <a:lnTo>
                    <a:pt x="575492" y="4768747"/>
                  </a:lnTo>
                  <a:lnTo>
                    <a:pt x="559177" y="4757001"/>
                  </a:lnTo>
                  <a:lnTo>
                    <a:pt x="542849" y="4745255"/>
                  </a:lnTo>
                  <a:lnTo>
                    <a:pt x="526526" y="4733510"/>
                  </a:lnTo>
                  <a:lnTo>
                    <a:pt x="510212" y="4721764"/>
                  </a:lnTo>
                  <a:lnTo>
                    <a:pt x="493936" y="4710018"/>
                  </a:lnTo>
                  <a:lnTo>
                    <a:pt x="477700" y="4698273"/>
                  </a:lnTo>
                  <a:lnTo>
                    <a:pt x="461511" y="4686527"/>
                  </a:lnTo>
                  <a:lnTo>
                    <a:pt x="445417" y="4674781"/>
                  </a:lnTo>
                  <a:lnTo>
                    <a:pt x="429365" y="4663035"/>
                  </a:lnTo>
                  <a:lnTo>
                    <a:pt x="413470" y="4651290"/>
                  </a:lnTo>
                  <a:lnTo>
                    <a:pt x="397652" y="4639544"/>
                  </a:lnTo>
                  <a:lnTo>
                    <a:pt x="381965" y="4627798"/>
                  </a:lnTo>
                  <a:lnTo>
                    <a:pt x="366448" y="4616053"/>
                  </a:lnTo>
                  <a:lnTo>
                    <a:pt x="351012" y="4604307"/>
                  </a:lnTo>
                  <a:lnTo>
                    <a:pt x="335861" y="4592561"/>
                  </a:lnTo>
                  <a:lnTo>
                    <a:pt x="320810" y="4580816"/>
                  </a:lnTo>
                  <a:lnTo>
                    <a:pt x="305998" y="4569070"/>
                  </a:lnTo>
                  <a:lnTo>
                    <a:pt x="291405" y="4557324"/>
                  </a:lnTo>
                  <a:lnTo>
                    <a:pt x="276966" y="4545579"/>
                  </a:lnTo>
                  <a:lnTo>
                    <a:pt x="262894" y="4533833"/>
                  </a:lnTo>
                  <a:lnTo>
                    <a:pt x="248956" y="4522087"/>
                  </a:lnTo>
                  <a:lnTo>
                    <a:pt x="235380" y="4510342"/>
                  </a:lnTo>
                  <a:lnTo>
                    <a:pt x="222048" y="4498596"/>
                  </a:lnTo>
                  <a:lnTo>
                    <a:pt x="208961" y="4486850"/>
                  </a:lnTo>
                  <a:lnTo>
                    <a:pt x="196294" y="4475105"/>
                  </a:lnTo>
                  <a:lnTo>
                    <a:pt x="183792" y="4463359"/>
                  </a:lnTo>
                  <a:lnTo>
                    <a:pt x="171786" y="4451613"/>
                  </a:lnTo>
                  <a:lnTo>
                    <a:pt x="160024" y="4439867"/>
                  </a:lnTo>
                  <a:lnTo>
                    <a:pt x="148609" y="4428122"/>
                  </a:lnTo>
                  <a:lnTo>
                    <a:pt x="137640" y="4416376"/>
                  </a:lnTo>
                  <a:lnTo>
                    <a:pt x="126860" y="4404630"/>
                  </a:lnTo>
                  <a:lnTo>
                    <a:pt x="116715" y="4392885"/>
                  </a:lnTo>
                  <a:lnTo>
                    <a:pt x="106790" y="4381139"/>
                  </a:lnTo>
                  <a:lnTo>
                    <a:pt x="97319" y="4369393"/>
                  </a:lnTo>
                  <a:lnTo>
                    <a:pt x="88289" y="4357648"/>
                  </a:lnTo>
                  <a:lnTo>
                    <a:pt x="79516" y="4345902"/>
                  </a:lnTo>
                  <a:lnTo>
                    <a:pt x="71416" y="4334156"/>
                  </a:lnTo>
                  <a:lnTo>
                    <a:pt x="63539" y="4322411"/>
                  </a:lnTo>
                  <a:lnTo>
                    <a:pt x="56221" y="4310665"/>
                  </a:lnTo>
                  <a:lnTo>
                    <a:pt x="49313" y="4298919"/>
                  </a:lnTo>
                  <a:lnTo>
                    <a:pt x="42745" y="4287174"/>
                  </a:lnTo>
                  <a:lnTo>
                    <a:pt x="36827" y="4275428"/>
                  </a:lnTo>
                  <a:lnTo>
                    <a:pt x="31143" y="4263682"/>
                  </a:lnTo>
                  <a:lnTo>
                    <a:pt x="26111" y="4251937"/>
                  </a:lnTo>
                  <a:lnTo>
                    <a:pt x="21438" y="4240191"/>
                  </a:lnTo>
                  <a:lnTo>
                    <a:pt x="17184" y="4228445"/>
                  </a:lnTo>
                  <a:lnTo>
                    <a:pt x="13527" y="4216700"/>
                  </a:lnTo>
                  <a:lnTo>
                    <a:pt x="10108" y="4204954"/>
                  </a:lnTo>
                  <a:lnTo>
                    <a:pt x="7416" y="4193208"/>
                  </a:lnTo>
                  <a:lnTo>
                    <a:pt x="5014" y="4181462"/>
                  </a:lnTo>
                  <a:lnTo>
                    <a:pt x="3099" y="4169717"/>
                  </a:lnTo>
                  <a:lnTo>
                    <a:pt x="1707" y="4157971"/>
                  </a:lnTo>
                  <a:lnTo>
                    <a:pt x="562" y="4146225"/>
                  </a:lnTo>
                  <a:lnTo>
                    <a:pt x="167" y="4134480"/>
                  </a:lnTo>
                  <a:lnTo>
                    <a:pt x="0" y="4122734"/>
                  </a:lnTo>
                  <a:lnTo>
                    <a:pt x="365" y="4110988"/>
                  </a:lnTo>
                  <a:lnTo>
                    <a:pt x="1166" y="4099243"/>
                  </a:lnTo>
                  <a:lnTo>
                    <a:pt x="2266" y="4087497"/>
                  </a:lnTo>
                  <a:lnTo>
                    <a:pt x="4008" y="4075751"/>
                  </a:lnTo>
                  <a:lnTo>
                    <a:pt x="5963" y="4064006"/>
                  </a:lnTo>
                  <a:lnTo>
                    <a:pt x="8474" y="4052260"/>
                  </a:lnTo>
                  <a:lnTo>
                    <a:pt x="11325" y="4040514"/>
                  </a:lnTo>
                  <a:lnTo>
                    <a:pt x="14507" y="4028769"/>
                  </a:lnTo>
                  <a:lnTo>
                    <a:pt x="18214" y="4017023"/>
                  </a:lnTo>
                  <a:lnTo>
                    <a:pt x="22114" y="4005277"/>
                  </a:lnTo>
                  <a:lnTo>
                    <a:pt x="26561" y="3993532"/>
                  </a:lnTo>
                  <a:lnTo>
                    <a:pt x="31257" y="3981786"/>
                  </a:lnTo>
                  <a:lnTo>
                    <a:pt x="36293" y="3970040"/>
                  </a:lnTo>
                  <a:lnTo>
                    <a:pt x="41733" y="3958295"/>
                  </a:lnTo>
                  <a:lnTo>
                    <a:pt x="47342" y="3946549"/>
                  </a:lnTo>
                  <a:lnTo>
                    <a:pt x="53460" y="3934803"/>
                  </a:lnTo>
                  <a:lnTo>
                    <a:pt x="59740" y="3923057"/>
                  </a:lnTo>
                  <a:lnTo>
                    <a:pt x="66347" y="3911312"/>
                  </a:lnTo>
                  <a:lnTo>
                    <a:pt x="73242" y="3899566"/>
                  </a:lnTo>
                  <a:lnTo>
                    <a:pt x="80302" y="3887820"/>
                  </a:lnTo>
                  <a:lnTo>
                    <a:pt x="87753" y="3876075"/>
                  </a:lnTo>
                  <a:lnTo>
                    <a:pt x="95321" y="3864329"/>
                  </a:lnTo>
                  <a:lnTo>
                    <a:pt x="103173" y="3852583"/>
                  </a:lnTo>
                  <a:lnTo>
                    <a:pt x="111212" y="3840838"/>
                  </a:lnTo>
                  <a:lnTo>
                    <a:pt x="119403" y="3829092"/>
                  </a:lnTo>
                  <a:lnTo>
                    <a:pt x="127850" y="3817346"/>
                  </a:lnTo>
                  <a:lnTo>
                    <a:pt x="136381" y="3805601"/>
                  </a:lnTo>
                  <a:lnTo>
                    <a:pt x="145129" y="3793855"/>
                  </a:lnTo>
                  <a:lnTo>
                    <a:pt x="153980" y="3782109"/>
                  </a:lnTo>
                  <a:lnTo>
                    <a:pt x="162947" y="3770364"/>
                  </a:lnTo>
                  <a:lnTo>
                    <a:pt x="172053" y="3758618"/>
                  </a:lnTo>
                  <a:lnTo>
                    <a:pt x="181210" y="3746872"/>
                  </a:lnTo>
                  <a:lnTo>
                    <a:pt x="190496" y="3735127"/>
                  </a:lnTo>
                  <a:lnTo>
                    <a:pt x="199820" y="3723381"/>
                  </a:lnTo>
                  <a:lnTo>
                    <a:pt x="209206" y="3711635"/>
                  </a:lnTo>
                  <a:lnTo>
                    <a:pt x="218634" y="3699889"/>
                  </a:lnTo>
                  <a:lnTo>
                    <a:pt x="228081" y="3688144"/>
                  </a:lnTo>
                  <a:lnTo>
                    <a:pt x="237551" y="3676398"/>
                  </a:lnTo>
                  <a:lnTo>
                    <a:pt x="247017" y="3664652"/>
                  </a:lnTo>
                  <a:lnTo>
                    <a:pt x="256472" y="3652907"/>
                  </a:lnTo>
                  <a:lnTo>
                    <a:pt x="265897" y="3641161"/>
                  </a:lnTo>
                  <a:lnTo>
                    <a:pt x="275302" y="3629415"/>
                  </a:lnTo>
                  <a:lnTo>
                    <a:pt x="284628" y="3617670"/>
                  </a:lnTo>
                  <a:lnTo>
                    <a:pt x="293921" y="3605924"/>
                  </a:lnTo>
                  <a:lnTo>
                    <a:pt x="303119" y="3594178"/>
                  </a:lnTo>
                  <a:lnTo>
                    <a:pt x="312238" y="3582433"/>
                  </a:lnTo>
                  <a:lnTo>
                    <a:pt x="321282" y="3570687"/>
                  </a:lnTo>
                  <a:lnTo>
                    <a:pt x="330174" y="3558941"/>
                  </a:lnTo>
                  <a:lnTo>
                    <a:pt x="339007" y="3547196"/>
                  </a:lnTo>
                  <a:lnTo>
                    <a:pt x="347651" y="3535450"/>
                  </a:lnTo>
                  <a:lnTo>
                    <a:pt x="356190" y="3523704"/>
                  </a:lnTo>
                  <a:lnTo>
                    <a:pt x="364590" y="3511959"/>
                  </a:lnTo>
                  <a:lnTo>
                    <a:pt x="372792" y="3500213"/>
                  </a:lnTo>
                  <a:lnTo>
                    <a:pt x="380910" y="3488467"/>
                  </a:lnTo>
                  <a:lnTo>
                    <a:pt x="388742" y="3476722"/>
                  </a:lnTo>
                  <a:lnTo>
                    <a:pt x="396465" y="3464976"/>
                  </a:lnTo>
                  <a:lnTo>
                    <a:pt x="403978" y="3453230"/>
                  </a:lnTo>
                  <a:lnTo>
                    <a:pt x="411269" y="3441484"/>
                  </a:lnTo>
                  <a:lnTo>
                    <a:pt x="418439" y="3429739"/>
                  </a:lnTo>
                  <a:lnTo>
                    <a:pt x="425264" y="3417993"/>
                  </a:lnTo>
                  <a:lnTo>
                    <a:pt x="431975" y="3406247"/>
                  </a:lnTo>
                  <a:lnTo>
                    <a:pt x="438401" y="3394502"/>
                  </a:lnTo>
                  <a:lnTo>
                    <a:pt x="444604" y="3382756"/>
                  </a:lnTo>
                  <a:lnTo>
                    <a:pt x="450632" y="3371010"/>
                  </a:lnTo>
                  <a:lnTo>
                    <a:pt x="456303" y="3359265"/>
                  </a:lnTo>
                  <a:lnTo>
                    <a:pt x="461846" y="3347519"/>
                  </a:lnTo>
                  <a:lnTo>
                    <a:pt x="467034" y="3335773"/>
                  </a:lnTo>
                  <a:lnTo>
                    <a:pt x="472015" y="3324028"/>
                  </a:lnTo>
                  <a:lnTo>
                    <a:pt x="476765" y="3312282"/>
                  </a:lnTo>
                  <a:lnTo>
                    <a:pt x="481166" y="3300536"/>
                  </a:lnTo>
                  <a:lnTo>
                    <a:pt x="485431" y="3288791"/>
                  </a:lnTo>
                  <a:lnTo>
                    <a:pt x="489277" y="3277045"/>
                  </a:lnTo>
                  <a:lnTo>
                    <a:pt x="492944" y="3265299"/>
                  </a:lnTo>
                  <a:lnTo>
                    <a:pt x="496328" y="3253554"/>
                  </a:lnTo>
                  <a:lnTo>
                    <a:pt x="499389" y="3241808"/>
                  </a:lnTo>
                  <a:lnTo>
                    <a:pt x="502307" y="3230062"/>
                  </a:lnTo>
                  <a:lnTo>
                    <a:pt x="504756" y="3218317"/>
                  </a:lnTo>
                  <a:lnTo>
                    <a:pt x="507061" y="3206571"/>
                  </a:lnTo>
                  <a:lnTo>
                    <a:pt x="509038" y="3194825"/>
                  </a:lnTo>
                  <a:lnTo>
                    <a:pt x="510729" y="3183079"/>
                  </a:lnTo>
                  <a:lnTo>
                    <a:pt x="512236" y="3171334"/>
                  </a:lnTo>
                  <a:lnTo>
                    <a:pt x="513316" y="3159588"/>
                  </a:lnTo>
                  <a:lnTo>
                    <a:pt x="514254" y="3147842"/>
                  </a:lnTo>
                  <a:lnTo>
                    <a:pt x="514827" y="3136097"/>
                  </a:lnTo>
                  <a:lnTo>
                    <a:pt x="515162" y="3124351"/>
                  </a:lnTo>
                  <a:lnTo>
                    <a:pt x="515276" y="3112605"/>
                  </a:lnTo>
                  <a:lnTo>
                    <a:pt x="515017" y="3100860"/>
                  </a:lnTo>
                  <a:lnTo>
                    <a:pt x="514622" y="3089114"/>
                  </a:lnTo>
                  <a:lnTo>
                    <a:pt x="513840" y="3077368"/>
                  </a:lnTo>
                  <a:lnTo>
                    <a:pt x="512870" y="3065623"/>
                  </a:lnTo>
                  <a:lnTo>
                    <a:pt x="511654" y="3053877"/>
                  </a:lnTo>
                  <a:lnTo>
                    <a:pt x="510126" y="3042131"/>
                  </a:lnTo>
                  <a:lnTo>
                    <a:pt x="508470" y="3030386"/>
                  </a:lnTo>
                  <a:lnTo>
                    <a:pt x="506422" y="3018640"/>
                  </a:lnTo>
                  <a:lnTo>
                    <a:pt x="504236" y="3006894"/>
                  </a:lnTo>
                  <a:lnTo>
                    <a:pt x="501793" y="2995149"/>
                  </a:lnTo>
                  <a:lnTo>
                    <a:pt x="499101" y="2983403"/>
                  </a:lnTo>
                  <a:lnTo>
                    <a:pt x="496277" y="2971657"/>
                  </a:lnTo>
                  <a:lnTo>
                    <a:pt x="493105" y="2959911"/>
                  </a:lnTo>
                  <a:lnTo>
                    <a:pt x="489827" y="2948166"/>
                  </a:lnTo>
                  <a:lnTo>
                    <a:pt x="486294" y="2936420"/>
                  </a:lnTo>
                  <a:lnTo>
                    <a:pt x="482576" y="2924674"/>
                  </a:lnTo>
                  <a:lnTo>
                    <a:pt x="478717" y="2912929"/>
                  </a:lnTo>
                  <a:lnTo>
                    <a:pt x="474591" y="2901183"/>
                  </a:lnTo>
                  <a:lnTo>
                    <a:pt x="470375" y="2889437"/>
                  </a:lnTo>
                  <a:lnTo>
                    <a:pt x="465925" y="2877692"/>
                  </a:lnTo>
                  <a:lnTo>
                    <a:pt x="461349" y="2865946"/>
                  </a:lnTo>
                  <a:lnTo>
                    <a:pt x="456636" y="2854200"/>
                  </a:lnTo>
                  <a:lnTo>
                    <a:pt x="451735" y="2842455"/>
                  </a:lnTo>
                  <a:lnTo>
                    <a:pt x="446763" y="2830709"/>
                  </a:lnTo>
                  <a:lnTo>
                    <a:pt x="441595" y="2818963"/>
                  </a:lnTo>
                  <a:lnTo>
                    <a:pt x="436352" y="2807218"/>
                  </a:lnTo>
                  <a:lnTo>
                    <a:pt x="430993" y="2795472"/>
                  </a:lnTo>
                  <a:lnTo>
                    <a:pt x="425519" y="2783726"/>
                  </a:lnTo>
                  <a:lnTo>
                    <a:pt x="419994" y="2771981"/>
                  </a:lnTo>
                  <a:lnTo>
                    <a:pt x="414330" y="2760235"/>
                  </a:lnTo>
                  <a:lnTo>
                    <a:pt x="408631" y="2748489"/>
                  </a:lnTo>
                  <a:lnTo>
                    <a:pt x="402853" y="2736744"/>
                  </a:lnTo>
                  <a:lnTo>
                    <a:pt x="397022" y="2724998"/>
                  </a:lnTo>
                  <a:lnTo>
                    <a:pt x="391158" y="2713252"/>
                  </a:lnTo>
                  <a:lnTo>
                    <a:pt x="385239" y="2701506"/>
                  </a:lnTo>
                  <a:lnTo>
                    <a:pt x="379308" y="2689761"/>
                  </a:lnTo>
                  <a:lnTo>
                    <a:pt x="373351" y="2678015"/>
                  </a:lnTo>
                  <a:lnTo>
                    <a:pt x="367392" y="2666269"/>
                  </a:lnTo>
                  <a:lnTo>
                    <a:pt x="361430" y="2654524"/>
                  </a:lnTo>
                  <a:lnTo>
                    <a:pt x="355486" y="2642778"/>
                  </a:lnTo>
                  <a:lnTo>
                    <a:pt x="349553" y="2631032"/>
                  </a:lnTo>
                  <a:lnTo>
                    <a:pt x="343661" y="2619287"/>
                  </a:lnTo>
                  <a:lnTo>
                    <a:pt x="337803" y="2607541"/>
                  </a:lnTo>
                  <a:lnTo>
                    <a:pt x="331987" y="2595795"/>
                  </a:lnTo>
                  <a:lnTo>
                    <a:pt x="326248" y="2584050"/>
                  </a:lnTo>
                  <a:lnTo>
                    <a:pt x="320540" y="2572304"/>
                  </a:lnTo>
                  <a:lnTo>
                    <a:pt x="314955" y="2560558"/>
                  </a:lnTo>
                  <a:lnTo>
                    <a:pt x="309423" y="2548813"/>
                  </a:lnTo>
                  <a:lnTo>
                    <a:pt x="303991" y="2537067"/>
                  </a:lnTo>
                  <a:lnTo>
                    <a:pt x="298676" y="2525321"/>
                  </a:lnTo>
                  <a:lnTo>
                    <a:pt x="293422" y="2513576"/>
                  </a:lnTo>
                  <a:lnTo>
                    <a:pt x="288364" y="2501830"/>
                  </a:lnTo>
                  <a:lnTo>
                    <a:pt x="283373" y="2490084"/>
                  </a:lnTo>
                  <a:lnTo>
                    <a:pt x="278547" y="2478339"/>
                  </a:lnTo>
                  <a:lnTo>
                    <a:pt x="273864" y="2466593"/>
                  </a:lnTo>
                  <a:lnTo>
                    <a:pt x="269286" y="2454847"/>
                  </a:lnTo>
                  <a:lnTo>
                    <a:pt x="264946" y="2443101"/>
                  </a:lnTo>
                  <a:lnTo>
                    <a:pt x="260691" y="2431356"/>
                  </a:lnTo>
                  <a:lnTo>
                    <a:pt x="256674" y="2419610"/>
                  </a:lnTo>
                  <a:lnTo>
                    <a:pt x="252807" y="2407864"/>
                  </a:lnTo>
                  <a:lnTo>
                    <a:pt x="249099" y="2396119"/>
                  </a:lnTo>
                  <a:lnTo>
                    <a:pt x="245651" y="2384373"/>
                  </a:lnTo>
                  <a:lnTo>
                    <a:pt x="242304" y="2372627"/>
                  </a:lnTo>
                  <a:lnTo>
                    <a:pt x="239268" y="2360882"/>
                  </a:lnTo>
                  <a:lnTo>
                    <a:pt x="236378" y="2349136"/>
                  </a:lnTo>
                  <a:lnTo>
                    <a:pt x="233703" y="2337390"/>
                  </a:lnTo>
                  <a:lnTo>
                    <a:pt x="231293" y="2325645"/>
                  </a:lnTo>
                  <a:lnTo>
                    <a:pt x="228997" y="2313899"/>
                  </a:lnTo>
                  <a:lnTo>
                    <a:pt x="227086" y="2302153"/>
                  </a:lnTo>
                  <a:lnTo>
                    <a:pt x="225301" y="2290408"/>
                  </a:lnTo>
                  <a:lnTo>
                    <a:pt x="223790" y="2278662"/>
                  </a:lnTo>
                  <a:lnTo>
                    <a:pt x="222533" y="2266916"/>
                  </a:lnTo>
                  <a:lnTo>
                    <a:pt x="221433" y="2255171"/>
                  </a:lnTo>
                  <a:lnTo>
                    <a:pt x="220720" y="2243425"/>
                  </a:lnTo>
                  <a:lnTo>
                    <a:pt x="220138" y="2231679"/>
                  </a:lnTo>
                  <a:lnTo>
                    <a:pt x="219885" y="2219933"/>
                  </a:lnTo>
                  <a:lnTo>
                    <a:pt x="219864" y="2208188"/>
                  </a:lnTo>
                  <a:lnTo>
                    <a:pt x="220046" y="2196442"/>
                  </a:lnTo>
                  <a:lnTo>
                    <a:pt x="220596" y="2184696"/>
                  </a:lnTo>
                  <a:lnTo>
                    <a:pt x="221280" y="2172951"/>
                  </a:lnTo>
                  <a:lnTo>
                    <a:pt x="222344" y="2161205"/>
                  </a:lnTo>
                  <a:lnTo>
                    <a:pt x="223608" y="2149459"/>
                  </a:lnTo>
                  <a:lnTo>
                    <a:pt x="225118" y="2137714"/>
                  </a:lnTo>
                  <a:lnTo>
                    <a:pt x="226964" y="2125968"/>
                  </a:lnTo>
                  <a:lnTo>
                    <a:pt x="228946" y="2114222"/>
                  </a:lnTo>
                  <a:lnTo>
                    <a:pt x="231350" y="2102477"/>
                  </a:lnTo>
                  <a:lnTo>
                    <a:pt x="233915" y="2090731"/>
                  </a:lnTo>
                  <a:lnTo>
                    <a:pt x="236764" y="2078985"/>
                  </a:lnTo>
                  <a:lnTo>
                    <a:pt x="239909" y="2067240"/>
                  </a:lnTo>
                  <a:lnTo>
                    <a:pt x="243202" y="2055494"/>
                  </a:lnTo>
                  <a:lnTo>
                    <a:pt x="246922" y="2043748"/>
                  </a:lnTo>
                  <a:lnTo>
                    <a:pt x="250774" y="2032003"/>
                  </a:lnTo>
                  <a:lnTo>
                    <a:pt x="254942" y="2020257"/>
                  </a:lnTo>
                  <a:lnTo>
                    <a:pt x="259359" y="2008511"/>
                  </a:lnTo>
                  <a:lnTo>
                    <a:pt x="263956" y="1996766"/>
                  </a:lnTo>
                  <a:lnTo>
                    <a:pt x="268927" y="1985020"/>
                  </a:lnTo>
                  <a:lnTo>
                    <a:pt x="274025" y="1973274"/>
                  </a:lnTo>
                  <a:lnTo>
                    <a:pt x="279460" y="1961528"/>
                  </a:lnTo>
                  <a:lnTo>
                    <a:pt x="285095" y="1949783"/>
                  </a:lnTo>
                  <a:lnTo>
                    <a:pt x="290936" y="1938037"/>
                  </a:lnTo>
                  <a:lnTo>
                    <a:pt x="297093" y="1926291"/>
                  </a:lnTo>
                  <a:lnTo>
                    <a:pt x="303371" y="1914546"/>
                  </a:lnTo>
                  <a:lnTo>
                    <a:pt x="309995" y="1902800"/>
                  </a:lnTo>
                  <a:lnTo>
                    <a:pt x="316772" y="1891054"/>
                  </a:lnTo>
                  <a:lnTo>
                    <a:pt x="323771" y="1879309"/>
                  </a:lnTo>
                  <a:lnTo>
                    <a:pt x="331029" y="1867563"/>
                  </a:lnTo>
                  <a:lnTo>
                    <a:pt x="338397" y="1855817"/>
                  </a:lnTo>
                  <a:lnTo>
                    <a:pt x="346110" y="1844072"/>
                  </a:lnTo>
                  <a:lnTo>
                    <a:pt x="353932" y="1832326"/>
                  </a:lnTo>
                  <a:lnTo>
                    <a:pt x="361982" y="1820580"/>
                  </a:lnTo>
                  <a:lnTo>
                    <a:pt x="370235" y="1808835"/>
                  </a:lnTo>
                  <a:lnTo>
                    <a:pt x="378609" y="1797089"/>
                  </a:lnTo>
                  <a:lnTo>
                    <a:pt x="387271" y="1785343"/>
                  </a:lnTo>
                  <a:lnTo>
                    <a:pt x="396023" y="1773598"/>
                  </a:lnTo>
                  <a:lnTo>
                    <a:pt x="405000" y="1761852"/>
                  </a:lnTo>
                  <a:lnTo>
                    <a:pt x="414127" y="1750106"/>
                  </a:lnTo>
                  <a:lnTo>
                    <a:pt x="423382" y="1738361"/>
                  </a:lnTo>
                  <a:lnTo>
                    <a:pt x="432860" y="1726615"/>
                  </a:lnTo>
                  <a:lnTo>
                    <a:pt x="442414" y="1714869"/>
                  </a:lnTo>
                  <a:lnTo>
                    <a:pt x="452178" y="1703123"/>
                  </a:lnTo>
                  <a:lnTo>
                    <a:pt x="462047" y="1691378"/>
                  </a:lnTo>
                  <a:lnTo>
                    <a:pt x="472041" y="1679632"/>
                  </a:lnTo>
                  <a:lnTo>
                    <a:pt x="482196" y="1667886"/>
                  </a:lnTo>
                  <a:lnTo>
                    <a:pt x="492414" y="1656141"/>
                  </a:lnTo>
                  <a:lnTo>
                    <a:pt x="502816" y="1644395"/>
                  </a:lnTo>
                  <a:lnTo>
                    <a:pt x="513283" y="1632649"/>
                  </a:lnTo>
                  <a:lnTo>
                    <a:pt x="523862" y="1620904"/>
                  </a:lnTo>
                  <a:lnTo>
                    <a:pt x="534549" y="1609158"/>
                  </a:lnTo>
                  <a:lnTo>
                    <a:pt x="545289" y="1597412"/>
                  </a:lnTo>
                  <a:lnTo>
                    <a:pt x="556167" y="1585667"/>
                  </a:lnTo>
                  <a:lnTo>
                    <a:pt x="567084" y="1573921"/>
                  </a:lnTo>
                  <a:lnTo>
                    <a:pt x="578089" y="1562175"/>
                  </a:lnTo>
                  <a:lnTo>
                    <a:pt x="589157" y="1550430"/>
                  </a:lnTo>
                  <a:lnTo>
                    <a:pt x="600269" y="1538684"/>
                  </a:lnTo>
                  <a:lnTo>
                    <a:pt x="611460" y="1526938"/>
                  </a:lnTo>
                  <a:lnTo>
                    <a:pt x="622673" y="1515193"/>
                  </a:lnTo>
                  <a:lnTo>
                    <a:pt x="633943" y="1503447"/>
                  </a:lnTo>
                  <a:lnTo>
                    <a:pt x="645239" y="1491701"/>
                  </a:lnTo>
                  <a:lnTo>
                    <a:pt x="656561" y="1479955"/>
                  </a:lnTo>
                  <a:lnTo>
                    <a:pt x="667911" y="1468210"/>
                  </a:lnTo>
                  <a:lnTo>
                    <a:pt x="679269" y="1456464"/>
                  </a:lnTo>
                  <a:lnTo>
                    <a:pt x="690641" y="1444718"/>
                  </a:lnTo>
                  <a:lnTo>
                    <a:pt x="702014" y="1432973"/>
                  </a:lnTo>
                  <a:lnTo>
                    <a:pt x="713385" y="1421227"/>
                  </a:lnTo>
                  <a:lnTo>
                    <a:pt x="724744" y="1409481"/>
                  </a:lnTo>
                  <a:lnTo>
                    <a:pt x="736096" y="1397736"/>
                  </a:lnTo>
                  <a:lnTo>
                    <a:pt x="747415" y="1385990"/>
                  </a:lnTo>
                  <a:lnTo>
                    <a:pt x="758716" y="1374244"/>
                  </a:lnTo>
                  <a:lnTo>
                    <a:pt x="769982" y="1362499"/>
                  </a:lnTo>
                  <a:lnTo>
                    <a:pt x="781205" y="1350753"/>
                  </a:lnTo>
                  <a:lnTo>
                    <a:pt x="792404" y="1339007"/>
                  </a:lnTo>
                  <a:lnTo>
                    <a:pt x="803523" y="1327262"/>
                  </a:lnTo>
                  <a:lnTo>
                    <a:pt x="814614" y="1315516"/>
                  </a:lnTo>
                  <a:lnTo>
                    <a:pt x="825629" y="1303770"/>
                  </a:lnTo>
                  <a:lnTo>
                    <a:pt x="836582" y="1292025"/>
                  </a:lnTo>
                  <a:lnTo>
                    <a:pt x="847483" y="1280279"/>
                  </a:lnTo>
                  <a:lnTo>
                    <a:pt x="858275" y="1268533"/>
                  </a:lnTo>
                  <a:lnTo>
                    <a:pt x="869026" y="1256788"/>
                  </a:lnTo>
                  <a:lnTo>
                    <a:pt x="879657" y="1245042"/>
                  </a:lnTo>
                  <a:lnTo>
                    <a:pt x="890217" y="1233296"/>
                  </a:lnTo>
                  <a:lnTo>
                    <a:pt x="900693" y="1221550"/>
                  </a:lnTo>
                  <a:lnTo>
                    <a:pt x="911041" y="1209805"/>
                  </a:lnTo>
                  <a:lnTo>
                    <a:pt x="921338" y="1198059"/>
                  </a:lnTo>
                  <a:lnTo>
                    <a:pt x="931468" y="1186313"/>
                  </a:lnTo>
                  <a:lnTo>
                    <a:pt x="941526" y="1174568"/>
                  </a:lnTo>
                  <a:lnTo>
                    <a:pt x="951466" y="1162822"/>
                  </a:lnTo>
                  <a:lnTo>
                    <a:pt x="961271" y="1151076"/>
                  </a:lnTo>
                  <a:lnTo>
                    <a:pt x="971010" y="1139331"/>
                  </a:lnTo>
                  <a:lnTo>
                    <a:pt x="980544" y="1127585"/>
                  </a:lnTo>
                  <a:lnTo>
                    <a:pt x="990012" y="1115839"/>
                  </a:lnTo>
                  <a:lnTo>
                    <a:pt x="999324" y="1104094"/>
                  </a:lnTo>
                  <a:lnTo>
                    <a:pt x="1008502" y="1092348"/>
                  </a:lnTo>
                  <a:lnTo>
                    <a:pt x="1017588" y="1080602"/>
                  </a:lnTo>
                  <a:lnTo>
                    <a:pt x="1026465" y="1068857"/>
                  </a:lnTo>
                  <a:lnTo>
                    <a:pt x="1035269" y="1057111"/>
                  </a:lnTo>
                  <a:lnTo>
                    <a:pt x="1043883" y="1045365"/>
                  </a:lnTo>
                  <a:lnTo>
                    <a:pt x="1052373" y="1033620"/>
                  </a:lnTo>
                  <a:lnTo>
                    <a:pt x="1060742" y="1021874"/>
                  </a:lnTo>
                  <a:lnTo>
                    <a:pt x="1068909" y="1010128"/>
                  </a:lnTo>
                  <a:lnTo>
                    <a:pt x="1076999" y="998383"/>
                  </a:lnTo>
                  <a:lnTo>
                    <a:pt x="1084866" y="986637"/>
                  </a:lnTo>
                  <a:lnTo>
                    <a:pt x="1092626" y="974891"/>
                  </a:lnTo>
                  <a:lnTo>
                    <a:pt x="1100236" y="963145"/>
                  </a:lnTo>
                  <a:lnTo>
                    <a:pt x="1107660" y="951400"/>
                  </a:lnTo>
                  <a:lnTo>
                    <a:pt x="1115005" y="939654"/>
                  </a:lnTo>
                  <a:lnTo>
                    <a:pt x="1122099" y="927908"/>
                  </a:lnTo>
                  <a:lnTo>
                    <a:pt x="1129105" y="916163"/>
                  </a:lnTo>
                  <a:lnTo>
                    <a:pt x="1135939" y="904417"/>
                  </a:lnTo>
                  <a:lnTo>
                    <a:pt x="1142606" y="892671"/>
                  </a:lnTo>
                  <a:lnTo>
                    <a:pt x="1149179" y="880926"/>
                  </a:lnTo>
                  <a:lnTo>
                    <a:pt x="1155508" y="869180"/>
                  </a:lnTo>
                  <a:lnTo>
                    <a:pt x="1161759" y="857434"/>
                  </a:lnTo>
                  <a:lnTo>
                    <a:pt x="1167815" y="845689"/>
                  </a:lnTo>
                  <a:lnTo>
                    <a:pt x="1173731" y="833943"/>
                  </a:lnTo>
                  <a:lnTo>
                    <a:pt x="1179532" y="822197"/>
                  </a:lnTo>
                  <a:lnTo>
                    <a:pt x="1185117" y="810452"/>
                  </a:lnTo>
                  <a:lnTo>
                    <a:pt x="1190625" y="798706"/>
                  </a:lnTo>
                  <a:lnTo>
                    <a:pt x="1195924" y="786960"/>
                  </a:lnTo>
                  <a:lnTo>
                    <a:pt x="1201109" y="775215"/>
                  </a:lnTo>
                  <a:lnTo>
                    <a:pt x="1206162" y="763469"/>
                  </a:lnTo>
                  <a:lnTo>
                    <a:pt x="1211030" y="751723"/>
                  </a:lnTo>
                  <a:lnTo>
                    <a:pt x="1215825" y="739977"/>
                  </a:lnTo>
                  <a:lnTo>
                    <a:pt x="1220402" y="728232"/>
                  </a:lnTo>
                  <a:lnTo>
                    <a:pt x="1224890" y="716486"/>
                  </a:lnTo>
                  <a:lnTo>
                    <a:pt x="1229236" y="704740"/>
                  </a:lnTo>
                  <a:lnTo>
                    <a:pt x="1233427" y="692995"/>
                  </a:lnTo>
                  <a:lnTo>
                    <a:pt x="1237548" y="681249"/>
                  </a:lnTo>
                  <a:lnTo>
                    <a:pt x="1241451" y="669503"/>
                  </a:lnTo>
                  <a:lnTo>
                    <a:pt x="1245289" y="657758"/>
                  </a:lnTo>
                  <a:lnTo>
                    <a:pt x="1248978" y="646012"/>
                  </a:lnTo>
                  <a:lnTo>
                    <a:pt x="1252542" y="634266"/>
                  </a:lnTo>
                  <a:lnTo>
                    <a:pt x="1256024" y="622521"/>
                  </a:lnTo>
                  <a:lnTo>
                    <a:pt x="1259325" y="610775"/>
                  </a:lnTo>
                  <a:lnTo>
                    <a:pt x="1262566" y="599029"/>
                  </a:lnTo>
                  <a:lnTo>
                    <a:pt x="1265655" y="587284"/>
                  </a:lnTo>
                  <a:lnTo>
                    <a:pt x="1268649" y="575538"/>
                  </a:lnTo>
                  <a:lnTo>
                    <a:pt x="1271553" y="563792"/>
                  </a:lnTo>
                  <a:lnTo>
                    <a:pt x="1274310" y="552047"/>
                  </a:lnTo>
                  <a:lnTo>
                    <a:pt x="1277014" y="540301"/>
                  </a:lnTo>
                  <a:lnTo>
                    <a:pt x="1279567" y="528555"/>
                  </a:lnTo>
                  <a:lnTo>
                    <a:pt x="1282051" y="516810"/>
                  </a:lnTo>
                  <a:lnTo>
                    <a:pt x="1284440" y="505064"/>
                  </a:lnTo>
                  <a:lnTo>
                    <a:pt x="1286715" y="493318"/>
                  </a:lnTo>
                  <a:lnTo>
                    <a:pt x="1288942" y="481572"/>
                  </a:lnTo>
                  <a:lnTo>
                    <a:pt x="1291025" y="469827"/>
                  </a:lnTo>
                  <a:lnTo>
                    <a:pt x="1293059" y="458081"/>
                  </a:lnTo>
                  <a:lnTo>
                    <a:pt x="1294999" y="446335"/>
                  </a:lnTo>
                  <a:lnTo>
                    <a:pt x="1296852" y="434590"/>
                  </a:lnTo>
                  <a:lnTo>
                    <a:pt x="1298657" y="422844"/>
                  </a:lnTo>
                  <a:lnTo>
                    <a:pt x="1300340" y="411098"/>
                  </a:lnTo>
                  <a:lnTo>
                    <a:pt x="1301986" y="399353"/>
                  </a:lnTo>
                  <a:lnTo>
                    <a:pt x="1303541" y="387607"/>
                  </a:lnTo>
                  <a:lnTo>
                    <a:pt x="1305032" y="375861"/>
                  </a:lnTo>
                  <a:lnTo>
                    <a:pt x="1306472" y="364116"/>
                  </a:lnTo>
                  <a:lnTo>
                    <a:pt x="1307818" y="352370"/>
                  </a:lnTo>
                  <a:lnTo>
                    <a:pt x="1309132" y="340624"/>
                  </a:lnTo>
                  <a:lnTo>
                    <a:pt x="1310362" y="328879"/>
                  </a:lnTo>
                  <a:lnTo>
                    <a:pt x="1311546" y="317133"/>
                  </a:lnTo>
                  <a:lnTo>
                    <a:pt x="1312680" y="305387"/>
                  </a:lnTo>
                  <a:lnTo>
                    <a:pt x="1313744" y="293642"/>
                  </a:lnTo>
                  <a:lnTo>
                    <a:pt x="1314780" y="281896"/>
                  </a:lnTo>
                  <a:lnTo>
                    <a:pt x="1315740" y="270150"/>
                  </a:lnTo>
                  <a:lnTo>
                    <a:pt x="1316669" y="258405"/>
                  </a:lnTo>
                  <a:lnTo>
                    <a:pt x="1317549" y="246659"/>
                  </a:lnTo>
                  <a:lnTo>
                    <a:pt x="1318379" y="234913"/>
                  </a:lnTo>
                  <a:lnTo>
                    <a:pt x="1319186" y="223167"/>
                  </a:lnTo>
                  <a:lnTo>
                    <a:pt x="1319925" y="211422"/>
                  </a:lnTo>
                  <a:lnTo>
                    <a:pt x="1320644" y="199676"/>
                  </a:lnTo>
                  <a:lnTo>
                    <a:pt x="1321319" y="187930"/>
                  </a:lnTo>
                  <a:lnTo>
                    <a:pt x="1321958" y="176185"/>
                  </a:lnTo>
                  <a:lnTo>
                    <a:pt x="1322574" y="164439"/>
                  </a:lnTo>
                  <a:lnTo>
                    <a:pt x="1323140" y="152693"/>
                  </a:lnTo>
                  <a:lnTo>
                    <a:pt x="1323690" y="140948"/>
                  </a:lnTo>
                  <a:lnTo>
                    <a:pt x="1324201" y="129202"/>
                  </a:lnTo>
                  <a:lnTo>
                    <a:pt x="1324687" y="117456"/>
                  </a:lnTo>
                  <a:lnTo>
                    <a:pt x="1325151" y="105711"/>
                  </a:lnTo>
                  <a:lnTo>
                    <a:pt x="1325579" y="93965"/>
                  </a:lnTo>
                  <a:lnTo>
                    <a:pt x="1325994" y="82219"/>
                  </a:lnTo>
                  <a:lnTo>
                    <a:pt x="1326375" y="70474"/>
                  </a:lnTo>
                  <a:lnTo>
                    <a:pt x="1326740" y="58728"/>
                  </a:lnTo>
                  <a:lnTo>
                    <a:pt x="1327084" y="46982"/>
                  </a:lnTo>
                  <a:lnTo>
                    <a:pt x="1327404" y="35237"/>
                  </a:lnTo>
                  <a:lnTo>
                    <a:pt x="1327714" y="23491"/>
                  </a:lnTo>
                  <a:lnTo>
                    <a:pt x="1327994" y="11745"/>
                  </a:lnTo>
                  <a:lnTo>
                    <a:pt x="1328265" y="0"/>
                  </a:lnTo>
                  <a:lnTo>
                    <a:pt x="1335806" y="0"/>
                  </a:lnTo>
                  <a:lnTo>
                    <a:pt x="1336077" y="11745"/>
                  </a:lnTo>
                  <a:lnTo>
                    <a:pt x="1336357" y="23491"/>
                  </a:lnTo>
                  <a:lnTo>
                    <a:pt x="1336667" y="35237"/>
                  </a:lnTo>
                  <a:lnTo>
                    <a:pt x="1336987" y="46982"/>
                  </a:lnTo>
                  <a:lnTo>
                    <a:pt x="1337331" y="58728"/>
                  </a:lnTo>
                  <a:lnTo>
                    <a:pt x="1337696" y="70474"/>
                  </a:lnTo>
                  <a:lnTo>
                    <a:pt x="1338077" y="82219"/>
                  </a:lnTo>
                  <a:lnTo>
                    <a:pt x="1338493" y="93965"/>
                  </a:lnTo>
                  <a:lnTo>
                    <a:pt x="1338921" y="105711"/>
                  </a:lnTo>
                  <a:lnTo>
                    <a:pt x="1339384" y="117456"/>
                  </a:lnTo>
                  <a:lnTo>
                    <a:pt x="1339870" y="129202"/>
                  </a:lnTo>
                  <a:lnTo>
                    <a:pt x="1340381" y="140948"/>
                  </a:lnTo>
                  <a:lnTo>
                    <a:pt x="1340931" y="152693"/>
                  </a:lnTo>
                  <a:lnTo>
                    <a:pt x="1341497" y="164439"/>
                  </a:lnTo>
                  <a:lnTo>
                    <a:pt x="1342113" y="176185"/>
                  </a:lnTo>
                  <a:lnTo>
                    <a:pt x="1342752" y="187930"/>
                  </a:lnTo>
                  <a:lnTo>
                    <a:pt x="1343427" y="199676"/>
                  </a:lnTo>
                  <a:lnTo>
                    <a:pt x="1344146" y="211422"/>
                  </a:lnTo>
                  <a:lnTo>
                    <a:pt x="1344885" y="223167"/>
                  </a:lnTo>
                  <a:lnTo>
                    <a:pt x="1345692" y="234913"/>
                  </a:lnTo>
                  <a:lnTo>
                    <a:pt x="1346522" y="246659"/>
                  </a:lnTo>
                  <a:lnTo>
                    <a:pt x="1347403" y="258405"/>
                  </a:lnTo>
                  <a:lnTo>
                    <a:pt x="1348331" y="270150"/>
                  </a:lnTo>
                  <a:lnTo>
                    <a:pt x="1349291" y="281896"/>
                  </a:lnTo>
                  <a:lnTo>
                    <a:pt x="1350328" y="293642"/>
                  </a:lnTo>
                  <a:lnTo>
                    <a:pt x="1351391" y="305387"/>
                  </a:lnTo>
                  <a:lnTo>
                    <a:pt x="1352525" y="317133"/>
                  </a:lnTo>
                  <a:lnTo>
                    <a:pt x="1353709" y="328879"/>
                  </a:lnTo>
                  <a:lnTo>
                    <a:pt x="1354939" y="340624"/>
                  </a:lnTo>
                  <a:lnTo>
                    <a:pt x="1356253" y="352370"/>
                  </a:lnTo>
                  <a:lnTo>
                    <a:pt x="1357600" y="364116"/>
                  </a:lnTo>
                  <a:lnTo>
                    <a:pt x="1359040" y="375861"/>
                  </a:lnTo>
                  <a:lnTo>
                    <a:pt x="1360530" y="387607"/>
                  </a:lnTo>
                  <a:lnTo>
                    <a:pt x="1362085" y="399353"/>
                  </a:lnTo>
                  <a:lnTo>
                    <a:pt x="1363731" y="411098"/>
                  </a:lnTo>
                  <a:lnTo>
                    <a:pt x="1365414" y="422844"/>
                  </a:lnTo>
                  <a:lnTo>
                    <a:pt x="1367219" y="434590"/>
                  </a:lnTo>
                  <a:lnTo>
                    <a:pt x="1369072" y="446335"/>
                  </a:lnTo>
                  <a:lnTo>
                    <a:pt x="1371012" y="458081"/>
                  </a:lnTo>
                  <a:lnTo>
                    <a:pt x="1373047" y="469827"/>
                  </a:lnTo>
                  <a:lnTo>
                    <a:pt x="1375130" y="481572"/>
                  </a:lnTo>
                  <a:lnTo>
                    <a:pt x="1377357" y="493318"/>
                  </a:lnTo>
                  <a:lnTo>
                    <a:pt x="1379631" y="505064"/>
                  </a:lnTo>
                  <a:lnTo>
                    <a:pt x="1382021" y="516810"/>
                  </a:lnTo>
                  <a:lnTo>
                    <a:pt x="1384504" y="528555"/>
                  </a:lnTo>
                  <a:lnTo>
                    <a:pt x="1387057" y="540301"/>
                  </a:lnTo>
                  <a:lnTo>
                    <a:pt x="1389761" y="552047"/>
                  </a:lnTo>
                  <a:lnTo>
                    <a:pt x="1392518" y="563792"/>
                  </a:lnTo>
                  <a:lnTo>
                    <a:pt x="1395422" y="575538"/>
                  </a:lnTo>
                  <a:lnTo>
                    <a:pt x="1398416" y="587284"/>
                  </a:lnTo>
                  <a:lnTo>
                    <a:pt x="1401505" y="599029"/>
                  </a:lnTo>
                  <a:lnTo>
                    <a:pt x="1404746" y="610775"/>
                  </a:lnTo>
                  <a:lnTo>
                    <a:pt x="1408048" y="622521"/>
                  </a:lnTo>
                  <a:lnTo>
                    <a:pt x="1411529" y="634266"/>
                  </a:lnTo>
                  <a:lnTo>
                    <a:pt x="1415094" y="646012"/>
                  </a:lnTo>
                  <a:lnTo>
                    <a:pt x="1418782" y="657758"/>
                  </a:lnTo>
                  <a:lnTo>
                    <a:pt x="1422620" y="669503"/>
                  </a:lnTo>
                  <a:lnTo>
                    <a:pt x="1426523" y="681249"/>
                  </a:lnTo>
                  <a:lnTo>
                    <a:pt x="1430644" y="692995"/>
                  </a:lnTo>
                  <a:lnTo>
                    <a:pt x="1434835" y="704740"/>
                  </a:lnTo>
                  <a:lnTo>
                    <a:pt x="1439181" y="716486"/>
                  </a:lnTo>
                  <a:lnTo>
                    <a:pt x="1443669" y="728232"/>
                  </a:lnTo>
                  <a:lnTo>
                    <a:pt x="1448246" y="739977"/>
                  </a:lnTo>
                  <a:lnTo>
                    <a:pt x="1453041" y="751723"/>
                  </a:lnTo>
                  <a:lnTo>
                    <a:pt x="1457909" y="763469"/>
                  </a:lnTo>
                  <a:lnTo>
                    <a:pt x="1462963" y="775215"/>
                  </a:lnTo>
                  <a:lnTo>
                    <a:pt x="1468147" y="786960"/>
                  </a:lnTo>
                  <a:lnTo>
                    <a:pt x="1473446" y="798706"/>
                  </a:lnTo>
                  <a:lnTo>
                    <a:pt x="1478955" y="810452"/>
                  </a:lnTo>
                  <a:lnTo>
                    <a:pt x="1484539" y="822197"/>
                  </a:lnTo>
                  <a:lnTo>
                    <a:pt x="1490340" y="833943"/>
                  </a:lnTo>
                  <a:lnTo>
                    <a:pt x="1496256" y="845689"/>
                  </a:lnTo>
                  <a:lnTo>
                    <a:pt x="1502313" y="857434"/>
                  </a:lnTo>
                  <a:lnTo>
                    <a:pt x="1508563" y="869180"/>
                  </a:lnTo>
                  <a:lnTo>
                    <a:pt x="1514892" y="880926"/>
                  </a:lnTo>
                  <a:lnTo>
                    <a:pt x="1521465" y="892671"/>
                  </a:lnTo>
                  <a:lnTo>
                    <a:pt x="1528133" y="904417"/>
                  </a:lnTo>
                  <a:lnTo>
                    <a:pt x="1534966" y="916163"/>
                  </a:lnTo>
                  <a:lnTo>
                    <a:pt x="1541972" y="927908"/>
                  </a:lnTo>
                  <a:lnTo>
                    <a:pt x="1549066" y="939654"/>
                  </a:lnTo>
                  <a:lnTo>
                    <a:pt x="1556411" y="951400"/>
                  </a:lnTo>
                  <a:lnTo>
                    <a:pt x="1563835" y="963145"/>
                  </a:lnTo>
                  <a:lnTo>
                    <a:pt x="1571446" y="974891"/>
                  </a:lnTo>
                  <a:lnTo>
                    <a:pt x="1579205" y="986637"/>
                  </a:lnTo>
                  <a:lnTo>
                    <a:pt x="1587072" y="998383"/>
                  </a:lnTo>
                  <a:lnTo>
                    <a:pt x="1595162" y="1010128"/>
                  </a:lnTo>
                  <a:lnTo>
                    <a:pt x="1603329" y="1021874"/>
                  </a:lnTo>
                  <a:lnTo>
                    <a:pt x="1611698" y="1033620"/>
                  </a:lnTo>
                  <a:lnTo>
                    <a:pt x="1620188" y="1045365"/>
                  </a:lnTo>
                  <a:lnTo>
                    <a:pt x="1628802" y="1057111"/>
                  </a:lnTo>
                  <a:lnTo>
                    <a:pt x="1637606" y="1068857"/>
                  </a:lnTo>
                  <a:lnTo>
                    <a:pt x="1646483" y="1080602"/>
                  </a:lnTo>
                  <a:lnTo>
                    <a:pt x="1655569" y="1092348"/>
                  </a:lnTo>
                  <a:lnTo>
                    <a:pt x="1664747" y="1104094"/>
                  </a:lnTo>
                  <a:lnTo>
                    <a:pt x="1674060" y="1115839"/>
                  </a:lnTo>
                  <a:lnTo>
                    <a:pt x="1683527" y="1127585"/>
                  </a:lnTo>
                  <a:lnTo>
                    <a:pt x="1693061" y="1139331"/>
                  </a:lnTo>
                  <a:lnTo>
                    <a:pt x="1702801" y="1151076"/>
                  </a:lnTo>
                  <a:lnTo>
                    <a:pt x="1712605" y="1162822"/>
                  </a:lnTo>
                  <a:lnTo>
                    <a:pt x="1722545" y="1174568"/>
                  </a:lnTo>
                  <a:lnTo>
                    <a:pt x="1732604" y="1186313"/>
                  </a:lnTo>
                  <a:lnTo>
                    <a:pt x="1742733" y="1198059"/>
                  </a:lnTo>
                  <a:lnTo>
                    <a:pt x="1753030" y="1209805"/>
                  </a:lnTo>
                  <a:lnTo>
                    <a:pt x="1763378" y="1221550"/>
                  </a:lnTo>
                  <a:lnTo>
                    <a:pt x="1773854" y="1233296"/>
                  </a:lnTo>
                  <a:lnTo>
                    <a:pt x="1784414" y="1245042"/>
                  </a:lnTo>
                  <a:lnTo>
                    <a:pt x="1795045" y="1256788"/>
                  </a:lnTo>
                  <a:lnTo>
                    <a:pt x="1805796" y="1268533"/>
                  </a:lnTo>
                  <a:lnTo>
                    <a:pt x="1816588" y="1280279"/>
                  </a:lnTo>
                  <a:lnTo>
                    <a:pt x="1827489" y="1292025"/>
                  </a:lnTo>
                  <a:lnTo>
                    <a:pt x="1838442" y="1303770"/>
                  </a:lnTo>
                  <a:lnTo>
                    <a:pt x="1849457" y="1315516"/>
                  </a:lnTo>
                  <a:lnTo>
                    <a:pt x="1860548" y="1327262"/>
                  </a:lnTo>
                  <a:lnTo>
                    <a:pt x="1871668" y="1339007"/>
                  </a:lnTo>
                  <a:lnTo>
                    <a:pt x="1882866" y="1350753"/>
                  </a:lnTo>
                  <a:lnTo>
                    <a:pt x="1894089" y="1362499"/>
                  </a:lnTo>
                  <a:lnTo>
                    <a:pt x="1905355" y="1374244"/>
                  </a:lnTo>
                  <a:lnTo>
                    <a:pt x="1916657" y="1385990"/>
                  </a:lnTo>
                  <a:lnTo>
                    <a:pt x="1927975" y="1397736"/>
                  </a:lnTo>
                  <a:lnTo>
                    <a:pt x="1939327" y="1409481"/>
                  </a:lnTo>
                  <a:lnTo>
                    <a:pt x="1950686" y="1421227"/>
                  </a:lnTo>
                  <a:lnTo>
                    <a:pt x="1962058" y="1432973"/>
                  </a:lnTo>
                  <a:lnTo>
                    <a:pt x="1973430" y="1444718"/>
                  </a:lnTo>
                  <a:lnTo>
                    <a:pt x="1984803" y="1456464"/>
                  </a:lnTo>
                  <a:lnTo>
                    <a:pt x="1996161" y="1468210"/>
                  </a:lnTo>
                  <a:lnTo>
                    <a:pt x="2007510" y="1479955"/>
                  </a:lnTo>
                  <a:lnTo>
                    <a:pt x="2018832" y="1491701"/>
                  </a:lnTo>
                  <a:lnTo>
                    <a:pt x="2030128" y="1503447"/>
                  </a:lnTo>
                  <a:lnTo>
                    <a:pt x="2041398" y="1515193"/>
                  </a:lnTo>
                  <a:lnTo>
                    <a:pt x="2052612" y="1526938"/>
                  </a:lnTo>
                  <a:lnTo>
                    <a:pt x="2063802" y="1538684"/>
                  </a:lnTo>
                  <a:lnTo>
                    <a:pt x="2074914" y="1550430"/>
                  </a:lnTo>
                  <a:lnTo>
                    <a:pt x="2085982" y="1562175"/>
                  </a:lnTo>
                  <a:lnTo>
                    <a:pt x="2096988" y="1573921"/>
                  </a:lnTo>
                  <a:lnTo>
                    <a:pt x="2107904" y="1585667"/>
                  </a:lnTo>
                  <a:lnTo>
                    <a:pt x="2118782" y="1597412"/>
                  </a:lnTo>
                  <a:lnTo>
                    <a:pt x="2129522" y="1609158"/>
                  </a:lnTo>
                  <a:lnTo>
                    <a:pt x="2140209" y="1620904"/>
                  </a:lnTo>
                  <a:lnTo>
                    <a:pt x="2150788" y="1632649"/>
                  </a:lnTo>
                  <a:lnTo>
                    <a:pt x="2161255" y="1644395"/>
                  </a:lnTo>
                  <a:lnTo>
                    <a:pt x="2171657" y="1656141"/>
                  </a:lnTo>
                  <a:lnTo>
                    <a:pt x="2181875" y="1667886"/>
                  </a:lnTo>
                  <a:lnTo>
                    <a:pt x="2192030" y="1679632"/>
                  </a:lnTo>
                  <a:lnTo>
                    <a:pt x="2202024" y="1691378"/>
                  </a:lnTo>
                  <a:lnTo>
                    <a:pt x="2211893" y="1703123"/>
                  </a:lnTo>
                  <a:lnTo>
                    <a:pt x="2221657" y="1714869"/>
                  </a:lnTo>
                  <a:lnTo>
                    <a:pt x="2231212" y="1726615"/>
                  </a:lnTo>
                  <a:lnTo>
                    <a:pt x="2240689" y="1738361"/>
                  </a:lnTo>
                  <a:lnTo>
                    <a:pt x="2249944" y="1750106"/>
                  </a:lnTo>
                  <a:lnTo>
                    <a:pt x="2259071" y="1761852"/>
                  </a:lnTo>
                  <a:lnTo>
                    <a:pt x="2268048" y="1773598"/>
                  </a:lnTo>
                  <a:lnTo>
                    <a:pt x="2276800" y="1785343"/>
                  </a:lnTo>
                  <a:lnTo>
                    <a:pt x="2285462" y="1797089"/>
                  </a:lnTo>
                  <a:lnTo>
                    <a:pt x="2293836" y="1808835"/>
                  </a:lnTo>
                  <a:lnTo>
                    <a:pt x="2302089" y="1820580"/>
                  </a:lnTo>
                  <a:lnTo>
                    <a:pt x="2310139" y="1832326"/>
                  </a:lnTo>
                  <a:lnTo>
                    <a:pt x="2317961" y="1844072"/>
                  </a:lnTo>
                  <a:lnTo>
                    <a:pt x="2325674" y="1855817"/>
                  </a:lnTo>
                  <a:lnTo>
                    <a:pt x="2333042" y="1867563"/>
                  </a:lnTo>
                  <a:lnTo>
                    <a:pt x="2340300" y="1879309"/>
                  </a:lnTo>
                  <a:lnTo>
                    <a:pt x="2347299" y="1891054"/>
                  </a:lnTo>
                  <a:lnTo>
                    <a:pt x="2354076" y="1902800"/>
                  </a:lnTo>
                  <a:lnTo>
                    <a:pt x="2360700" y="1914546"/>
                  </a:lnTo>
                  <a:lnTo>
                    <a:pt x="2366978" y="1926291"/>
                  </a:lnTo>
                  <a:lnTo>
                    <a:pt x="2373135" y="1938037"/>
                  </a:lnTo>
                  <a:lnTo>
                    <a:pt x="2378976" y="1949783"/>
                  </a:lnTo>
                  <a:lnTo>
                    <a:pt x="2384612" y="1961528"/>
                  </a:lnTo>
                  <a:lnTo>
                    <a:pt x="2390046" y="1973274"/>
                  </a:lnTo>
                  <a:lnTo>
                    <a:pt x="2395144" y="1985020"/>
                  </a:lnTo>
                  <a:lnTo>
                    <a:pt x="2400115" y="1996766"/>
                  </a:lnTo>
                  <a:lnTo>
                    <a:pt x="2404713" y="2008511"/>
                  </a:lnTo>
                  <a:lnTo>
                    <a:pt x="2409129" y="2020257"/>
                  </a:lnTo>
                  <a:lnTo>
                    <a:pt x="2413297" y="2032003"/>
                  </a:lnTo>
                  <a:lnTo>
                    <a:pt x="2417150" y="2043748"/>
                  </a:lnTo>
                  <a:lnTo>
                    <a:pt x="2420869" y="2055494"/>
                  </a:lnTo>
                  <a:lnTo>
                    <a:pt x="2424162" y="2067240"/>
                  </a:lnTo>
                  <a:lnTo>
                    <a:pt x="2427307" y="2078985"/>
                  </a:lnTo>
                  <a:lnTo>
                    <a:pt x="2430157" y="2090731"/>
                  </a:lnTo>
                  <a:lnTo>
                    <a:pt x="2432721" y="2102477"/>
                  </a:lnTo>
                  <a:lnTo>
                    <a:pt x="2435125" y="2114222"/>
                  </a:lnTo>
                  <a:lnTo>
                    <a:pt x="2437108" y="2125968"/>
                  </a:lnTo>
                  <a:lnTo>
                    <a:pt x="2438954" y="2137714"/>
                  </a:lnTo>
                  <a:lnTo>
                    <a:pt x="2440464" y="2149459"/>
                  </a:lnTo>
                  <a:lnTo>
                    <a:pt x="2441727" y="2161205"/>
                  </a:lnTo>
                  <a:lnTo>
                    <a:pt x="2442791" y="2172951"/>
                  </a:lnTo>
                  <a:lnTo>
                    <a:pt x="2443476" y="2184696"/>
                  </a:lnTo>
                  <a:lnTo>
                    <a:pt x="2444025" y="2196442"/>
                  </a:lnTo>
                  <a:lnTo>
                    <a:pt x="2444207" y="2208188"/>
                  </a:lnTo>
                  <a:lnTo>
                    <a:pt x="2444186" y="2219933"/>
                  </a:lnTo>
                  <a:lnTo>
                    <a:pt x="2443933" y="2231679"/>
                  </a:lnTo>
                  <a:lnTo>
                    <a:pt x="2443351" y="2243425"/>
                  </a:lnTo>
                  <a:lnTo>
                    <a:pt x="2442638" y="2255171"/>
                  </a:lnTo>
                  <a:lnTo>
                    <a:pt x="2441538" y="2266916"/>
                  </a:lnTo>
                  <a:lnTo>
                    <a:pt x="2440281" y="2278662"/>
                  </a:lnTo>
                  <a:lnTo>
                    <a:pt x="2438770" y="2290408"/>
                  </a:lnTo>
                  <a:lnTo>
                    <a:pt x="2436985" y="2302153"/>
                  </a:lnTo>
                  <a:lnTo>
                    <a:pt x="2435074" y="2313899"/>
                  </a:lnTo>
                  <a:lnTo>
                    <a:pt x="2432778" y="2325645"/>
                  </a:lnTo>
                  <a:lnTo>
                    <a:pt x="2430368" y="2337390"/>
                  </a:lnTo>
                  <a:lnTo>
                    <a:pt x="2427694" y="2349136"/>
                  </a:lnTo>
                  <a:lnTo>
                    <a:pt x="2424803" y="2360882"/>
                  </a:lnTo>
                  <a:lnTo>
                    <a:pt x="2421768" y="2372627"/>
                  </a:lnTo>
                  <a:lnTo>
                    <a:pt x="2418421" y="2384373"/>
                  </a:lnTo>
                  <a:lnTo>
                    <a:pt x="2414972" y="2396119"/>
                  </a:lnTo>
                  <a:lnTo>
                    <a:pt x="2411264" y="2407864"/>
                  </a:lnTo>
                  <a:lnTo>
                    <a:pt x="2407398" y="2419610"/>
                  </a:lnTo>
                  <a:lnTo>
                    <a:pt x="2403380" y="2431356"/>
                  </a:lnTo>
                  <a:lnTo>
                    <a:pt x="2399125" y="2443101"/>
                  </a:lnTo>
                  <a:lnTo>
                    <a:pt x="2394785" y="2454847"/>
                  </a:lnTo>
                  <a:lnTo>
                    <a:pt x="2390207" y="2466593"/>
                  </a:lnTo>
                  <a:lnTo>
                    <a:pt x="2385524" y="2478339"/>
                  </a:lnTo>
                  <a:lnTo>
                    <a:pt x="2380698" y="2490084"/>
                  </a:lnTo>
                  <a:lnTo>
                    <a:pt x="2375708" y="2501830"/>
                  </a:lnTo>
                  <a:lnTo>
                    <a:pt x="2370649" y="2513576"/>
                  </a:lnTo>
                  <a:lnTo>
                    <a:pt x="2365395" y="2525321"/>
                  </a:lnTo>
                  <a:lnTo>
                    <a:pt x="2360080" y="2537067"/>
                  </a:lnTo>
                  <a:lnTo>
                    <a:pt x="2354648" y="2548813"/>
                  </a:lnTo>
                  <a:lnTo>
                    <a:pt x="2349117" y="2560558"/>
                  </a:lnTo>
                  <a:lnTo>
                    <a:pt x="2343531" y="2572304"/>
                  </a:lnTo>
                  <a:lnTo>
                    <a:pt x="2337824" y="2584050"/>
                  </a:lnTo>
                  <a:lnTo>
                    <a:pt x="2332084" y="2595795"/>
                  </a:lnTo>
                  <a:lnTo>
                    <a:pt x="2326268" y="2607541"/>
                  </a:lnTo>
                  <a:lnTo>
                    <a:pt x="2320410" y="2619287"/>
                  </a:lnTo>
                  <a:lnTo>
                    <a:pt x="2314518" y="2631032"/>
                  </a:lnTo>
                  <a:lnTo>
                    <a:pt x="2308585" y="2642778"/>
                  </a:lnTo>
                  <a:lnTo>
                    <a:pt x="2302641" y="2654524"/>
                  </a:lnTo>
                  <a:lnTo>
                    <a:pt x="2296679" y="2666269"/>
                  </a:lnTo>
                  <a:lnTo>
                    <a:pt x="2290720" y="2678015"/>
                  </a:lnTo>
                  <a:lnTo>
                    <a:pt x="2284763" y="2689761"/>
                  </a:lnTo>
                  <a:lnTo>
                    <a:pt x="2278832" y="2701506"/>
                  </a:lnTo>
                  <a:lnTo>
                    <a:pt x="2272913" y="2713252"/>
                  </a:lnTo>
                  <a:lnTo>
                    <a:pt x="2267049" y="2724998"/>
                  </a:lnTo>
                  <a:lnTo>
                    <a:pt x="2261218" y="2736744"/>
                  </a:lnTo>
                  <a:lnTo>
                    <a:pt x="2255441" y="2748489"/>
                  </a:lnTo>
                  <a:lnTo>
                    <a:pt x="2249742" y="2760235"/>
                  </a:lnTo>
                  <a:lnTo>
                    <a:pt x="2244077" y="2771981"/>
                  </a:lnTo>
                  <a:lnTo>
                    <a:pt x="2238553" y="2783726"/>
                  </a:lnTo>
                  <a:lnTo>
                    <a:pt x="2233078" y="2795472"/>
                  </a:lnTo>
                  <a:lnTo>
                    <a:pt x="2227719" y="2807218"/>
                  </a:lnTo>
                  <a:lnTo>
                    <a:pt x="2222476" y="2818963"/>
                  </a:lnTo>
                  <a:lnTo>
                    <a:pt x="2217308" y="2830709"/>
                  </a:lnTo>
                  <a:lnTo>
                    <a:pt x="2212336" y="2842455"/>
                  </a:lnTo>
                  <a:lnTo>
                    <a:pt x="2207435" y="2854200"/>
                  </a:lnTo>
                  <a:lnTo>
                    <a:pt x="2202723" y="2865946"/>
                  </a:lnTo>
                  <a:lnTo>
                    <a:pt x="2198146" y="2877692"/>
                  </a:lnTo>
                  <a:lnTo>
                    <a:pt x="2193696" y="2889437"/>
                  </a:lnTo>
                  <a:lnTo>
                    <a:pt x="2189480" y="2901183"/>
                  </a:lnTo>
                  <a:lnTo>
                    <a:pt x="2185355" y="2912929"/>
                  </a:lnTo>
                  <a:lnTo>
                    <a:pt x="2181495" y="2924674"/>
                  </a:lnTo>
                  <a:lnTo>
                    <a:pt x="2177777" y="2936420"/>
                  </a:lnTo>
                  <a:lnTo>
                    <a:pt x="2174244" y="2948166"/>
                  </a:lnTo>
                  <a:lnTo>
                    <a:pt x="2170966" y="2959911"/>
                  </a:lnTo>
                  <a:lnTo>
                    <a:pt x="2167795" y="2971657"/>
                  </a:lnTo>
                  <a:lnTo>
                    <a:pt x="2164971" y="2983403"/>
                  </a:lnTo>
                  <a:lnTo>
                    <a:pt x="2162279" y="2995149"/>
                  </a:lnTo>
                  <a:lnTo>
                    <a:pt x="2159835" y="3006894"/>
                  </a:lnTo>
                  <a:lnTo>
                    <a:pt x="2157649" y="3018640"/>
                  </a:lnTo>
                  <a:lnTo>
                    <a:pt x="2155601" y="3030386"/>
                  </a:lnTo>
                  <a:lnTo>
                    <a:pt x="2153945" y="3042131"/>
                  </a:lnTo>
                  <a:lnTo>
                    <a:pt x="2152417" y="3053877"/>
                  </a:lnTo>
                  <a:lnTo>
                    <a:pt x="2151201" y="3065623"/>
                  </a:lnTo>
                  <a:lnTo>
                    <a:pt x="2150231" y="3077368"/>
                  </a:lnTo>
                  <a:lnTo>
                    <a:pt x="2149449" y="3089114"/>
                  </a:lnTo>
                  <a:lnTo>
                    <a:pt x="2149054" y="3100860"/>
                  </a:lnTo>
                  <a:lnTo>
                    <a:pt x="2148795" y="3112605"/>
                  </a:lnTo>
                  <a:lnTo>
                    <a:pt x="2148909" y="3124351"/>
                  </a:lnTo>
                  <a:lnTo>
                    <a:pt x="2149244" y="3136097"/>
                  </a:lnTo>
                  <a:lnTo>
                    <a:pt x="2149818" y="3147842"/>
                  </a:lnTo>
                  <a:lnTo>
                    <a:pt x="2150756" y="3159588"/>
                  </a:lnTo>
                  <a:lnTo>
                    <a:pt x="2151835" y="3171334"/>
                  </a:lnTo>
                  <a:lnTo>
                    <a:pt x="2153342" y="3183079"/>
                  </a:lnTo>
                  <a:lnTo>
                    <a:pt x="2155033" y="3194825"/>
                  </a:lnTo>
                  <a:lnTo>
                    <a:pt x="2157010" y="3206571"/>
                  </a:lnTo>
                  <a:lnTo>
                    <a:pt x="2159316" y="3218317"/>
                  </a:lnTo>
                  <a:lnTo>
                    <a:pt x="2161765" y="3230062"/>
                  </a:lnTo>
                  <a:lnTo>
                    <a:pt x="2164682" y="3241808"/>
                  </a:lnTo>
                  <a:lnTo>
                    <a:pt x="2167743" y="3253554"/>
                  </a:lnTo>
                  <a:lnTo>
                    <a:pt x="2171127" y="3265299"/>
                  </a:lnTo>
                  <a:lnTo>
                    <a:pt x="2174794" y="3277045"/>
                  </a:lnTo>
                  <a:lnTo>
                    <a:pt x="2178640" y="3288791"/>
                  </a:lnTo>
                  <a:lnTo>
                    <a:pt x="2182905" y="3300536"/>
                  </a:lnTo>
                  <a:lnTo>
                    <a:pt x="2187306" y="3312282"/>
                  </a:lnTo>
                  <a:lnTo>
                    <a:pt x="2192056" y="3324028"/>
                  </a:lnTo>
                  <a:lnTo>
                    <a:pt x="2197037" y="3335773"/>
                  </a:lnTo>
                  <a:lnTo>
                    <a:pt x="2202225" y="3347519"/>
                  </a:lnTo>
                  <a:lnTo>
                    <a:pt x="2207768" y="3359265"/>
                  </a:lnTo>
                  <a:lnTo>
                    <a:pt x="2213439" y="3371010"/>
                  </a:lnTo>
                  <a:lnTo>
                    <a:pt x="2219467" y="3382756"/>
                  </a:lnTo>
                  <a:lnTo>
                    <a:pt x="2225670" y="3394502"/>
                  </a:lnTo>
                  <a:lnTo>
                    <a:pt x="2232097" y="3406247"/>
                  </a:lnTo>
                  <a:lnTo>
                    <a:pt x="2238807" y="3417993"/>
                  </a:lnTo>
                  <a:lnTo>
                    <a:pt x="2245632" y="3429739"/>
                  </a:lnTo>
                  <a:lnTo>
                    <a:pt x="2252802" y="3441484"/>
                  </a:lnTo>
                  <a:lnTo>
                    <a:pt x="2260093" y="3453230"/>
                  </a:lnTo>
                  <a:lnTo>
                    <a:pt x="2267606" y="3464976"/>
                  </a:lnTo>
                  <a:lnTo>
                    <a:pt x="2275329" y="3476722"/>
                  </a:lnTo>
                  <a:lnTo>
                    <a:pt x="2283161" y="3488467"/>
                  </a:lnTo>
                  <a:lnTo>
                    <a:pt x="2291280" y="3500213"/>
                  </a:lnTo>
                  <a:lnTo>
                    <a:pt x="2299481" y="3511959"/>
                  </a:lnTo>
                  <a:lnTo>
                    <a:pt x="2307881" y="3523704"/>
                  </a:lnTo>
                  <a:lnTo>
                    <a:pt x="2316420" y="3535450"/>
                  </a:lnTo>
                  <a:lnTo>
                    <a:pt x="2325064" y="3547196"/>
                  </a:lnTo>
                  <a:lnTo>
                    <a:pt x="2333897" y="3558941"/>
                  </a:lnTo>
                  <a:lnTo>
                    <a:pt x="2342790" y="3570687"/>
                  </a:lnTo>
                  <a:lnTo>
                    <a:pt x="2351834" y="3582433"/>
                  </a:lnTo>
                  <a:lnTo>
                    <a:pt x="2360952" y="3594178"/>
                  </a:lnTo>
                  <a:lnTo>
                    <a:pt x="2370150" y="3605924"/>
                  </a:lnTo>
                  <a:lnTo>
                    <a:pt x="2379443" y="3617670"/>
                  </a:lnTo>
                  <a:lnTo>
                    <a:pt x="2388769" y="3629415"/>
                  </a:lnTo>
                  <a:lnTo>
                    <a:pt x="2398174" y="3641161"/>
                  </a:lnTo>
                  <a:lnTo>
                    <a:pt x="2407599" y="3652907"/>
                  </a:lnTo>
                  <a:lnTo>
                    <a:pt x="2417054" y="3664652"/>
                  </a:lnTo>
                  <a:lnTo>
                    <a:pt x="2426520" y="3676398"/>
                  </a:lnTo>
                  <a:lnTo>
                    <a:pt x="2435990" y="3688144"/>
                  </a:lnTo>
                  <a:lnTo>
                    <a:pt x="2445437" y="3699889"/>
                  </a:lnTo>
                  <a:lnTo>
                    <a:pt x="2454865" y="3711635"/>
                  </a:lnTo>
                  <a:lnTo>
                    <a:pt x="2464251" y="3723381"/>
                  </a:lnTo>
                  <a:lnTo>
                    <a:pt x="2473575" y="3735127"/>
                  </a:lnTo>
                  <a:lnTo>
                    <a:pt x="2482861" y="3746872"/>
                  </a:lnTo>
                  <a:lnTo>
                    <a:pt x="2492018" y="3758618"/>
                  </a:lnTo>
                  <a:lnTo>
                    <a:pt x="2501124" y="3770364"/>
                  </a:lnTo>
                  <a:lnTo>
                    <a:pt x="2510091" y="3782109"/>
                  </a:lnTo>
                  <a:lnTo>
                    <a:pt x="2518942" y="3793855"/>
                  </a:lnTo>
                  <a:lnTo>
                    <a:pt x="2527690" y="3805601"/>
                  </a:lnTo>
                  <a:lnTo>
                    <a:pt x="2536222" y="3817346"/>
                  </a:lnTo>
                  <a:lnTo>
                    <a:pt x="2544668" y="3829092"/>
                  </a:lnTo>
                  <a:lnTo>
                    <a:pt x="2552859" y="3840838"/>
                  </a:lnTo>
                  <a:lnTo>
                    <a:pt x="2560898" y="3852583"/>
                  </a:lnTo>
                  <a:lnTo>
                    <a:pt x="2568750" y="3864329"/>
                  </a:lnTo>
                  <a:lnTo>
                    <a:pt x="2576318" y="3876075"/>
                  </a:lnTo>
                  <a:lnTo>
                    <a:pt x="2583770" y="3887820"/>
                  </a:lnTo>
                  <a:lnTo>
                    <a:pt x="2590829" y="3899566"/>
                  </a:lnTo>
                  <a:lnTo>
                    <a:pt x="2597724" y="3911312"/>
                  </a:lnTo>
                  <a:lnTo>
                    <a:pt x="2604331" y="3923057"/>
                  </a:lnTo>
                  <a:lnTo>
                    <a:pt x="2610612" y="3934803"/>
                  </a:lnTo>
                  <a:lnTo>
                    <a:pt x="2616729" y="3946549"/>
                  </a:lnTo>
                  <a:lnTo>
                    <a:pt x="2622338" y="3958295"/>
                  </a:lnTo>
                  <a:lnTo>
                    <a:pt x="2627778" y="3970040"/>
                  </a:lnTo>
                  <a:lnTo>
                    <a:pt x="2632815" y="3981786"/>
                  </a:lnTo>
                  <a:lnTo>
                    <a:pt x="2637510" y="3993532"/>
                  </a:lnTo>
                  <a:lnTo>
                    <a:pt x="2641957" y="4005277"/>
                  </a:lnTo>
                  <a:lnTo>
                    <a:pt x="2645857" y="4017023"/>
                  </a:lnTo>
                  <a:lnTo>
                    <a:pt x="2649564" y="4028769"/>
                  </a:lnTo>
                  <a:lnTo>
                    <a:pt x="2652747" y="4040514"/>
                  </a:lnTo>
                  <a:lnTo>
                    <a:pt x="2655597" y="4052260"/>
                  </a:lnTo>
                  <a:lnTo>
                    <a:pt x="2658108" y="4064006"/>
                  </a:lnTo>
                  <a:lnTo>
                    <a:pt x="2660064" y="4075751"/>
                  </a:lnTo>
                  <a:lnTo>
                    <a:pt x="2661805" y="4087497"/>
                  </a:lnTo>
                  <a:lnTo>
                    <a:pt x="2662905" y="4099243"/>
                  </a:lnTo>
                  <a:lnTo>
                    <a:pt x="2663706" y="4110988"/>
                  </a:lnTo>
                  <a:lnTo>
                    <a:pt x="2664072" y="4122734"/>
                  </a:lnTo>
                  <a:lnTo>
                    <a:pt x="2663904" y="4134480"/>
                  </a:lnTo>
                  <a:lnTo>
                    <a:pt x="2663509" y="4146225"/>
                  </a:lnTo>
                  <a:lnTo>
                    <a:pt x="2662364" y="4157971"/>
                  </a:lnTo>
                  <a:lnTo>
                    <a:pt x="2660972" y="4169717"/>
                  </a:lnTo>
                  <a:lnTo>
                    <a:pt x="2659057" y="4181462"/>
                  </a:lnTo>
                  <a:lnTo>
                    <a:pt x="2656655" y="4193208"/>
                  </a:lnTo>
                  <a:lnTo>
                    <a:pt x="2653963" y="4204954"/>
                  </a:lnTo>
                  <a:lnTo>
                    <a:pt x="2650544" y="4216700"/>
                  </a:lnTo>
                  <a:lnTo>
                    <a:pt x="2646888" y="4228445"/>
                  </a:lnTo>
                  <a:lnTo>
                    <a:pt x="2642634" y="4240191"/>
                  </a:lnTo>
                  <a:lnTo>
                    <a:pt x="2637960" y="4251937"/>
                  </a:lnTo>
                  <a:lnTo>
                    <a:pt x="2632928" y="4263682"/>
                  </a:lnTo>
                  <a:lnTo>
                    <a:pt x="2627244" y="4275428"/>
                  </a:lnTo>
                  <a:lnTo>
                    <a:pt x="2621326" y="4287174"/>
                  </a:lnTo>
                  <a:lnTo>
                    <a:pt x="2614759" y="4298919"/>
                  </a:lnTo>
                  <a:lnTo>
                    <a:pt x="2607850" y="4310665"/>
                  </a:lnTo>
                  <a:lnTo>
                    <a:pt x="2600532" y="4322411"/>
                  </a:lnTo>
                  <a:lnTo>
                    <a:pt x="2592655" y="4334156"/>
                  </a:lnTo>
                  <a:lnTo>
                    <a:pt x="2584555" y="4345902"/>
                  </a:lnTo>
                  <a:lnTo>
                    <a:pt x="2575782" y="4357648"/>
                  </a:lnTo>
                  <a:lnTo>
                    <a:pt x="2566752" y="4369393"/>
                  </a:lnTo>
                  <a:lnTo>
                    <a:pt x="2557281" y="4381139"/>
                  </a:lnTo>
                  <a:lnTo>
                    <a:pt x="2547357" y="4392885"/>
                  </a:lnTo>
                  <a:lnTo>
                    <a:pt x="2537211" y="4404630"/>
                  </a:lnTo>
                  <a:lnTo>
                    <a:pt x="2526431" y="4416376"/>
                  </a:lnTo>
                  <a:lnTo>
                    <a:pt x="2515462" y="4428122"/>
                  </a:lnTo>
                  <a:lnTo>
                    <a:pt x="2504047" y="4439867"/>
                  </a:lnTo>
                  <a:lnTo>
                    <a:pt x="2492285" y="4451613"/>
                  </a:lnTo>
                  <a:lnTo>
                    <a:pt x="2480280" y="4463359"/>
                  </a:lnTo>
                  <a:lnTo>
                    <a:pt x="2467777" y="4475105"/>
                  </a:lnTo>
                  <a:lnTo>
                    <a:pt x="2455111" y="4486850"/>
                  </a:lnTo>
                  <a:lnTo>
                    <a:pt x="2442023" y="4498596"/>
                  </a:lnTo>
                  <a:lnTo>
                    <a:pt x="2428691" y="4510342"/>
                  </a:lnTo>
                  <a:lnTo>
                    <a:pt x="2415115" y="4522087"/>
                  </a:lnTo>
                  <a:lnTo>
                    <a:pt x="2401177" y="4533833"/>
                  </a:lnTo>
                  <a:lnTo>
                    <a:pt x="2387105" y="4545579"/>
                  </a:lnTo>
                  <a:lnTo>
                    <a:pt x="2372666" y="4557324"/>
                  </a:lnTo>
                  <a:lnTo>
                    <a:pt x="2358073" y="4569070"/>
                  </a:lnTo>
                  <a:lnTo>
                    <a:pt x="2343261" y="4580816"/>
                  </a:lnTo>
                  <a:lnTo>
                    <a:pt x="2328210" y="4592561"/>
                  </a:lnTo>
                  <a:lnTo>
                    <a:pt x="2313059" y="4604307"/>
                  </a:lnTo>
                  <a:lnTo>
                    <a:pt x="2297624" y="4616053"/>
                  </a:lnTo>
                  <a:lnTo>
                    <a:pt x="2282106" y="4627798"/>
                  </a:lnTo>
                  <a:lnTo>
                    <a:pt x="2266420" y="4639544"/>
                  </a:lnTo>
                  <a:lnTo>
                    <a:pt x="2250601" y="4651290"/>
                  </a:lnTo>
                  <a:lnTo>
                    <a:pt x="2234706" y="4663035"/>
                  </a:lnTo>
                  <a:lnTo>
                    <a:pt x="2218654" y="4674781"/>
                  </a:lnTo>
                  <a:lnTo>
                    <a:pt x="2202561" y="4686527"/>
                  </a:lnTo>
                  <a:lnTo>
                    <a:pt x="2186371" y="4698273"/>
                  </a:lnTo>
                  <a:lnTo>
                    <a:pt x="2170135" y="4710018"/>
                  </a:lnTo>
                  <a:lnTo>
                    <a:pt x="2153860" y="4721764"/>
                  </a:lnTo>
                  <a:lnTo>
                    <a:pt x="2137545" y="4733510"/>
                  </a:lnTo>
                  <a:lnTo>
                    <a:pt x="2121222" y="4745255"/>
                  </a:lnTo>
                  <a:lnTo>
                    <a:pt x="2104894" y="4757001"/>
                  </a:lnTo>
                  <a:lnTo>
                    <a:pt x="2088579" y="4768747"/>
                  </a:lnTo>
                  <a:lnTo>
                    <a:pt x="2072282" y="4780492"/>
                  </a:lnTo>
                  <a:lnTo>
                    <a:pt x="2056036" y="4792238"/>
                  </a:lnTo>
                  <a:lnTo>
                    <a:pt x="2039813" y="4803984"/>
                  </a:lnTo>
                  <a:lnTo>
                    <a:pt x="2023686" y="4815729"/>
                  </a:lnTo>
                  <a:lnTo>
                    <a:pt x="2007611" y="4827475"/>
                  </a:lnTo>
                  <a:lnTo>
                    <a:pt x="1991621" y="4839221"/>
                  </a:lnTo>
                  <a:lnTo>
                    <a:pt x="1975746" y="4850966"/>
                  </a:lnTo>
                  <a:lnTo>
                    <a:pt x="1959926" y="4862712"/>
                  </a:lnTo>
                  <a:lnTo>
                    <a:pt x="1944303" y="4874458"/>
                  </a:lnTo>
                  <a:lnTo>
                    <a:pt x="1928749" y="4886203"/>
                  </a:lnTo>
                  <a:lnTo>
                    <a:pt x="1913359" y="4897949"/>
                  </a:lnTo>
                  <a:lnTo>
                    <a:pt x="1898120" y="4909695"/>
                  </a:lnTo>
                  <a:lnTo>
                    <a:pt x="1882985" y="4921440"/>
                  </a:lnTo>
                  <a:lnTo>
                    <a:pt x="1868103" y="4933186"/>
                  </a:lnTo>
                  <a:lnTo>
                    <a:pt x="1853311" y="4944932"/>
                  </a:lnTo>
                  <a:lnTo>
                    <a:pt x="1838762" y="4956678"/>
                  </a:lnTo>
                  <a:lnTo>
                    <a:pt x="1824377" y="4968423"/>
                  </a:lnTo>
                  <a:lnTo>
                    <a:pt x="1810153" y="4980169"/>
                  </a:lnTo>
                  <a:lnTo>
                    <a:pt x="1796208" y="4991915"/>
                  </a:lnTo>
                  <a:lnTo>
                    <a:pt x="1782370" y="5003660"/>
                  </a:lnTo>
                  <a:lnTo>
                    <a:pt x="1768851" y="5015406"/>
                  </a:lnTo>
                  <a:lnTo>
                    <a:pt x="1755491" y="5027152"/>
                  </a:lnTo>
                  <a:lnTo>
                    <a:pt x="1742348" y="5038897"/>
                  </a:lnTo>
                  <a:lnTo>
                    <a:pt x="1729486" y="5050643"/>
                  </a:lnTo>
                  <a:lnTo>
                    <a:pt x="1716744" y="5062389"/>
                  </a:lnTo>
                  <a:lnTo>
                    <a:pt x="1704389" y="5074134"/>
                  </a:lnTo>
                  <a:lnTo>
                    <a:pt x="1692171" y="5085880"/>
                  </a:lnTo>
                  <a:lnTo>
                    <a:pt x="1680224" y="5097626"/>
                  </a:lnTo>
                  <a:lnTo>
                    <a:pt x="1668543" y="5109371"/>
                  </a:lnTo>
                  <a:lnTo>
                    <a:pt x="1657012" y="5121117"/>
                  </a:lnTo>
                  <a:lnTo>
                    <a:pt x="1645877" y="5132863"/>
                  </a:lnTo>
                  <a:lnTo>
                    <a:pt x="1634871" y="5144608"/>
                  </a:lnTo>
                  <a:lnTo>
                    <a:pt x="1624183" y="5156354"/>
                  </a:lnTo>
                  <a:lnTo>
                    <a:pt x="1613731" y="5168100"/>
                  </a:lnTo>
                  <a:lnTo>
                    <a:pt x="1603468" y="5179845"/>
                  </a:lnTo>
                  <a:lnTo>
                    <a:pt x="1593570" y="5191591"/>
                  </a:lnTo>
                  <a:lnTo>
                    <a:pt x="1583801" y="5203337"/>
                  </a:lnTo>
                  <a:lnTo>
                    <a:pt x="1574387" y="5215083"/>
                  </a:lnTo>
                  <a:lnTo>
                    <a:pt x="1565169" y="5226828"/>
                  </a:lnTo>
                  <a:lnTo>
                    <a:pt x="1556175" y="5238574"/>
                  </a:lnTo>
                  <a:lnTo>
                    <a:pt x="1547502" y="5250320"/>
                  </a:lnTo>
                  <a:lnTo>
                    <a:pt x="1538956" y="5262065"/>
                  </a:lnTo>
                  <a:lnTo>
                    <a:pt x="1530788" y="5273811"/>
                  </a:lnTo>
                  <a:lnTo>
                    <a:pt x="1522774" y="5285557"/>
                  </a:lnTo>
                  <a:lnTo>
                    <a:pt x="1515011" y="5297302"/>
                  </a:lnTo>
                  <a:lnTo>
                    <a:pt x="1507518" y="5309048"/>
                  </a:lnTo>
                  <a:lnTo>
                    <a:pt x="1500150" y="5320794"/>
                  </a:lnTo>
                  <a:lnTo>
                    <a:pt x="1493165" y="5332539"/>
                  </a:lnTo>
                  <a:lnTo>
                    <a:pt x="1486296" y="5344285"/>
                  </a:lnTo>
                  <a:lnTo>
                    <a:pt x="1479693" y="5356031"/>
                  </a:lnTo>
                  <a:lnTo>
                    <a:pt x="1473309" y="5367776"/>
                  </a:lnTo>
                  <a:lnTo>
                    <a:pt x="1467073" y="5379522"/>
                  </a:lnTo>
                  <a:lnTo>
                    <a:pt x="1461160" y="5391268"/>
                  </a:lnTo>
                  <a:lnTo>
                    <a:pt x="1455352" y="5403013"/>
                  </a:lnTo>
                  <a:lnTo>
                    <a:pt x="1449817" y="5414759"/>
                  </a:lnTo>
                  <a:lnTo>
                    <a:pt x="1444454" y="5426505"/>
                  </a:lnTo>
                  <a:lnTo>
                    <a:pt x="1439252" y="5438251"/>
                  </a:lnTo>
                  <a:lnTo>
                    <a:pt x="1434313" y="5449996"/>
                  </a:lnTo>
                  <a:lnTo>
                    <a:pt x="1429470" y="5461742"/>
                  </a:lnTo>
                  <a:lnTo>
                    <a:pt x="1424897" y="5473488"/>
                  </a:lnTo>
                  <a:lnTo>
                    <a:pt x="1420451" y="5485233"/>
                  </a:lnTo>
                  <a:lnTo>
                    <a:pt x="1416175" y="5496979"/>
                  </a:lnTo>
                  <a:lnTo>
                    <a:pt x="1412105" y="5508725"/>
                  </a:lnTo>
                  <a:lnTo>
                    <a:pt x="1408121" y="5520470"/>
                  </a:lnTo>
                  <a:lnTo>
                    <a:pt x="1404397" y="5532216"/>
                  </a:lnTo>
                  <a:lnTo>
                    <a:pt x="1400761" y="5543962"/>
                  </a:lnTo>
                  <a:lnTo>
                    <a:pt x="1397295" y="5555707"/>
                  </a:lnTo>
                  <a:lnTo>
                    <a:pt x="1393986" y="5567453"/>
                  </a:lnTo>
                  <a:lnTo>
                    <a:pt x="1390764" y="5579199"/>
                  </a:lnTo>
                  <a:lnTo>
                    <a:pt x="1387762" y="5590944"/>
                  </a:lnTo>
                  <a:lnTo>
                    <a:pt x="1384828" y="5602690"/>
                  </a:lnTo>
                  <a:lnTo>
                    <a:pt x="1382058" y="5614436"/>
                  </a:lnTo>
                  <a:lnTo>
                    <a:pt x="1379404" y="5626181"/>
                  </a:lnTo>
                  <a:lnTo>
                    <a:pt x="1376841" y="5637927"/>
                  </a:lnTo>
                  <a:lnTo>
                    <a:pt x="1374447" y="5649673"/>
                  </a:lnTo>
                  <a:lnTo>
                    <a:pt x="1372111" y="5661418"/>
                  </a:lnTo>
                  <a:lnTo>
                    <a:pt x="1369928" y="5673164"/>
                  </a:lnTo>
                  <a:lnTo>
                    <a:pt x="1367827" y="5684910"/>
                  </a:lnTo>
                  <a:lnTo>
                    <a:pt x="1365817" y="5696656"/>
                  </a:lnTo>
                  <a:lnTo>
                    <a:pt x="1363933" y="5708401"/>
                  </a:lnTo>
                  <a:lnTo>
                    <a:pt x="1362097" y="5720147"/>
                  </a:lnTo>
                  <a:lnTo>
                    <a:pt x="1360400" y="5731893"/>
                  </a:lnTo>
                  <a:lnTo>
                    <a:pt x="1358759" y="5743638"/>
                  </a:lnTo>
                  <a:lnTo>
                    <a:pt x="1357204" y="5755384"/>
                  </a:lnTo>
                  <a:lnTo>
                    <a:pt x="1355740" y="5767130"/>
                  </a:lnTo>
                  <a:lnTo>
                    <a:pt x="1354317" y="5778875"/>
                  </a:lnTo>
                  <a:lnTo>
                    <a:pt x="1353017" y="5790621"/>
                  </a:lnTo>
                  <a:lnTo>
                    <a:pt x="1351751" y="5802367"/>
                  </a:lnTo>
                  <a:lnTo>
                    <a:pt x="1350565" y="5814112"/>
                  </a:lnTo>
                  <a:lnTo>
                    <a:pt x="1349442" y="5825858"/>
                  </a:lnTo>
                  <a:lnTo>
                    <a:pt x="1348362" y="5837604"/>
                  </a:lnTo>
                  <a:lnTo>
                    <a:pt x="1347370" y="5849349"/>
                  </a:lnTo>
                  <a:lnTo>
                    <a:pt x="1346407" y="5861095"/>
                  </a:lnTo>
                  <a:lnTo>
                    <a:pt x="1345514" y="5872841"/>
                  </a:lnTo>
                  <a:lnTo>
                    <a:pt x="1344665" y="5884586"/>
                  </a:lnTo>
                  <a:lnTo>
                    <a:pt x="1343856" y="5896332"/>
                  </a:lnTo>
                  <a:lnTo>
                    <a:pt x="1343109" y="5908078"/>
                  </a:lnTo>
                  <a:lnTo>
                    <a:pt x="1342386" y="5919823"/>
                  </a:lnTo>
                  <a:lnTo>
                    <a:pt x="1341723" y="5931569"/>
                  </a:lnTo>
                  <a:lnTo>
                    <a:pt x="1341089" y="5943315"/>
                  </a:lnTo>
                  <a:lnTo>
                    <a:pt x="1340491" y="5955061"/>
                  </a:lnTo>
                  <a:lnTo>
                    <a:pt x="1339937" y="5966806"/>
                  </a:lnTo>
                  <a:lnTo>
                    <a:pt x="1339400" y="5978552"/>
                  </a:lnTo>
                  <a:lnTo>
                    <a:pt x="1338915" y="5990298"/>
                  </a:lnTo>
                  <a:lnTo>
                    <a:pt x="1338447" y="6002043"/>
                  </a:lnTo>
                  <a:close/>
                </a:path>
              </a:pathLst>
            </a:custGeom>
            <a:solidFill>
              <a:srgbClr val="B4C7E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761150" y="3646164"/>
              <a:ext cx="1666873" cy="0"/>
            </a:xfrm>
            <a:custGeom>
              <a:avLst/>
              <a:pathLst>
                <a:path w="1666873" h="0">
                  <a:moveTo>
                    <a:pt x="0" y="0"/>
                  </a:moveTo>
                  <a:lnTo>
                    <a:pt x="166687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6702671" y="789547"/>
              <a:ext cx="2664072" cy="4368750"/>
            </a:xfrm>
            <a:custGeom>
              <a:avLst/>
              <a:pathLst>
                <a:path w="2664072" h="4368750">
                  <a:moveTo>
                    <a:pt x="1330114" y="4368750"/>
                  </a:moveTo>
                  <a:lnTo>
                    <a:pt x="1329979" y="4360201"/>
                  </a:lnTo>
                  <a:lnTo>
                    <a:pt x="1329831" y="4351651"/>
                  </a:lnTo>
                  <a:lnTo>
                    <a:pt x="1329677" y="4343102"/>
                  </a:lnTo>
                  <a:lnTo>
                    <a:pt x="1329512" y="4334553"/>
                  </a:lnTo>
                  <a:lnTo>
                    <a:pt x="1329336" y="4326003"/>
                  </a:lnTo>
                  <a:lnTo>
                    <a:pt x="1329154" y="4317454"/>
                  </a:lnTo>
                  <a:lnTo>
                    <a:pt x="1328954" y="4308904"/>
                  </a:lnTo>
                  <a:lnTo>
                    <a:pt x="1328748" y="4300355"/>
                  </a:lnTo>
                  <a:lnTo>
                    <a:pt x="1328526" y="4291806"/>
                  </a:lnTo>
                  <a:lnTo>
                    <a:pt x="1328292" y="4283256"/>
                  </a:lnTo>
                  <a:lnTo>
                    <a:pt x="1328049" y="4274707"/>
                  </a:lnTo>
                  <a:lnTo>
                    <a:pt x="1327784" y="4266157"/>
                  </a:lnTo>
                  <a:lnTo>
                    <a:pt x="1327511" y="4257608"/>
                  </a:lnTo>
                  <a:lnTo>
                    <a:pt x="1327218" y="4249058"/>
                  </a:lnTo>
                  <a:lnTo>
                    <a:pt x="1326911" y="4240509"/>
                  </a:lnTo>
                  <a:lnTo>
                    <a:pt x="1326590" y="4231960"/>
                  </a:lnTo>
                  <a:lnTo>
                    <a:pt x="1326245" y="4223410"/>
                  </a:lnTo>
                  <a:lnTo>
                    <a:pt x="1325889" y="4214861"/>
                  </a:lnTo>
                  <a:lnTo>
                    <a:pt x="1325507" y="4206311"/>
                  </a:lnTo>
                  <a:lnTo>
                    <a:pt x="1325109" y="4197762"/>
                  </a:lnTo>
                  <a:lnTo>
                    <a:pt x="1324693" y="4189213"/>
                  </a:lnTo>
                  <a:lnTo>
                    <a:pt x="1324248" y="4180663"/>
                  </a:lnTo>
                  <a:lnTo>
                    <a:pt x="1323790" y="4172114"/>
                  </a:lnTo>
                  <a:lnTo>
                    <a:pt x="1323300" y="4163564"/>
                  </a:lnTo>
                  <a:lnTo>
                    <a:pt x="1322791" y="4155015"/>
                  </a:lnTo>
                  <a:lnTo>
                    <a:pt x="1322260" y="4146466"/>
                  </a:lnTo>
                  <a:lnTo>
                    <a:pt x="1321694" y="4137916"/>
                  </a:lnTo>
                  <a:lnTo>
                    <a:pt x="1321114" y="4129367"/>
                  </a:lnTo>
                  <a:lnTo>
                    <a:pt x="1320494" y="4120817"/>
                  </a:lnTo>
                  <a:lnTo>
                    <a:pt x="1319852" y="4112268"/>
                  </a:lnTo>
                  <a:lnTo>
                    <a:pt x="1319183" y="4103718"/>
                  </a:lnTo>
                  <a:lnTo>
                    <a:pt x="1318475" y="4095169"/>
                  </a:lnTo>
                  <a:lnTo>
                    <a:pt x="1317750" y="4086620"/>
                  </a:lnTo>
                  <a:lnTo>
                    <a:pt x="1316976" y="4078070"/>
                  </a:lnTo>
                  <a:lnTo>
                    <a:pt x="1316179" y="4069521"/>
                  </a:lnTo>
                  <a:lnTo>
                    <a:pt x="1315347" y="4060971"/>
                  </a:lnTo>
                  <a:lnTo>
                    <a:pt x="1314474" y="4052422"/>
                  </a:lnTo>
                  <a:lnTo>
                    <a:pt x="1313581" y="4043873"/>
                  </a:lnTo>
                  <a:lnTo>
                    <a:pt x="1312628" y="4035323"/>
                  </a:lnTo>
                  <a:lnTo>
                    <a:pt x="1311652" y="4026774"/>
                  </a:lnTo>
                  <a:lnTo>
                    <a:pt x="1310634" y="4018224"/>
                  </a:lnTo>
                  <a:lnTo>
                    <a:pt x="1309571" y="4009675"/>
                  </a:lnTo>
                  <a:lnTo>
                    <a:pt x="1308485" y="4001125"/>
                  </a:lnTo>
                  <a:lnTo>
                    <a:pt x="1307330" y="3992576"/>
                  </a:lnTo>
                  <a:lnTo>
                    <a:pt x="1306151" y="3984027"/>
                  </a:lnTo>
                  <a:lnTo>
                    <a:pt x="1304923" y="3975477"/>
                  </a:lnTo>
                  <a:lnTo>
                    <a:pt x="1303647" y="3966928"/>
                  </a:lnTo>
                  <a:lnTo>
                    <a:pt x="1302343" y="3958378"/>
                  </a:lnTo>
                  <a:lnTo>
                    <a:pt x="1300965" y="3949829"/>
                  </a:lnTo>
                  <a:lnTo>
                    <a:pt x="1299561" y="3941280"/>
                  </a:lnTo>
                  <a:lnTo>
                    <a:pt x="1298100" y="3932730"/>
                  </a:lnTo>
                  <a:lnTo>
                    <a:pt x="1296589" y="3924181"/>
                  </a:lnTo>
                  <a:lnTo>
                    <a:pt x="1295045" y="3915631"/>
                  </a:lnTo>
                  <a:lnTo>
                    <a:pt x="1293424" y="3907082"/>
                  </a:lnTo>
                  <a:lnTo>
                    <a:pt x="1291775" y="3898533"/>
                  </a:lnTo>
                  <a:lnTo>
                    <a:pt x="1290060" y="3889983"/>
                  </a:lnTo>
                  <a:lnTo>
                    <a:pt x="1288297" y="3881434"/>
                  </a:lnTo>
                  <a:lnTo>
                    <a:pt x="1286494" y="3872884"/>
                  </a:lnTo>
                  <a:lnTo>
                    <a:pt x="1284612" y="3864335"/>
                  </a:lnTo>
                  <a:lnTo>
                    <a:pt x="1282702" y="3855785"/>
                  </a:lnTo>
                  <a:lnTo>
                    <a:pt x="1280718" y="3847236"/>
                  </a:lnTo>
                  <a:lnTo>
                    <a:pt x="1278686" y="3838687"/>
                  </a:lnTo>
                  <a:lnTo>
                    <a:pt x="1276610" y="3830137"/>
                  </a:lnTo>
                  <a:lnTo>
                    <a:pt x="1274455" y="3821588"/>
                  </a:lnTo>
                  <a:lnTo>
                    <a:pt x="1272271" y="3813038"/>
                  </a:lnTo>
                  <a:lnTo>
                    <a:pt x="1270007" y="3804489"/>
                  </a:lnTo>
                  <a:lnTo>
                    <a:pt x="1267697" y="3795940"/>
                  </a:lnTo>
                  <a:lnTo>
                    <a:pt x="1265338" y="3787390"/>
                  </a:lnTo>
                  <a:lnTo>
                    <a:pt x="1262904" y="3778841"/>
                  </a:lnTo>
                  <a:lnTo>
                    <a:pt x="1260438" y="3770291"/>
                  </a:lnTo>
                  <a:lnTo>
                    <a:pt x="1257889" y="3761742"/>
                  </a:lnTo>
                  <a:lnTo>
                    <a:pt x="1255298" y="3753192"/>
                  </a:lnTo>
                  <a:lnTo>
                    <a:pt x="1252653" y="3744643"/>
                  </a:lnTo>
                  <a:lnTo>
                    <a:pt x="1249936" y="3736094"/>
                  </a:lnTo>
                  <a:lnTo>
                    <a:pt x="1247189" y="3727544"/>
                  </a:lnTo>
                  <a:lnTo>
                    <a:pt x="1244355" y="3718995"/>
                  </a:lnTo>
                  <a:lnTo>
                    <a:pt x="1241484" y="3710445"/>
                  </a:lnTo>
                  <a:lnTo>
                    <a:pt x="1238557" y="3701896"/>
                  </a:lnTo>
                  <a:lnTo>
                    <a:pt x="1235563" y="3693347"/>
                  </a:lnTo>
                  <a:lnTo>
                    <a:pt x="1232540" y="3684797"/>
                  </a:lnTo>
                  <a:lnTo>
                    <a:pt x="1229429" y="3676248"/>
                  </a:lnTo>
                  <a:lnTo>
                    <a:pt x="1226287" y="3667698"/>
                  </a:lnTo>
                  <a:lnTo>
                    <a:pt x="1223086" y="3659149"/>
                  </a:lnTo>
                  <a:lnTo>
                    <a:pt x="1219826" y="3650599"/>
                  </a:lnTo>
                  <a:lnTo>
                    <a:pt x="1216538" y="3642050"/>
                  </a:lnTo>
                  <a:lnTo>
                    <a:pt x="1213164" y="3633501"/>
                  </a:lnTo>
                  <a:lnTo>
                    <a:pt x="1209764" y="3624951"/>
                  </a:lnTo>
                  <a:lnTo>
                    <a:pt x="1206306" y="3616402"/>
                  </a:lnTo>
                  <a:lnTo>
                    <a:pt x="1202796" y="3607852"/>
                  </a:lnTo>
                  <a:lnTo>
                    <a:pt x="1199257" y="3599303"/>
                  </a:lnTo>
                  <a:lnTo>
                    <a:pt x="1195642" y="3590754"/>
                  </a:lnTo>
                  <a:lnTo>
                    <a:pt x="1192002" y="3582204"/>
                  </a:lnTo>
                  <a:lnTo>
                    <a:pt x="1188307" y="3573655"/>
                  </a:lnTo>
                  <a:lnTo>
                    <a:pt x="1184568" y="3565105"/>
                  </a:lnTo>
                  <a:lnTo>
                    <a:pt x="1180800" y="3556556"/>
                  </a:lnTo>
                  <a:lnTo>
                    <a:pt x="1176967" y="3548007"/>
                  </a:lnTo>
                  <a:lnTo>
                    <a:pt x="1173111" y="3539457"/>
                  </a:lnTo>
                  <a:lnTo>
                    <a:pt x="1169204" y="3530908"/>
                  </a:lnTo>
                  <a:lnTo>
                    <a:pt x="1165261" y="3522358"/>
                  </a:lnTo>
                  <a:lnTo>
                    <a:pt x="1161289" y="3513809"/>
                  </a:lnTo>
                  <a:lnTo>
                    <a:pt x="1157263" y="3505259"/>
                  </a:lnTo>
                  <a:lnTo>
                    <a:pt x="1153218" y="3496710"/>
                  </a:lnTo>
                  <a:lnTo>
                    <a:pt x="1149126" y="3488161"/>
                  </a:lnTo>
                  <a:lnTo>
                    <a:pt x="1145006" y="3479611"/>
                  </a:lnTo>
                  <a:lnTo>
                    <a:pt x="1140858" y="3471062"/>
                  </a:lnTo>
                  <a:lnTo>
                    <a:pt x="1136667" y="3462512"/>
                  </a:lnTo>
                  <a:lnTo>
                    <a:pt x="1132460" y="3453963"/>
                  </a:lnTo>
                  <a:lnTo>
                    <a:pt x="1128212" y="3445414"/>
                  </a:lnTo>
                  <a:lnTo>
                    <a:pt x="1123942" y="3436864"/>
                  </a:lnTo>
                  <a:lnTo>
                    <a:pt x="1119648" y="3428315"/>
                  </a:lnTo>
                  <a:lnTo>
                    <a:pt x="1115321" y="3419765"/>
                  </a:lnTo>
                  <a:lnTo>
                    <a:pt x="1110980" y="3411216"/>
                  </a:lnTo>
                  <a:lnTo>
                    <a:pt x="1106605" y="3402666"/>
                  </a:lnTo>
                  <a:lnTo>
                    <a:pt x="1102214" y="3394117"/>
                  </a:lnTo>
                  <a:lnTo>
                    <a:pt x="1097803" y="3385568"/>
                  </a:lnTo>
                  <a:lnTo>
                    <a:pt x="1093368" y="3377018"/>
                  </a:lnTo>
                  <a:lnTo>
                    <a:pt x="1088922" y="3368469"/>
                  </a:lnTo>
                  <a:lnTo>
                    <a:pt x="1084450" y="3359919"/>
                  </a:lnTo>
                  <a:lnTo>
                    <a:pt x="1079967" y="3351370"/>
                  </a:lnTo>
                  <a:lnTo>
                    <a:pt x="1075468" y="3342821"/>
                  </a:lnTo>
                  <a:lnTo>
                    <a:pt x="1070953" y="3334271"/>
                  </a:lnTo>
                  <a:lnTo>
                    <a:pt x="1066431" y="3325722"/>
                  </a:lnTo>
                  <a:lnTo>
                    <a:pt x="1061890" y="3317172"/>
                  </a:lnTo>
                  <a:lnTo>
                    <a:pt x="1057343" y="3308623"/>
                  </a:lnTo>
                  <a:lnTo>
                    <a:pt x="1052786" y="3300073"/>
                  </a:lnTo>
                  <a:lnTo>
                    <a:pt x="1048220" y="3291524"/>
                  </a:lnTo>
                  <a:lnTo>
                    <a:pt x="1043650" y="3282975"/>
                  </a:lnTo>
                  <a:lnTo>
                    <a:pt x="1039071" y="3274425"/>
                  </a:lnTo>
                  <a:lnTo>
                    <a:pt x="1034489" y="3265876"/>
                  </a:lnTo>
                  <a:lnTo>
                    <a:pt x="1029904" y="3257326"/>
                  </a:lnTo>
                  <a:lnTo>
                    <a:pt x="1025316" y="3248777"/>
                  </a:lnTo>
                  <a:lnTo>
                    <a:pt x="1020728" y="3240228"/>
                  </a:lnTo>
                  <a:lnTo>
                    <a:pt x="1016141" y="3231678"/>
                  </a:lnTo>
                  <a:lnTo>
                    <a:pt x="1011555" y="3223129"/>
                  </a:lnTo>
                  <a:lnTo>
                    <a:pt x="1006973" y="3214579"/>
                  </a:lnTo>
                  <a:lnTo>
                    <a:pt x="1002395" y="3206030"/>
                  </a:lnTo>
                  <a:lnTo>
                    <a:pt x="997821" y="3197481"/>
                  </a:lnTo>
                  <a:lnTo>
                    <a:pt x="993259" y="3188931"/>
                  </a:lnTo>
                  <a:lnTo>
                    <a:pt x="988702" y="3180382"/>
                  </a:lnTo>
                  <a:lnTo>
                    <a:pt x="984158" y="3171832"/>
                  </a:lnTo>
                  <a:lnTo>
                    <a:pt x="979625" y="3163283"/>
                  </a:lnTo>
                  <a:lnTo>
                    <a:pt x="975102" y="3154733"/>
                  </a:lnTo>
                  <a:lnTo>
                    <a:pt x="970601" y="3146184"/>
                  </a:lnTo>
                  <a:lnTo>
                    <a:pt x="966109" y="3137635"/>
                  </a:lnTo>
                  <a:lnTo>
                    <a:pt x="961642" y="3129085"/>
                  </a:lnTo>
                  <a:lnTo>
                    <a:pt x="957193" y="3120536"/>
                  </a:lnTo>
                  <a:lnTo>
                    <a:pt x="952761" y="3111986"/>
                  </a:lnTo>
                  <a:lnTo>
                    <a:pt x="948363" y="3103437"/>
                  </a:lnTo>
                  <a:lnTo>
                    <a:pt x="943978" y="3094888"/>
                  </a:lnTo>
                  <a:lnTo>
                    <a:pt x="939632" y="3086338"/>
                  </a:lnTo>
                  <a:lnTo>
                    <a:pt x="935311" y="3077789"/>
                  </a:lnTo>
                  <a:lnTo>
                    <a:pt x="931016" y="3069239"/>
                  </a:lnTo>
                  <a:lnTo>
                    <a:pt x="926767" y="3060690"/>
                  </a:lnTo>
                  <a:lnTo>
                    <a:pt x="922537" y="3052140"/>
                  </a:lnTo>
                  <a:lnTo>
                    <a:pt x="918362" y="3043591"/>
                  </a:lnTo>
                  <a:lnTo>
                    <a:pt x="914218" y="3035042"/>
                  </a:lnTo>
                  <a:lnTo>
                    <a:pt x="910112" y="3026492"/>
                  </a:lnTo>
                  <a:lnTo>
                    <a:pt x="906064" y="3017943"/>
                  </a:lnTo>
                  <a:lnTo>
                    <a:pt x="902040" y="3009393"/>
                  </a:lnTo>
                  <a:lnTo>
                    <a:pt x="898091" y="3000844"/>
                  </a:lnTo>
                  <a:lnTo>
                    <a:pt x="894178" y="2992295"/>
                  </a:lnTo>
                  <a:lnTo>
                    <a:pt x="890316" y="2983745"/>
                  </a:lnTo>
                  <a:lnTo>
                    <a:pt x="886524" y="2975196"/>
                  </a:lnTo>
                  <a:lnTo>
                    <a:pt x="882762" y="2966646"/>
                  </a:lnTo>
                  <a:lnTo>
                    <a:pt x="879097" y="2958097"/>
                  </a:lnTo>
                  <a:lnTo>
                    <a:pt x="875471" y="2949547"/>
                  </a:lnTo>
                  <a:lnTo>
                    <a:pt x="871913" y="2940998"/>
                  </a:lnTo>
                  <a:lnTo>
                    <a:pt x="868434" y="2932449"/>
                  </a:lnTo>
                  <a:lnTo>
                    <a:pt x="864991" y="2923899"/>
                  </a:lnTo>
                  <a:lnTo>
                    <a:pt x="861668" y="2915350"/>
                  </a:lnTo>
                  <a:lnTo>
                    <a:pt x="858386" y="2906800"/>
                  </a:lnTo>
                  <a:lnTo>
                    <a:pt x="855189" y="2898251"/>
                  </a:lnTo>
                  <a:lnTo>
                    <a:pt x="852078" y="2889702"/>
                  </a:lnTo>
                  <a:lnTo>
                    <a:pt x="849014" y="2881152"/>
                  </a:lnTo>
                  <a:lnTo>
                    <a:pt x="846083" y="2872603"/>
                  </a:lnTo>
                  <a:lnTo>
                    <a:pt x="843198" y="2864053"/>
                  </a:lnTo>
                  <a:lnTo>
                    <a:pt x="840415" y="2855504"/>
                  </a:lnTo>
                  <a:lnTo>
                    <a:pt x="837722" y="2846955"/>
                  </a:lnTo>
                  <a:lnTo>
                    <a:pt x="835087" y="2838405"/>
                  </a:lnTo>
                  <a:lnTo>
                    <a:pt x="832594" y="2829856"/>
                  </a:lnTo>
                  <a:lnTo>
                    <a:pt x="830151" y="2821306"/>
                  </a:lnTo>
                  <a:lnTo>
                    <a:pt x="827826" y="2812757"/>
                  </a:lnTo>
                  <a:lnTo>
                    <a:pt x="825591" y="2804207"/>
                  </a:lnTo>
                  <a:lnTo>
                    <a:pt x="823425" y="2795658"/>
                  </a:lnTo>
                  <a:lnTo>
                    <a:pt x="821404" y="2787109"/>
                  </a:lnTo>
                  <a:lnTo>
                    <a:pt x="819435" y="2778559"/>
                  </a:lnTo>
                  <a:lnTo>
                    <a:pt x="817595" y="2770010"/>
                  </a:lnTo>
                  <a:lnTo>
                    <a:pt x="815844" y="2761460"/>
                  </a:lnTo>
                  <a:lnTo>
                    <a:pt x="814170" y="2752911"/>
                  </a:lnTo>
                  <a:lnTo>
                    <a:pt x="812637" y="2744362"/>
                  </a:lnTo>
                  <a:lnTo>
                    <a:pt x="811157" y="2735812"/>
                  </a:lnTo>
                  <a:lnTo>
                    <a:pt x="809814" y="2727263"/>
                  </a:lnTo>
                  <a:lnTo>
                    <a:pt x="808552" y="2718713"/>
                  </a:lnTo>
                  <a:lnTo>
                    <a:pt x="807373" y="2710164"/>
                  </a:lnTo>
                  <a:lnTo>
                    <a:pt x="806325" y="2701614"/>
                  </a:lnTo>
                  <a:lnTo>
                    <a:pt x="805328" y="2693065"/>
                  </a:lnTo>
                  <a:lnTo>
                    <a:pt x="804469" y="2684516"/>
                  </a:lnTo>
                  <a:lnTo>
                    <a:pt x="803679" y="2675966"/>
                  </a:lnTo>
                  <a:lnTo>
                    <a:pt x="802973" y="2667417"/>
                  </a:lnTo>
                  <a:lnTo>
                    <a:pt x="802381" y="2658867"/>
                  </a:lnTo>
                  <a:lnTo>
                    <a:pt x="801837" y="2650318"/>
                  </a:lnTo>
                  <a:lnTo>
                    <a:pt x="801421" y="2641769"/>
                  </a:lnTo>
                  <a:lnTo>
                    <a:pt x="801060" y="2633219"/>
                  </a:lnTo>
                  <a:lnTo>
                    <a:pt x="800779" y="2624670"/>
                  </a:lnTo>
                  <a:lnTo>
                    <a:pt x="800589" y="2616120"/>
                  </a:lnTo>
                  <a:lnTo>
                    <a:pt x="800440" y="2607571"/>
                  </a:lnTo>
                  <a:lnTo>
                    <a:pt x="800400" y="2599022"/>
                  </a:lnTo>
                  <a:lnTo>
                    <a:pt x="800400" y="2590472"/>
                  </a:lnTo>
                  <a:lnTo>
                    <a:pt x="800465" y="2581923"/>
                  </a:lnTo>
                  <a:lnTo>
                    <a:pt x="800596" y="2573373"/>
                  </a:lnTo>
                  <a:lnTo>
                    <a:pt x="800757" y="2564824"/>
                  </a:lnTo>
                  <a:lnTo>
                    <a:pt x="800997" y="2556274"/>
                  </a:lnTo>
                  <a:lnTo>
                    <a:pt x="801260" y="2547725"/>
                  </a:lnTo>
                  <a:lnTo>
                    <a:pt x="801568" y="2539176"/>
                  </a:lnTo>
                  <a:lnTo>
                    <a:pt x="801910" y="2530626"/>
                  </a:lnTo>
                  <a:lnTo>
                    <a:pt x="802271" y="2522077"/>
                  </a:lnTo>
                  <a:lnTo>
                    <a:pt x="802668" y="2513527"/>
                  </a:lnTo>
                  <a:lnTo>
                    <a:pt x="803072" y="2504978"/>
                  </a:lnTo>
                  <a:lnTo>
                    <a:pt x="803491" y="2496429"/>
                  </a:lnTo>
                  <a:lnTo>
                    <a:pt x="803913" y="2487879"/>
                  </a:lnTo>
                  <a:lnTo>
                    <a:pt x="804336" y="2479330"/>
                  </a:lnTo>
                  <a:lnTo>
                    <a:pt x="804746" y="2470780"/>
                  </a:lnTo>
                  <a:lnTo>
                    <a:pt x="805147" y="2462231"/>
                  </a:lnTo>
                  <a:lnTo>
                    <a:pt x="805524" y="2453681"/>
                  </a:lnTo>
                  <a:lnTo>
                    <a:pt x="805871" y="2445132"/>
                  </a:lnTo>
                  <a:lnTo>
                    <a:pt x="806197" y="2436583"/>
                  </a:lnTo>
                  <a:lnTo>
                    <a:pt x="806459" y="2428033"/>
                  </a:lnTo>
                  <a:lnTo>
                    <a:pt x="806694" y="2419484"/>
                  </a:lnTo>
                  <a:lnTo>
                    <a:pt x="806859" y="2410934"/>
                  </a:lnTo>
                  <a:lnTo>
                    <a:pt x="806964" y="2402385"/>
                  </a:lnTo>
                  <a:lnTo>
                    <a:pt x="807018" y="2393836"/>
                  </a:lnTo>
                  <a:lnTo>
                    <a:pt x="806959" y="2385286"/>
                  </a:lnTo>
                  <a:lnTo>
                    <a:pt x="806854" y="2376737"/>
                  </a:lnTo>
                  <a:lnTo>
                    <a:pt x="806625" y="2368187"/>
                  </a:lnTo>
                  <a:lnTo>
                    <a:pt x="806310" y="2359638"/>
                  </a:lnTo>
                  <a:lnTo>
                    <a:pt x="805909" y="2351088"/>
                  </a:lnTo>
                  <a:lnTo>
                    <a:pt x="805349" y="2342539"/>
                  </a:lnTo>
                  <a:lnTo>
                    <a:pt x="804726" y="2333990"/>
                  </a:lnTo>
                  <a:lnTo>
                    <a:pt x="803918" y="2325440"/>
                  </a:lnTo>
                  <a:lnTo>
                    <a:pt x="803004" y="2316891"/>
                  </a:lnTo>
                  <a:lnTo>
                    <a:pt x="801963" y="2308341"/>
                  </a:lnTo>
                  <a:lnTo>
                    <a:pt x="800726" y="2299792"/>
                  </a:lnTo>
                  <a:lnTo>
                    <a:pt x="799405" y="2291243"/>
                  </a:lnTo>
                  <a:lnTo>
                    <a:pt x="797839" y="2282693"/>
                  </a:lnTo>
                  <a:lnTo>
                    <a:pt x="796152" y="2274144"/>
                  </a:lnTo>
                  <a:lnTo>
                    <a:pt x="794296" y="2265594"/>
                  </a:lnTo>
                  <a:lnTo>
                    <a:pt x="792212" y="2257045"/>
                  </a:lnTo>
                  <a:lnTo>
                    <a:pt x="790028" y="2248496"/>
                  </a:lnTo>
                  <a:lnTo>
                    <a:pt x="787537" y="2239946"/>
                  </a:lnTo>
                  <a:lnTo>
                    <a:pt x="784917" y="2231397"/>
                  </a:lnTo>
                  <a:lnTo>
                    <a:pt x="782085" y="2222847"/>
                  </a:lnTo>
                  <a:lnTo>
                    <a:pt x="779003" y="2214298"/>
                  </a:lnTo>
                  <a:lnTo>
                    <a:pt x="775807" y="2205748"/>
                  </a:lnTo>
                  <a:lnTo>
                    <a:pt x="772247" y="2197199"/>
                  </a:lnTo>
                  <a:lnTo>
                    <a:pt x="768557" y="2188650"/>
                  </a:lnTo>
                  <a:lnTo>
                    <a:pt x="764614" y="2180100"/>
                  </a:lnTo>
                  <a:lnTo>
                    <a:pt x="760410" y="2171551"/>
                  </a:lnTo>
                  <a:lnTo>
                    <a:pt x="756071" y="2163001"/>
                  </a:lnTo>
                  <a:lnTo>
                    <a:pt x="751336" y="2154452"/>
                  </a:lnTo>
                  <a:lnTo>
                    <a:pt x="746469" y="2145903"/>
                  </a:lnTo>
                  <a:lnTo>
                    <a:pt x="741312" y="2137353"/>
                  </a:lnTo>
                  <a:lnTo>
                    <a:pt x="735894" y="2128804"/>
                  </a:lnTo>
                  <a:lnTo>
                    <a:pt x="730317" y="2120254"/>
                  </a:lnTo>
                  <a:lnTo>
                    <a:pt x="724340" y="2111705"/>
                  </a:lnTo>
                  <a:lnTo>
                    <a:pt x="718225" y="2103155"/>
                  </a:lnTo>
                  <a:lnTo>
                    <a:pt x="711794" y="2094606"/>
                  </a:lnTo>
                  <a:lnTo>
                    <a:pt x="705113" y="2086057"/>
                  </a:lnTo>
                  <a:lnTo>
                    <a:pt x="698251" y="2077507"/>
                  </a:lnTo>
                  <a:lnTo>
                    <a:pt x="691002" y="2068958"/>
                  </a:lnTo>
                  <a:lnTo>
                    <a:pt x="683616" y="2060408"/>
                  </a:lnTo>
                  <a:lnTo>
                    <a:pt x="675897" y="2051859"/>
                  </a:lnTo>
                  <a:lnTo>
                    <a:pt x="667948" y="2043310"/>
                  </a:lnTo>
                  <a:lnTo>
                    <a:pt x="659806" y="2034760"/>
                  </a:lnTo>
                  <a:lnTo>
                    <a:pt x="651305" y="2026211"/>
                  </a:lnTo>
                  <a:lnTo>
                    <a:pt x="642672" y="2017661"/>
                  </a:lnTo>
                  <a:lnTo>
                    <a:pt x="633706" y="2009112"/>
                  </a:lnTo>
                  <a:lnTo>
                    <a:pt x="624540" y="2000562"/>
                  </a:lnTo>
                  <a:lnTo>
                    <a:pt x="615176" y="1992013"/>
                  </a:lnTo>
                  <a:lnTo>
                    <a:pt x="605497" y="1983464"/>
                  </a:lnTo>
                  <a:lnTo>
                    <a:pt x="595696" y="1974914"/>
                  </a:lnTo>
                  <a:lnTo>
                    <a:pt x="585580" y="1966365"/>
                  </a:lnTo>
                  <a:lnTo>
                    <a:pt x="575301" y="1957815"/>
                  </a:lnTo>
                  <a:lnTo>
                    <a:pt x="564833" y="1949266"/>
                  </a:lnTo>
                  <a:lnTo>
                    <a:pt x="554105" y="1940717"/>
                  </a:lnTo>
                  <a:lnTo>
                    <a:pt x="543273" y="1932167"/>
                  </a:lnTo>
                  <a:lnTo>
                    <a:pt x="532163" y="1923618"/>
                  </a:lnTo>
                  <a:lnTo>
                    <a:pt x="520932" y="1915068"/>
                  </a:lnTo>
                  <a:lnTo>
                    <a:pt x="509536" y="1906519"/>
                  </a:lnTo>
                  <a:lnTo>
                    <a:pt x="497946" y="1897970"/>
                  </a:lnTo>
                  <a:lnTo>
                    <a:pt x="486274" y="1889420"/>
                  </a:lnTo>
                  <a:lnTo>
                    <a:pt x="474386" y="1880871"/>
                  </a:lnTo>
                  <a:lnTo>
                    <a:pt x="462419" y="1872321"/>
                  </a:lnTo>
                  <a:lnTo>
                    <a:pt x="450328" y="1863772"/>
                  </a:lnTo>
                  <a:lnTo>
                    <a:pt x="438117" y="1855222"/>
                  </a:lnTo>
                  <a:lnTo>
                    <a:pt x="425851" y="1846673"/>
                  </a:lnTo>
                  <a:lnTo>
                    <a:pt x="413453" y="1838124"/>
                  </a:lnTo>
                  <a:lnTo>
                    <a:pt x="401019" y="1829574"/>
                  </a:lnTo>
                  <a:lnTo>
                    <a:pt x="388519" y="1821025"/>
                  </a:lnTo>
                  <a:lnTo>
                    <a:pt x="375976" y="1812475"/>
                  </a:lnTo>
                  <a:lnTo>
                    <a:pt x="363411" y="1803926"/>
                  </a:lnTo>
                  <a:lnTo>
                    <a:pt x="350819" y="1795377"/>
                  </a:lnTo>
                  <a:lnTo>
                    <a:pt x="338232" y="1786827"/>
                  </a:lnTo>
                  <a:lnTo>
                    <a:pt x="325653" y="1778278"/>
                  </a:lnTo>
                  <a:lnTo>
                    <a:pt x="313108" y="1769728"/>
                  </a:lnTo>
                  <a:lnTo>
                    <a:pt x="300583" y="1761179"/>
                  </a:lnTo>
                  <a:lnTo>
                    <a:pt x="288148" y="1752629"/>
                  </a:lnTo>
                  <a:lnTo>
                    <a:pt x="275754" y="1744080"/>
                  </a:lnTo>
                  <a:lnTo>
                    <a:pt x="263462" y="1735531"/>
                  </a:lnTo>
                  <a:lnTo>
                    <a:pt x="251275" y="1726981"/>
                  </a:lnTo>
                  <a:lnTo>
                    <a:pt x="239163" y="1718432"/>
                  </a:lnTo>
                  <a:lnTo>
                    <a:pt x="227254" y="1709882"/>
                  </a:lnTo>
                  <a:lnTo>
                    <a:pt x="215427" y="1701333"/>
                  </a:lnTo>
                  <a:lnTo>
                    <a:pt x="203806" y="1692784"/>
                  </a:lnTo>
                  <a:lnTo>
                    <a:pt x="192356" y="1684234"/>
                  </a:lnTo>
                  <a:lnTo>
                    <a:pt x="181046" y="1675685"/>
                  </a:lnTo>
                  <a:lnTo>
                    <a:pt x="170043" y="1667135"/>
                  </a:lnTo>
                  <a:lnTo>
                    <a:pt x="159162" y="1658586"/>
                  </a:lnTo>
                  <a:lnTo>
                    <a:pt x="148603" y="1650036"/>
                  </a:lnTo>
                  <a:lnTo>
                    <a:pt x="138268" y="1641487"/>
                  </a:lnTo>
                  <a:lnTo>
                    <a:pt x="128148" y="1632938"/>
                  </a:lnTo>
                  <a:lnTo>
                    <a:pt x="118427" y="1624388"/>
                  </a:lnTo>
                  <a:lnTo>
                    <a:pt x="108865" y="1615839"/>
                  </a:lnTo>
                  <a:lnTo>
                    <a:pt x="99747" y="1607289"/>
                  </a:lnTo>
                  <a:lnTo>
                    <a:pt x="90891" y="1598740"/>
                  </a:lnTo>
                  <a:lnTo>
                    <a:pt x="82332" y="1590191"/>
                  </a:lnTo>
                  <a:lnTo>
                    <a:pt x="74244" y="1581641"/>
                  </a:lnTo>
                  <a:lnTo>
                    <a:pt x="66351" y="1573092"/>
                  </a:lnTo>
                  <a:lnTo>
                    <a:pt x="59022" y="1564542"/>
                  </a:lnTo>
                  <a:lnTo>
                    <a:pt x="51978" y="1555993"/>
                  </a:lnTo>
                  <a:lnTo>
                    <a:pt x="45315" y="1547444"/>
                  </a:lnTo>
                  <a:lnTo>
                    <a:pt x="39175" y="1538894"/>
                  </a:lnTo>
                  <a:lnTo>
                    <a:pt x="33260" y="1530345"/>
                  </a:lnTo>
                  <a:lnTo>
                    <a:pt x="28021" y="1521795"/>
                  </a:lnTo>
                  <a:lnTo>
                    <a:pt x="23077" y="1513246"/>
                  </a:lnTo>
                  <a:lnTo>
                    <a:pt x="18592" y="1504696"/>
                  </a:lnTo>
                  <a:lnTo>
                    <a:pt x="14659" y="1496147"/>
                  </a:lnTo>
                  <a:lnTo>
                    <a:pt x="10976" y="1487598"/>
                  </a:lnTo>
                  <a:lnTo>
                    <a:pt x="8068" y="1479048"/>
                  </a:lnTo>
                  <a:lnTo>
                    <a:pt x="5447" y="1470499"/>
                  </a:lnTo>
                  <a:lnTo>
                    <a:pt x="3356" y="1461949"/>
                  </a:lnTo>
                  <a:lnTo>
                    <a:pt x="1824" y="1453400"/>
                  </a:lnTo>
                  <a:lnTo>
                    <a:pt x="566" y="1444851"/>
                  </a:lnTo>
                  <a:lnTo>
                    <a:pt x="146" y="1436301"/>
                  </a:lnTo>
                  <a:lnTo>
                    <a:pt x="0" y="1427752"/>
                  </a:lnTo>
                  <a:lnTo>
                    <a:pt x="441" y="1419202"/>
                  </a:lnTo>
                  <a:lnTo>
                    <a:pt x="1426" y="1410653"/>
                  </a:lnTo>
                  <a:lnTo>
                    <a:pt x="2727" y="1402103"/>
                  </a:lnTo>
                  <a:lnTo>
                    <a:pt x="4850" y="1393554"/>
                  </a:lnTo>
                  <a:lnTo>
                    <a:pt x="7249" y="1385005"/>
                  </a:lnTo>
                  <a:lnTo>
                    <a:pt x="10275" y="1376455"/>
                  </a:lnTo>
                  <a:lnTo>
                    <a:pt x="13810" y="1367906"/>
                  </a:lnTo>
                  <a:lnTo>
                    <a:pt x="17694" y="1359356"/>
                  </a:lnTo>
                  <a:lnTo>
                    <a:pt x="22354" y="1350807"/>
                  </a:lnTo>
                  <a:lnTo>
                    <a:pt x="27285" y="1342258"/>
                  </a:lnTo>
                  <a:lnTo>
                    <a:pt x="32860" y="1333708"/>
                  </a:lnTo>
                  <a:lnTo>
                    <a:pt x="38892" y="1325159"/>
                  </a:lnTo>
                  <a:lnTo>
                    <a:pt x="45293" y="1316609"/>
                  </a:lnTo>
                  <a:lnTo>
                    <a:pt x="52402" y="1308060"/>
                  </a:lnTo>
                  <a:lnTo>
                    <a:pt x="59766" y="1299511"/>
                  </a:lnTo>
                  <a:lnTo>
                    <a:pt x="67767" y="1290961"/>
                  </a:lnTo>
                  <a:lnTo>
                    <a:pt x="76163" y="1282412"/>
                  </a:lnTo>
                  <a:lnTo>
                    <a:pt x="84931" y="1273862"/>
                  </a:lnTo>
                  <a:lnTo>
                    <a:pt x="94319" y="1265313"/>
                  </a:lnTo>
                  <a:lnTo>
                    <a:pt x="103940" y="1256763"/>
                  </a:lnTo>
                  <a:lnTo>
                    <a:pt x="114165" y="1248214"/>
                  </a:lnTo>
                  <a:lnTo>
                    <a:pt x="124715" y="1239665"/>
                  </a:lnTo>
                  <a:lnTo>
                    <a:pt x="135624" y="1231115"/>
                  </a:lnTo>
                  <a:lnTo>
                    <a:pt x="147051" y="1222566"/>
                  </a:lnTo>
                  <a:lnTo>
                    <a:pt x="158683" y="1214016"/>
                  </a:lnTo>
                  <a:lnTo>
                    <a:pt x="170860" y="1205467"/>
                  </a:lnTo>
                  <a:lnTo>
                    <a:pt x="183290" y="1196918"/>
                  </a:lnTo>
                  <a:lnTo>
                    <a:pt x="196048" y="1188368"/>
                  </a:lnTo>
                  <a:lnTo>
                    <a:pt x="209216" y="1179819"/>
                  </a:lnTo>
                  <a:lnTo>
                    <a:pt x="222555" y="1171269"/>
                  </a:lnTo>
                  <a:lnTo>
                    <a:pt x="236358" y="1162720"/>
                  </a:lnTo>
                  <a:lnTo>
                    <a:pt x="250345" y="1154170"/>
                  </a:lnTo>
                  <a:lnTo>
                    <a:pt x="264610" y="1145621"/>
                  </a:lnTo>
                  <a:lnTo>
                    <a:pt x="279177" y="1137072"/>
                  </a:lnTo>
                  <a:lnTo>
                    <a:pt x="293878" y="1128522"/>
                  </a:lnTo>
                  <a:lnTo>
                    <a:pt x="308942" y="1119973"/>
                  </a:lnTo>
                  <a:lnTo>
                    <a:pt x="324127" y="1111423"/>
                  </a:lnTo>
                  <a:lnTo>
                    <a:pt x="339527" y="1102874"/>
                  </a:lnTo>
                  <a:lnTo>
                    <a:pt x="355124" y="1094325"/>
                  </a:lnTo>
                  <a:lnTo>
                    <a:pt x="370817" y="1085775"/>
                  </a:lnTo>
                  <a:lnTo>
                    <a:pt x="386757" y="1077226"/>
                  </a:lnTo>
                  <a:lnTo>
                    <a:pt x="402763" y="1068676"/>
                  </a:lnTo>
                  <a:lnTo>
                    <a:pt x="418909" y="1060127"/>
                  </a:lnTo>
                  <a:lnTo>
                    <a:pt x="435159" y="1051577"/>
                  </a:lnTo>
                  <a:lnTo>
                    <a:pt x="451468" y="1043028"/>
                  </a:lnTo>
                  <a:lnTo>
                    <a:pt x="467892" y="1034479"/>
                  </a:lnTo>
                  <a:lnTo>
                    <a:pt x="484343" y="1025929"/>
                  </a:lnTo>
                  <a:lnTo>
                    <a:pt x="500851" y="1017380"/>
                  </a:lnTo>
                  <a:lnTo>
                    <a:pt x="517381" y="1008830"/>
                  </a:lnTo>
                  <a:lnTo>
                    <a:pt x="533927" y="1000281"/>
                  </a:lnTo>
                  <a:lnTo>
                    <a:pt x="550471" y="991732"/>
                  </a:lnTo>
                  <a:lnTo>
                    <a:pt x="567005" y="983182"/>
                  </a:lnTo>
                  <a:lnTo>
                    <a:pt x="583509" y="974633"/>
                  </a:lnTo>
                  <a:lnTo>
                    <a:pt x="599969" y="966083"/>
                  </a:lnTo>
                  <a:lnTo>
                    <a:pt x="616395" y="957534"/>
                  </a:lnTo>
                  <a:lnTo>
                    <a:pt x="632723" y="948985"/>
                  </a:lnTo>
                  <a:lnTo>
                    <a:pt x="649007" y="940435"/>
                  </a:lnTo>
                  <a:lnTo>
                    <a:pt x="665174" y="931886"/>
                  </a:lnTo>
                  <a:lnTo>
                    <a:pt x="681247" y="923336"/>
                  </a:lnTo>
                  <a:lnTo>
                    <a:pt x="697235" y="914787"/>
                  </a:lnTo>
                  <a:lnTo>
                    <a:pt x="713048" y="906237"/>
                  </a:lnTo>
                  <a:lnTo>
                    <a:pt x="728788" y="897688"/>
                  </a:lnTo>
                  <a:lnTo>
                    <a:pt x="744329" y="889139"/>
                  </a:lnTo>
                  <a:lnTo>
                    <a:pt x="759744" y="880589"/>
                  </a:lnTo>
                  <a:lnTo>
                    <a:pt x="775021" y="872040"/>
                  </a:lnTo>
                  <a:lnTo>
                    <a:pt x="790067" y="863490"/>
                  </a:lnTo>
                  <a:lnTo>
                    <a:pt x="805018" y="854941"/>
                  </a:lnTo>
                  <a:lnTo>
                    <a:pt x="819696" y="846392"/>
                  </a:lnTo>
                  <a:lnTo>
                    <a:pt x="834227" y="837842"/>
                  </a:lnTo>
                  <a:lnTo>
                    <a:pt x="848574" y="829293"/>
                  </a:lnTo>
                  <a:lnTo>
                    <a:pt x="862654" y="820743"/>
                  </a:lnTo>
                  <a:lnTo>
                    <a:pt x="876622" y="812194"/>
                  </a:lnTo>
                  <a:lnTo>
                    <a:pt x="890253" y="803644"/>
                  </a:lnTo>
                  <a:lnTo>
                    <a:pt x="903732" y="795095"/>
                  </a:lnTo>
                  <a:lnTo>
                    <a:pt x="916984" y="786546"/>
                  </a:lnTo>
                  <a:lnTo>
                    <a:pt x="929953" y="777996"/>
                  </a:lnTo>
                  <a:lnTo>
                    <a:pt x="942796" y="769447"/>
                  </a:lnTo>
                  <a:lnTo>
                    <a:pt x="955254" y="760897"/>
                  </a:lnTo>
                  <a:lnTo>
                    <a:pt x="967563" y="752348"/>
                  </a:lnTo>
                  <a:lnTo>
                    <a:pt x="979611" y="743799"/>
                  </a:lnTo>
                  <a:lnTo>
                    <a:pt x="991375" y="735249"/>
                  </a:lnTo>
                  <a:lnTo>
                    <a:pt x="1003005" y="726700"/>
                  </a:lnTo>
                  <a:lnTo>
                    <a:pt x="1014215" y="718150"/>
                  </a:lnTo>
                  <a:lnTo>
                    <a:pt x="1025289" y="709601"/>
                  </a:lnTo>
                  <a:lnTo>
                    <a:pt x="1036076" y="701051"/>
                  </a:lnTo>
                  <a:lnTo>
                    <a:pt x="1046589" y="692502"/>
                  </a:lnTo>
                  <a:lnTo>
                    <a:pt x="1056951" y="683953"/>
                  </a:lnTo>
                  <a:lnTo>
                    <a:pt x="1066904" y="675403"/>
                  </a:lnTo>
                  <a:lnTo>
                    <a:pt x="1076721" y="666854"/>
                  </a:lnTo>
                  <a:lnTo>
                    <a:pt x="1086236" y="658304"/>
                  </a:lnTo>
                  <a:lnTo>
                    <a:pt x="1095497" y="649755"/>
                  </a:lnTo>
                  <a:lnTo>
                    <a:pt x="1104593" y="641206"/>
                  </a:lnTo>
                  <a:lnTo>
                    <a:pt x="1113305" y="632656"/>
                  </a:lnTo>
                  <a:lnTo>
                    <a:pt x="1121885" y="624107"/>
                  </a:lnTo>
                  <a:lnTo>
                    <a:pt x="1130157" y="615557"/>
                  </a:lnTo>
                  <a:lnTo>
                    <a:pt x="1138201" y="607008"/>
                  </a:lnTo>
                  <a:lnTo>
                    <a:pt x="1146071" y="598459"/>
                  </a:lnTo>
                  <a:lnTo>
                    <a:pt x="1153591" y="589909"/>
                  </a:lnTo>
                  <a:lnTo>
                    <a:pt x="1160987" y="581360"/>
                  </a:lnTo>
                  <a:lnTo>
                    <a:pt x="1168076" y="572810"/>
                  </a:lnTo>
                  <a:lnTo>
                    <a:pt x="1174967" y="564261"/>
                  </a:lnTo>
                  <a:lnTo>
                    <a:pt x="1181680" y="555711"/>
                  </a:lnTo>
                  <a:lnTo>
                    <a:pt x="1188083" y="547162"/>
                  </a:lnTo>
                  <a:lnTo>
                    <a:pt x="1194371" y="538613"/>
                  </a:lnTo>
                  <a:lnTo>
                    <a:pt x="1200362" y="530063"/>
                  </a:lnTo>
                  <a:lnTo>
                    <a:pt x="1206186" y="521514"/>
                  </a:lnTo>
                  <a:lnTo>
                    <a:pt x="1211833" y="512964"/>
                  </a:lnTo>
                  <a:lnTo>
                    <a:pt x="1217211" y="504415"/>
                  </a:lnTo>
                  <a:lnTo>
                    <a:pt x="1222485" y="495866"/>
                  </a:lnTo>
                  <a:lnTo>
                    <a:pt x="1227479" y="487316"/>
                  </a:lnTo>
                  <a:lnTo>
                    <a:pt x="1232334" y="478767"/>
                  </a:lnTo>
                  <a:lnTo>
                    <a:pt x="1237020" y="470217"/>
                  </a:lnTo>
                  <a:lnTo>
                    <a:pt x="1241478" y="461668"/>
                  </a:lnTo>
                  <a:lnTo>
                    <a:pt x="1245843" y="453118"/>
                  </a:lnTo>
                  <a:lnTo>
                    <a:pt x="1249948" y="444569"/>
                  </a:lnTo>
                  <a:lnTo>
                    <a:pt x="1253944" y="436020"/>
                  </a:lnTo>
                  <a:lnTo>
                    <a:pt x="1257779" y="427470"/>
                  </a:lnTo>
                  <a:lnTo>
                    <a:pt x="1261425" y="418921"/>
                  </a:lnTo>
                  <a:lnTo>
                    <a:pt x="1264990" y="410371"/>
                  </a:lnTo>
                  <a:lnTo>
                    <a:pt x="1268321" y="401822"/>
                  </a:lnTo>
                  <a:lnTo>
                    <a:pt x="1271565" y="393273"/>
                  </a:lnTo>
                  <a:lnTo>
                    <a:pt x="1274662" y="384723"/>
                  </a:lnTo>
                  <a:lnTo>
                    <a:pt x="1277606" y="376174"/>
                  </a:lnTo>
                  <a:lnTo>
                    <a:pt x="1280479" y="367624"/>
                  </a:lnTo>
                  <a:lnTo>
                    <a:pt x="1283145" y="359075"/>
                  </a:lnTo>
                  <a:lnTo>
                    <a:pt x="1285745" y="350525"/>
                  </a:lnTo>
                  <a:lnTo>
                    <a:pt x="1288212" y="341976"/>
                  </a:lnTo>
                  <a:lnTo>
                    <a:pt x="1290559" y="333427"/>
                  </a:lnTo>
                  <a:lnTo>
                    <a:pt x="1292839" y="324877"/>
                  </a:lnTo>
                  <a:lnTo>
                    <a:pt x="1294950" y="316328"/>
                  </a:lnTo>
                  <a:lnTo>
                    <a:pt x="1297007" y="307778"/>
                  </a:lnTo>
                  <a:lnTo>
                    <a:pt x="1298947" y="299229"/>
                  </a:lnTo>
                  <a:lnTo>
                    <a:pt x="1300793" y="290680"/>
                  </a:lnTo>
                  <a:lnTo>
                    <a:pt x="1302578" y="282130"/>
                  </a:lnTo>
                  <a:lnTo>
                    <a:pt x="1304228" y="273581"/>
                  </a:lnTo>
                  <a:lnTo>
                    <a:pt x="1305835" y="265031"/>
                  </a:lnTo>
                  <a:lnTo>
                    <a:pt x="1307340" y="256482"/>
                  </a:lnTo>
                  <a:lnTo>
                    <a:pt x="1308773" y="247933"/>
                  </a:lnTo>
                  <a:lnTo>
                    <a:pt x="1310153" y="239383"/>
                  </a:lnTo>
                  <a:lnTo>
                    <a:pt x="1311427" y="230834"/>
                  </a:lnTo>
                  <a:lnTo>
                    <a:pt x="1312666" y="222284"/>
                  </a:lnTo>
                  <a:lnTo>
                    <a:pt x="1313818" y="213735"/>
                  </a:lnTo>
                  <a:lnTo>
                    <a:pt x="1314917" y="205185"/>
                  </a:lnTo>
                  <a:lnTo>
                    <a:pt x="1315968" y="196636"/>
                  </a:lnTo>
                  <a:lnTo>
                    <a:pt x="1316940" y="188087"/>
                  </a:lnTo>
                  <a:lnTo>
                    <a:pt x="1317882" y="179537"/>
                  </a:lnTo>
                  <a:lnTo>
                    <a:pt x="1318753" y="170988"/>
                  </a:lnTo>
                  <a:lnTo>
                    <a:pt x="1319585" y="162438"/>
                  </a:lnTo>
                  <a:lnTo>
                    <a:pt x="1320376" y="153889"/>
                  </a:lnTo>
                  <a:lnTo>
                    <a:pt x="1321107" y="145340"/>
                  </a:lnTo>
                  <a:lnTo>
                    <a:pt x="1321816" y="136790"/>
                  </a:lnTo>
                  <a:lnTo>
                    <a:pt x="1322465" y="128241"/>
                  </a:lnTo>
                  <a:lnTo>
                    <a:pt x="1323087" y="119691"/>
                  </a:lnTo>
                  <a:lnTo>
                    <a:pt x="1323674" y="111142"/>
                  </a:lnTo>
                  <a:lnTo>
                    <a:pt x="1324217" y="102592"/>
                  </a:lnTo>
                  <a:lnTo>
                    <a:pt x="1324743" y="94043"/>
                  </a:lnTo>
                  <a:lnTo>
                    <a:pt x="1325221" y="85494"/>
                  </a:lnTo>
                  <a:lnTo>
                    <a:pt x="1325679" y="76944"/>
                  </a:lnTo>
                  <a:lnTo>
                    <a:pt x="1326110" y="68395"/>
                  </a:lnTo>
                  <a:lnTo>
                    <a:pt x="1326508" y="59845"/>
                  </a:lnTo>
                  <a:lnTo>
                    <a:pt x="1326893" y="51296"/>
                  </a:lnTo>
                  <a:lnTo>
                    <a:pt x="1327240" y="42747"/>
                  </a:lnTo>
                  <a:lnTo>
                    <a:pt x="1327574" y="34197"/>
                  </a:lnTo>
                  <a:lnTo>
                    <a:pt x="1327886" y="25648"/>
                  </a:lnTo>
                  <a:lnTo>
                    <a:pt x="1328174" y="17098"/>
                  </a:lnTo>
                  <a:lnTo>
                    <a:pt x="1328452" y="8549"/>
                  </a:lnTo>
                  <a:lnTo>
                    <a:pt x="1328701" y="0"/>
                  </a:lnTo>
                  <a:lnTo>
                    <a:pt x="1335370" y="0"/>
                  </a:lnTo>
                  <a:lnTo>
                    <a:pt x="1335619" y="8549"/>
                  </a:lnTo>
                  <a:lnTo>
                    <a:pt x="1335897" y="17098"/>
                  </a:lnTo>
                  <a:lnTo>
                    <a:pt x="1336186" y="25648"/>
                  </a:lnTo>
                  <a:lnTo>
                    <a:pt x="1336497" y="34197"/>
                  </a:lnTo>
                  <a:lnTo>
                    <a:pt x="1336831" y="42747"/>
                  </a:lnTo>
                  <a:lnTo>
                    <a:pt x="1337178" y="51296"/>
                  </a:lnTo>
                  <a:lnTo>
                    <a:pt x="1337563" y="59845"/>
                  </a:lnTo>
                  <a:lnTo>
                    <a:pt x="1337962" y="68395"/>
                  </a:lnTo>
                  <a:lnTo>
                    <a:pt x="1338392" y="76944"/>
                  </a:lnTo>
                  <a:lnTo>
                    <a:pt x="1338850" y="85494"/>
                  </a:lnTo>
                  <a:lnTo>
                    <a:pt x="1339329" y="94043"/>
                  </a:lnTo>
                  <a:lnTo>
                    <a:pt x="1339854" y="102592"/>
                  </a:lnTo>
                  <a:lnTo>
                    <a:pt x="1340397" y="111142"/>
                  </a:lnTo>
                  <a:lnTo>
                    <a:pt x="1340985" y="119691"/>
                  </a:lnTo>
                  <a:lnTo>
                    <a:pt x="1341606" y="128241"/>
                  </a:lnTo>
                  <a:lnTo>
                    <a:pt x="1342256" y="136790"/>
                  </a:lnTo>
                  <a:lnTo>
                    <a:pt x="1342964" y="145340"/>
                  </a:lnTo>
                  <a:lnTo>
                    <a:pt x="1343695" y="153889"/>
                  </a:lnTo>
                  <a:lnTo>
                    <a:pt x="1344486" y="162438"/>
                  </a:lnTo>
                  <a:lnTo>
                    <a:pt x="1345318" y="170988"/>
                  </a:lnTo>
                  <a:lnTo>
                    <a:pt x="1346189" y="179537"/>
                  </a:lnTo>
                  <a:lnTo>
                    <a:pt x="1347131" y="188087"/>
                  </a:lnTo>
                  <a:lnTo>
                    <a:pt x="1348103" y="196636"/>
                  </a:lnTo>
                  <a:lnTo>
                    <a:pt x="1349154" y="205185"/>
                  </a:lnTo>
                  <a:lnTo>
                    <a:pt x="1350253" y="213735"/>
                  </a:lnTo>
                  <a:lnTo>
                    <a:pt x="1351406" y="222284"/>
                  </a:lnTo>
                  <a:lnTo>
                    <a:pt x="1352644" y="230834"/>
                  </a:lnTo>
                  <a:lnTo>
                    <a:pt x="1353919" y="239383"/>
                  </a:lnTo>
                  <a:lnTo>
                    <a:pt x="1355298" y="247933"/>
                  </a:lnTo>
                  <a:lnTo>
                    <a:pt x="1356731" y="256482"/>
                  </a:lnTo>
                  <a:lnTo>
                    <a:pt x="1358236" y="265031"/>
                  </a:lnTo>
                  <a:lnTo>
                    <a:pt x="1359843" y="273581"/>
                  </a:lnTo>
                  <a:lnTo>
                    <a:pt x="1361493" y="282130"/>
                  </a:lnTo>
                  <a:lnTo>
                    <a:pt x="1363279" y="290680"/>
                  </a:lnTo>
                  <a:lnTo>
                    <a:pt x="1365124" y="299229"/>
                  </a:lnTo>
                  <a:lnTo>
                    <a:pt x="1367064" y="307778"/>
                  </a:lnTo>
                  <a:lnTo>
                    <a:pt x="1369121" y="316328"/>
                  </a:lnTo>
                  <a:lnTo>
                    <a:pt x="1371232" y="324877"/>
                  </a:lnTo>
                  <a:lnTo>
                    <a:pt x="1373513" y="333427"/>
                  </a:lnTo>
                  <a:lnTo>
                    <a:pt x="1375859" y="341976"/>
                  </a:lnTo>
                  <a:lnTo>
                    <a:pt x="1378326" y="350525"/>
                  </a:lnTo>
                  <a:lnTo>
                    <a:pt x="1380926" y="359075"/>
                  </a:lnTo>
                  <a:lnTo>
                    <a:pt x="1383592" y="367624"/>
                  </a:lnTo>
                  <a:lnTo>
                    <a:pt x="1386465" y="376174"/>
                  </a:lnTo>
                  <a:lnTo>
                    <a:pt x="1389410" y="384723"/>
                  </a:lnTo>
                  <a:lnTo>
                    <a:pt x="1392506" y="393273"/>
                  </a:lnTo>
                  <a:lnTo>
                    <a:pt x="1395751" y="401822"/>
                  </a:lnTo>
                  <a:lnTo>
                    <a:pt x="1399081" y="410371"/>
                  </a:lnTo>
                  <a:lnTo>
                    <a:pt x="1402646" y="418921"/>
                  </a:lnTo>
                  <a:lnTo>
                    <a:pt x="1406293" y="427470"/>
                  </a:lnTo>
                  <a:lnTo>
                    <a:pt x="1410127" y="436020"/>
                  </a:lnTo>
                  <a:lnTo>
                    <a:pt x="1414123" y="444569"/>
                  </a:lnTo>
                  <a:lnTo>
                    <a:pt x="1418229" y="453118"/>
                  </a:lnTo>
                  <a:lnTo>
                    <a:pt x="1422593" y="461668"/>
                  </a:lnTo>
                  <a:lnTo>
                    <a:pt x="1427051" y="470217"/>
                  </a:lnTo>
                  <a:lnTo>
                    <a:pt x="1431737" y="478767"/>
                  </a:lnTo>
                  <a:lnTo>
                    <a:pt x="1436593" y="487316"/>
                  </a:lnTo>
                  <a:lnTo>
                    <a:pt x="1441586" y="495866"/>
                  </a:lnTo>
                  <a:lnTo>
                    <a:pt x="1446860" y="504415"/>
                  </a:lnTo>
                  <a:lnTo>
                    <a:pt x="1452239" y="512964"/>
                  </a:lnTo>
                  <a:lnTo>
                    <a:pt x="1457885" y="521514"/>
                  </a:lnTo>
                  <a:lnTo>
                    <a:pt x="1463709" y="530063"/>
                  </a:lnTo>
                  <a:lnTo>
                    <a:pt x="1469700" y="538613"/>
                  </a:lnTo>
                  <a:lnTo>
                    <a:pt x="1475988" y="547162"/>
                  </a:lnTo>
                  <a:lnTo>
                    <a:pt x="1482391" y="555711"/>
                  </a:lnTo>
                  <a:lnTo>
                    <a:pt x="1489104" y="564261"/>
                  </a:lnTo>
                  <a:lnTo>
                    <a:pt x="1495995" y="572810"/>
                  </a:lnTo>
                  <a:lnTo>
                    <a:pt x="1503084" y="581360"/>
                  </a:lnTo>
                  <a:lnTo>
                    <a:pt x="1510480" y="589909"/>
                  </a:lnTo>
                  <a:lnTo>
                    <a:pt x="1518000" y="598459"/>
                  </a:lnTo>
                  <a:lnTo>
                    <a:pt x="1525870" y="607008"/>
                  </a:lnTo>
                  <a:lnTo>
                    <a:pt x="1533914" y="615557"/>
                  </a:lnTo>
                  <a:lnTo>
                    <a:pt x="1542186" y="624107"/>
                  </a:lnTo>
                  <a:lnTo>
                    <a:pt x="1550766" y="632656"/>
                  </a:lnTo>
                  <a:lnTo>
                    <a:pt x="1559478" y="641206"/>
                  </a:lnTo>
                  <a:lnTo>
                    <a:pt x="1568574" y="649755"/>
                  </a:lnTo>
                  <a:lnTo>
                    <a:pt x="1577835" y="658304"/>
                  </a:lnTo>
                  <a:lnTo>
                    <a:pt x="1587350" y="666854"/>
                  </a:lnTo>
                  <a:lnTo>
                    <a:pt x="1597168" y="675403"/>
                  </a:lnTo>
                  <a:lnTo>
                    <a:pt x="1607120" y="683953"/>
                  </a:lnTo>
                  <a:lnTo>
                    <a:pt x="1617482" y="692502"/>
                  </a:lnTo>
                  <a:lnTo>
                    <a:pt x="1627996" y="701051"/>
                  </a:lnTo>
                  <a:lnTo>
                    <a:pt x="1638782" y="709601"/>
                  </a:lnTo>
                  <a:lnTo>
                    <a:pt x="1649856" y="718150"/>
                  </a:lnTo>
                  <a:lnTo>
                    <a:pt x="1661066" y="726700"/>
                  </a:lnTo>
                  <a:lnTo>
                    <a:pt x="1672697" y="735249"/>
                  </a:lnTo>
                  <a:lnTo>
                    <a:pt x="1684460" y="743799"/>
                  </a:lnTo>
                  <a:lnTo>
                    <a:pt x="1696508" y="752348"/>
                  </a:lnTo>
                  <a:lnTo>
                    <a:pt x="1708817" y="760897"/>
                  </a:lnTo>
                  <a:lnTo>
                    <a:pt x="1721276" y="769447"/>
                  </a:lnTo>
                  <a:lnTo>
                    <a:pt x="1734119" y="777996"/>
                  </a:lnTo>
                  <a:lnTo>
                    <a:pt x="1747087" y="786546"/>
                  </a:lnTo>
                  <a:lnTo>
                    <a:pt x="1760339" y="795095"/>
                  </a:lnTo>
                  <a:lnTo>
                    <a:pt x="1773818" y="803644"/>
                  </a:lnTo>
                  <a:lnTo>
                    <a:pt x="1787450" y="812194"/>
                  </a:lnTo>
                  <a:lnTo>
                    <a:pt x="1801417" y="820743"/>
                  </a:lnTo>
                  <a:lnTo>
                    <a:pt x="1815497" y="829293"/>
                  </a:lnTo>
                  <a:lnTo>
                    <a:pt x="1829844" y="837842"/>
                  </a:lnTo>
                  <a:lnTo>
                    <a:pt x="1844376" y="846392"/>
                  </a:lnTo>
                  <a:lnTo>
                    <a:pt x="1859053" y="854941"/>
                  </a:lnTo>
                  <a:lnTo>
                    <a:pt x="1874004" y="863490"/>
                  </a:lnTo>
                  <a:lnTo>
                    <a:pt x="1889050" y="872040"/>
                  </a:lnTo>
                  <a:lnTo>
                    <a:pt x="1904328" y="880589"/>
                  </a:lnTo>
                  <a:lnTo>
                    <a:pt x="1919742" y="889139"/>
                  </a:lnTo>
                  <a:lnTo>
                    <a:pt x="1935283" y="897688"/>
                  </a:lnTo>
                  <a:lnTo>
                    <a:pt x="1951024" y="906237"/>
                  </a:lnTo>
                  <a:lnTo>
                    <a:pt x="1966836" y="914787"/>
                  </a:lnTo>
                  <a:lnTo>
                    <a:pt x="1982824" y="923336"/>
                  </a:lnTo>
                  <a:lnTo>
                    <a:pt x="1998898" y="931886"/>
                  </a:lnTo>
                  <a:lnTo>
                    <a:pt x="2015064" y="940435"/>
                  </a:lnTo>
                  <a:lnTo>
                    <a:pt x="2031349" y="948985"/>
                  </a:lnTo>
                  <a:lnTo>
                    <a:pt x="2047676" y="957534"/>
                  </a:lnTo>
                  <a:lnTo>
                    <a:pt x="2064102" y="966083"/>
                  </a:lnTo>
                  <a:lnTo>
                    <a:pt x="2080562" y="974633"/>
                  </a:lnTo>
                  <a:lnTo>
                    <a:pt x="2097066" y="983182"/>
                  </a:lnTo>
                  <a:lnTo>
                    <a:pt x="2113600" y="991732"/>
                  </a:lnTo>
                  <a:lnTo>
                    <a:pt x="2130144" y="1000281"/>
                  </a:lnTo>
                  <a:lnTo>
                    <a:pt x="2146690" y="1008830"/>
                  </a:lnTo>
                  <a:lnTo>
                    <a:pt x="2163220" y="1017380"/>
                  </a:lnTo>
                  <a:lnTo>
                    <a:pt x="2179728" y="1025929"/>
                  </a:lnTo>
                  <a:lnTo>
                    <a:pt x="2196179" y="1034479"/>
                  </a:lnTo>
                  <a:lnTo>
                    <a:pt x="2212603" y="1043028"/>
                  </a:lnTo>
                  <a:lnTo>
                    <a:pt x="2228912" y="1051577"/>
                  </a:lnTo>
                  <a:lnTo>
                    <a:pt x="2245162" y="1060127"/>
                  </a:lnTo>
                  <a:lnTo>
                    <a:pt x="2261308" y="1068676"/>
                  </a:lnTo>
                  <a:lnTo>
                    <a:pt x="2277314" y="1077226"/>
                  </a:lnTo>
                  <a:lnTo>
                    <a:pt x="2293255" y="1085775"/>
                  </a:lnTo>
                  <a:lnTo>
                    <a:pt x="2308947" y="1094325"/>
                  </a:lnTo>
                  <a:lnTo>
                    <a:pt x="2324544" y="1102874"/>
                  </a:lnTo>
                  <a:lnTo>
                    <a:pt x="2339945" y="1111423"/>
                  </a:lnTo>
                  <a:lnTo>
                    <a:pt x="2355129" y="1119973"/>
                  </a:lnTo>
                  <a:lnTo>
                    <a:pt x="2370194" y="1128522"/>
                  </a:lnTo>
                  <a:lnTo>
                    <a:pt x="2384894" y="1137072"/>
                  </a:lnTo>
                  <a:lnTo>
                    <a:pt x="2399461" y="1145621"/>
                  </a:lnTo>
                  <a:lnTo>
                    <a:pt x="2413727" y="1154170"/>
                  </a:lnTo>
                  <a:lnTo>
                    <a:pt x="2427713" y="1162720"/>
                  </a:lnTo>
                  <a:lnTo>
                    <a:pt x="2441517" y="1171269"/>
                  </a:lnTo>
                  <a:lnTo>
                    <a:pt x="2454855" y="1179819"/>
                  </a:lnTo>
                  <a:lnTo>
                    <a:pt x="2468023" y="1188368"/>
                  </a:lnTo>
                  <a:lnTo>
                    <a:pt x="2480781" y="1196918"/>
                  </a:lnTo>
                  <a:lnTo>
                    <a:pt x="2493211" y="1205467"/>
                  </a:lnTo>
                  <a:lnTo>
                    <a:pt x="2505389" y="1214016"/>
                  </a:lnTo>
                  <a:lnTo>
                    <a:pt x="2517020" y="1222566"/>
                  </a:lnTo>
                  <a:lnTo>
                    <a:pt x="2528447" y="1231115"/>
                  </a:lnTo>
                  <a:lnTo>
                    <a:pt x="2539356" y="1239665"/>
                  </a:lnTo>
                  <a:lnTo>
                    <a:pt x="2549906" y="1248214"/>
                  </a:lnTo>
                  <a:lnTo>
                    <a:pt x="2560131" y="1256763"/>
                  </a:lnTo>
                  <a:lnTo>
                    <a:pt x="2569752" y="1265313"/>
                  </a:lnTo>
                  <a:lnTo>
                    <a:pt x="2579140" y="1273862"/>
                  </a:lnTo>
                  <a:lnTo>
                    <a:pt x="2587908" y="1282412"/>
                  </a:lnTo>
                  <a:lnTo>
                    <a:pt x="2596304" y="1290961"/>
                  </a:lnTo>
                  <a:lnTo>
                    <a:pt x="2604305" y="1299511"/>
                  </a:lnTo>
                  <a:lnTo>
                    <a:pt x="2611669" y="1308060"/>
                  </a:lnTo>
                  <a:lnTo>
                    <a:pt x="2618778" y="1316609"/>
                  </a:lnTo>
                  <a:lnTo>
                    <a:pt x="2625179" y="1325159"/>
                  </a:lnTo>
                  <a:lnTo>
                    <a:pt x="2631211" y="1333708"/>
                  </a:lnTo>
                  <a:lnTo>
                    <a:pt x="2636786" y="1342258"/>
                  </a:lnTo>
                  <a:lnTo>
                    <a:pt x="2641717" y="1350807"/>
                  </a:lnTo>
                  <a:lnTo>
                    <a:pt x="2646377" y="1359356"/>
                  </a:lnTo>
                  <a:lnTo>
                    <a:pt x="2650261" y="1367906"/>
                  </a:lnTo>
                  <a:lnTo>
                    <a:pt x="2653796" y="1376455"/>
                  </a:lnTo>
                  <a:lnTo>
                    <a:pt x="2656822" y="1385005"/>
                  </a:lnTo>
                  <a:lnTo>
                    <a:pt x="2659221" y="1393554"/>
                  </a:lnTo>
                  <a:lnTo>
                    <a:pt x="2661344" y="1402103"/>
                  </a:lnTo>
                  <a:lnTo>
                    <a:pt x="2662645" y="1410653"/>
                  </a:lnTo>
                  <a:lnTo>
                    <a:pt x="2663630" y="1419202"/>
                  </a:lnTo>
                  <a:lnTo>
                    <a:pt x="2664072" y="1427752"/>
                  </a:lnTo>
                  <a:lnTo>
                    <a:pt x="2663925" y="1436301"/>
                  </a:lnTo>
                  <a:lnTo>
                    <a:pt x="2663505" y="1444851"/>
                  </a:lnTo>
                  <a:lnTo>
                    <a:pt x="2662247" y="1453400"/>
                  </a:lnTo>
                  <a:lnTo>
                    <a:pt x="2660715" y="1461949"/>
                  </a:lnTo>
                  <a:lnTo>
                    <a:pt x="2658624" y="1470499"/>
                  </a:lnTo>
                  <a:lnTo>
                    <a:pt x="2656003" y="1479048"/>
                  </a:lnTo>
                  <a:lnTo>
                    <a:pt x="2653095" y="1487598"/>
                  </a:lnTo>
                  <a:lnTo>
                    <a:pt x="2649412" y="1496147"/>
                  </a:lnTo>
                  <a:lnTo>
                    <a:pt x="2645480" y="1504696"/>
                  </a:lnTo>
                  <a:lnTo>
                    <a:pt x="2640994" y="1513246"/>
                  </a:lnTo>
                  <a:lnTo>
                    <a:pt x="2636050" y="1521795"/>
                  </a:lnTo>
                  <a:lnTo>
                    <a:pt x="2630811" y="1530345"/>
                  </a:lnTo>
                  <a:lnTo>
                    <a:pt x="2624896" y="1538894"/>
                  </a:lnTo>
                  <a:lnTo>
                    <a:pt x="2618756" y="1547444"/>
                  </a:lnTo>
                  <a:lnTo>
                    <a:pt x="2612093" y="1555993"/>
                  </a:lnTo>
                  <a:lnTo>
                    <a:pt x="2605049" y="1564542"/>
                  </a:lnTo>
                  <a:lnTo>
                    <a:pt x="2597720" y="1573092"/>
                  </a:lnTo>
                  <a:lnTo>
                    <a:pt x="2589827" y="1581641"/>
                  </a:lnTo>
                  <a:lnTo>
                    <a:pt x="2581739" y="1590191"/>
                  </a:lnTo>
                  <a:lnTo>
                    <a:pt x="2573180" y="1598740"/>
                  </a:lnTo>
                  <a:lnTo>
                    <a:pt x="2564324" y="1607289"/>
                  </a:lnTo>
                  <a:lnTo>
                    <a:pt x="2555206" y="1615839"/>
                  </a:lnTo>
                  <a:lnTo>
                    <a:pt x="2545644" y="1624388"/>
                  </a:lnTo>
                  <a:lnTo>
                    <a:pt x="2535923" y="1632938"/>
                  </a:lnTo>
                  <a:lnTo>
                    <a:pt x="2525803" y="1641487"/>
                  </a:lnTo>
                  <a:lnTo>
                    <a:pt x="2515468" y="1650036"/>
                  </a:lnTo>
                  <a:lnTo>
                    <a:pt x="2504909" y="1658586"/>
                  </a:lnTo>
                  <a:lnTo>
                    <a:pt x="2494028" y="1667135"/>
                  </a:lnTo>
                  <a:lnTo>
                    <a:pt x="2483025" y="1675685"/>
                  </a:lnTo>
                  <a:lnTo>
                    <a:pt x="2471715" y="1684234"/>
                  </a:lnTo>
                  <a:lnTo>
                    <a:pt x="2460265" y="1692784"/>
                  </a:lnTo>
                  <a:lnTo>
                    <a:pt x="2448644" y="1701333"/>
                  </a:lnTo>
                  <a:lnTo>
                    <a:pt x="2436817" y="1709882"/>
                  </a:lnTo>
                  <a:lnTo>
                    <a:pt x="2424908" y="1718432"/>
                  </a:lnTo>
                  <a:lnTo>
                    <a:pt x="2412796" y="1726981"/>
                  </a:lnTo>
                  <a:lnTo>
                    <a:pt x="2400609" y="1735531"/>
                  </a:lnTo>
                  <a:lnTo>
                    <a:pt x="2388317" y="1744080"/>
                  </a:lnTo>
                  <a:lnTo>
                    <a:pt x="2375924" y="1752629"/>
                  </a:lnTo>
                  <a:lnTo>
                    <a:pt x="2363489" y="1761179"/>
                  </a:lnTo>
                  <a:lnTo>
                    <a:pt x="2350963" y="1769728"/>
                  </a:lnTo>
                  <a:lnTo>
                    <a:pt x="2338418" y="1778278"/>
                  </a:lnTo>
                  <a:lnTo>
                    <a:pt x="2325840" y="1786827"/>
                  </a:lnTo>
                  <a:lnTo>
                    <a:pt x="2313252" y="1795377"/>
                  </a:lnTo>
                  <a:lnTo>
                    <a:pt x="2300661" y="1803926"/>
                  </a:lnTo>
                  <a:lnTo>
                    <a:pt x="2288096" y="1812475"/>
                  </a:lnTo>
                  <a:lnTo>
                    <a:pt x="2275552" y="1821025"/>
                  </a:lnTo>
                  <a:lnTo>
                    <a:pt x="2263052" y="1829574"/>
                  </a:lnTo>
                  <a:lnTo>
                    <a:pt x="2250618" y="1838124"/>
                  </a:lnTo>
                  <a:lnTo>
                    <a:pt x="2238220" y="1846673"/>
                  </a:lnTo>
                  <a:lnTo>
                    <a:pt x="2225955" y="1855222"/>
                  </a:lnTo>
                  <a:lnTo>
                    <a:pt x="2213743" y="1863772"/>
                  </a:lnTo>
                  <a:lnTo>
                    <a:pt x="2201652" y="1872321"/>
                  </a:lnTo>
                  <a:lnTo>
                    <a:pt x="2189686" y="1880871"/>
                  </a:lnTo>
                  <a:lnTo>
                    <a:pt x="2177797" y="1889420"/>
                  </a:lnTo>
                  <a:lnTo>
                    <a:pt x="2166126" y="1897970"/>
                  </a:lnTo>
                  <a:lnTo>
                    <a:pt x="2154536" y="1906519"/>
                  </a:lnTo>
                  <a:lnTo>
                    <a:pt x="2143140" y="1915068"/>
                  </a:lnTo>
                  <a:lnTo>
                    <a:pt x="2131908" y="1923618"/>
                  </a:lnTo>
                  <a:lnTo>
                    <a:pt x="2120798" y="1932167"/>
                  </a:lnTo>
                  <a:lnTo>
                    <a:pt x="2109966" y="1940717"/>
                  </a:lnTo>
                  <a:lnTo>
                    <a:pt x="2099239" y="1949266"/>
                  </a:lnTo>
                  <a:lnTo>
                    <a:pt x="2088771" y="1957815"/>
                  </a:lnTo>
                  <a:lnTo>
                    <a:pt x="2078491" y="1966365"/>
                  </a:lnTo>
                  <a:lnTo>
                    <a:pt x="2068375" y="1974914"/>
                  </a:lnTo>
                  <a:lnTo>
                    <a:pt x="2058575" y="1983464"/>
                  </a:lnTo>
                  <a:lnTo>
                    <a:pt x="2048895" y="1992013"/>
                  </a:lnTo>
                  <a:lnTo>
                    <a:pt x="2039532" y="2000562"/>
                  </a:lnTo>
                  <a:lnTo>
                    <a:pt x="2030365" y="2009112"/>
                  </a:lnTo>
                  <a:lnTo>
                    <a:pt x="2021399" y="2017661"/>
                  </a:lnTo>
                  <a:lnTo>
                    <a:pt x="2012766" y="2026211"/>
                  </a:lnTo>
                  <a:lnTo>
                    <a:pt x="2004265" y="2034760"/>
                  </a:lnTo>
                  <a:lnTo>
                    <a:pt x="1996123" y="2043310"/>
                  </a:lnTo>
                  <a:lnTo>
                    <a:pt x="1988174" y="2051859"/>
                  </a:lnTo>
                  <a:lnTo>
                    <a:pt x="1980455" y="2060408"/>
                  </a:lnTo>
                  <a:lnTo>
                    <a:pt x="1973069" y="2068958"/>
                  </a:lnTo>
                  <a:lnTo>
                    <a:pt x="1965820" y="2077507"/>
                  </a:lnTo>
                  <a:lnTo>
                    <a:pt x="1958958" y="2086057"/>
                  </a:lnTo>
                  <a:lnTo>
                    <a:pt x="1952277" y="2094606"/>
                  </a:lnTo>
                  <a:lnTo>
                    <a:pt x="1945846" y="2103155"/>
                  </a:lnTo>
                  <a:lnTo>
                    <a:pt x="1939731" y="2111705"/>
                  </a:lnTo>
                  <a:lnTo>
                    <a:pt x="1933754" y="2120254"/>
                  </a:lnTo>
                  <a:lnTo>
                    <a:pt x="1928177" y="2128804"/>
                  </a:lnTo>
                  <a:lnTo>
                    <a:pt x="1922759" y="2137353"/>
                  </a:lnTo>
                  <a:lnTo>
                    <a:pt x="1917603" y="2145903"/>
                  </a:lnTo>
                  <a:lnTo>
                    <a:pt x="1912735" y="2154452"/>
                  </a:lnTo>
                  <a:lnTo>
                    <a:pt x="1908000" y="2163001"/>
                  </a:lnTo>
                  <a:lnTo>
                    <a:pt x="1903661" y="2171551"/>
                  </a:lnTo>
                  <a:lnTo>
                    <a:pt x="1899457" y="2180100"/>
                  </a:lnTo>
                  <a:lnTo>
                    <a:pt x="1895514" y="2188650"/>
                  </a:lnTo>
                  <a:lnTo>
                    <a:pt x="1891824" y="2197199"/>
                  </a:lnTo>
                  <a:lnTo>
                    <a:pt x="1888264" y="2205748"/>
                  </a:lnTo>
                  <a:lnTo>
                    <a:pt x="1885068" y="2214298"/>
                  </a:lnTo>
                  <a:lnTo>
                    <a:pt x="1881986" y="2222847"/>
                  </a:lnTo>
                  <a:lnTo>
                    <a:pt x="1879154" y="2231397"/>
                  </a:lnTo>
                  <a:lnTo>
                    <a:pt x="1876534" y="2239946"/>
                  </a:lnTo>
                  <a:lnTo>
                    <a:pt x="1874044" y="2248496"/>
                  </a:lnTo>
                  <a:lnTo>
                    <a:pt x="1871860" y="2257045"/>
                  </a:lnTo>
                  <a:lnTo>
                    <a:pt x="1869775" y="2265594"/>
                  </a:lnTo>
                  <a:lnTo>
                    <a:pt x="1867919" y="2274144"/>
                  </a:lnTo>
                  <a:lnTo>
                    <a:pt x="1866232" y="2282693"/>
                  </a:lnTo>
                  <a:lnTo>
                    <a:pt x="1864666" y="2291243"/>
                  </a:lnTo>
                  <a:lnTo>
                    <a:pt x="1863346" y="2299792"/>
                  </a:lnTo>
                  <a:lnTo>
                    <a:pt x="1862108" y="2308341"/>
                  </a:lnTo>
                  <a:lnTo>
                    <a:pt x="1861067" y="2316891"/>
                  </a:lnTo>
                  <a:lnTo>
                    <a:pt x="1860153" y="2325440"/>
                  </a:lnTo>
                  <a:lnTo>
                    <a:pt x="1859345" y="2333990"/>
                  </a:lnTo>
                  <a:lnTo>
                    <a:pt x="1858722" y="2342539"/>
                  </a:lnTo>
                  <a:lnTo>
                    <a:pt x="1858163" y="2351088"/>
                  </a:lnTo>
                  <a:lnTo>
                    <a:pt x="1857761" y="2359638"/>
                  </a:lnTo>
                  <a:lnTo>
                    <a:pt x="1857446" y="2368187"/>
                  </a:lnTo>
                  <a:lnTo>
                    <a:pt x="1857217" y="2376737"/>
                  </a:lnTo>
                  <a:lnTo>
                    <a:pt x="1857112" y="2385286"/>
                  </a:lnTo>
                  <a:lnTo>
                    <a:pt x="1857054" y="2393836"/>
                  </a:lnTo>
                  <a:lnTo>
                    <a:pt x="1857107" y="2402385"/>
                  </a:lnTo>
                  <a:lnTo>
                    <a:pt x="1857212" y="2410934"/>
                  </a:lnTo>
                  <a:lnTo>
                    <a:pt x="1857377" y="2419484"/>
                  </a:lnTo>
                  <a:lnTo>
                    <a:pt x="1857612" y="2428033"/>
                  </a:lnTo>
                  <a:lnTo>
                    <a:pt x="1857874" y="2436583"/>
                  </a:lnTo>
                  <a:lnTo>
                    <a:pt x="1858200" y="2445132"/>
                  </a:lnTo>
                  <a:lnTo>
                    <a:pt x="1858548" y="2453681"/>
                  </a:lnTo>
                  <a:lnTo>
                    <a:pt x="1858925" y="2462231"/>
                  </a:lnTo>
                  <a:lnTo>
                    <a:pt x="1859326" y="2470780"/>
                  </a:lnTo>
                  <a:lnTo>
                    <a:pt x="1859736" y="2479330"/>
                  </a:lnTo>
                  <a:lnTo>
                    <a:pt x="1860159" y="2487879"/>
                  </a:lnTo>
                  <a:lnTo>
                    <a:pt x="1860580" y="2496429"/>
                  </a:lnTo>
                  <a:lnTo>
                    <a:pt x="1860999" y="2504978"/>
                  </a:lnTo>
                  <a:lnTo>
                    <a:pt x="1861403" y="2513527"/>
                  </a:lnTo>
                  <a:lnTo>
                    <a:pt x="1861800" y="2522077"/>
                  </a:lnTo>
                  <a:lnTo>
                    <a:pt x="1862161" y="2530626"/>
                  </a:lnTo>
                  <a:lnTo>
                    <a:pt x="1862503" y="2539176"/>
                  </a:lnTo>
                  <a:lnTo>
                    <a:pt x="1862811" y="2547725"/>
                  </a:lnTo>
                  <a:lnTo>
                    <a:pt x="1863074" y="2556274"/>
                  </a:lnTo>
                  <a:lnTo>
                    <a:pt x="1863315" y="2564824"/>
                  </a:lnTo>
                  <a:lnTo>
                    <a:pt x="1863475" y="2573373"/>
                  </a:lnTo>
                  <a:lnTo>
                    <a:pt x="1863606" y="2581923"/>
                  </a:lnTo>
                  <a:lnTo>
                    <a:pt x="1863672" y="2590472"/>
                  </a:lnTo>
                  <a:lnTo>
                    <a:pt x="1863671" y="2599022"/>
                  </a:lnTo>
                  <a:lnTo>
                    <a:pt x="1863631" y="2607571"/>
                  </a:lnTo>
                  <a:lnTo>
                    <a:pt x="1863482" y="2616120"/>
                  </a:lnTo>
                  <a:lnTo>
                    <a:pt x="1863292" y="2624670"/>
                  </a:lnTo>
                  <a:lnTo>
                    <a:pt x="1863011" y="2633219"/>
                  </a:lnTo>
                  <a:lnTo>
                    <a:pt x="1862650" y="2641769"/>
                  </a:lnTo>
                  <a:lnTo>
                    <a:pt x="1862234" y="2650318"/>
                  </a:lnTo>
                  <a:lnTo>
                    <a:pt x="1861690" y="2658867"/>
                  </a:lnTo>
                  <a:lnTo>
                    <a:pt x="1861098" y="2667417"/>
                  </a:lnTo>
                  <a:lnTo>
                    <a:pt x="1860393" y="2675966"/>
                  </a:lnTo>
                  <a:lnTo>
                    <a:pt x="1859602" y="2684516"/>
                  </a:lnTo>
                  <a:lnTo>
                    <a:pt x="1858743" y="2693065"/>
                  </a:lnTo>
                  <a:lnTo>
                    <a:pt x="1857746" y="2701614"/>
                  </a:lnTo>
                  <a:lnTo>
                    <a:pt x="1856698" y="2710164"/>
                  </a:lnTo>
                  <a:lnTo>
                    <a:pt x="1855519" y="2718713"/>
                  </a:lnTo>
                  <a:lnTo>
                    <a:pt x="1854257" y="2727263"/>
                  </a:lnTo>
                  <a:lnTo>
                    <a:pt x="1852914" y="2735812"/>
                  </a:lnTo>
                  <a:lnTo>
                    <a:pt x="1851434" y="2744362"/>
                  </a:lnTo>
                  <a:lnTo>
                    <a:pt x="1849901" y="2752911"/>
                  </a:lnTo>
                  <a:lnTo>
                    <a:pt x="1848227" y="2761460"/>
                  </a:lnTo>
                  <a:lnTo>
                    <a:pt x="1846476" y="2770010"/>
                  </a:lnTo>
                  <a:lnTo>
                    <a:pt x="1844637" y="2778559"/>
                  </a:lnTo>
                  <a:lnTo>
                    <a:pt x="1842668" y="2787109"/>
                  </a:lnTo>
                  <a:lnTo>
                    <a:pt x="1840646" y="2795658"/>
                  </a:lnTo>
                  <a:lnTo>
                    <a:pt x="1838480" y="2804207"/>
                  </a:lnTo>
                  <a:lnTo>
                    <a:pt x="1836246" y="2812757"/>
                  </a:lnTo>
                  <a:lnTo>
                    <a:pt x="1833920" y="2821306"/>
                  </a:lnTo>
                  <a:lnTo>
                    <a:pt x="1831477" y="2829856"/>
                  </a:lnTo>
                  <a:lnTo>
                    <a:pt x="1828984" y="2838405"/>
                  </a:lnTo>
                  <a:lnTo>
                    <a:pt x="1826349" y="2846955"/>
                  </a:lnTo>
                  <a:lnTo>
                    <a:pt x="1823656" y="2855504"/>
                  </a:lnTo>
                  <a:lnTo>
                    <a:pt x="1820873" y="2864053"/>
                  </a:lnTo>
                  <a:lnTo>
                    <a:pt x="1817988" y="2872603"/>
                  </a:lnTo>
                  <a:lnTo>
                    <a:pt x="1815058" y="2881152"/>
                  </a:lnTo>
                  <a:lnTo>
                    <a:pt x="1811993" y="2889702"/>
                  </a:lnTo>
                  <a:lnTo>
                    <a:pt x="1808882" y="2898251"/>
                  </a:lnTo>
                  <a:lnTo>
                    <a:pt x="1805685" y="2906800"/>
                  </a:lnTo>
                  <a:lnTo>
                    <a:pt x="1802403" y="2915350"/>
                  </a:lnTo>
                  <a:lnTo>
                    <a:pt x="1799080" y="2923899"/>
                  </a:lnTo>
                  <a:lnTo>
                    <a:pt x="1795637" y="2932449"/>
                  </a:lnTo>
                  <a:lnTo>
                    <a:pt x="1792158" y="2940998"/>
                  </a:lnTo>
                  <a:lnTo>
                    <a:pt x="1788600" y="2949547"/>
                  </a:lnTo>
                  <a:lnTo>
                    <a:pt x="1784974" y="2958097"/>
                  </a:lnTo>
                  <a:lnTo>
                    <a:pt x="1781309" y="2966646"/>
                  </a:lnTo>
                  <a:lnTo>
                    <a:pt x="1777547" y="2975196"/>
                  </a:lnTo>
                  <a:lnTo>
                    <a:pt x="1773755" y="2983745"/>
                  </a:lnTo>
                  <a:lnTo>
                    <a:pt x="1769894" y="2992295"/>
                  </a:lnTo>
                  <a:lnTo>
                    <a:pt x="1765980" y="3000844"/>
                  </a:lnTo>
                  <a:lnTo>
                    <a:pt x="1762031" y="3009393"/>
                  </a:lnTo>
                  <a:lnTo>
                    <a:pt x="1758007" y="3017943"/>
                  </a:lnTo>
                  <a:lnTo>
                    <a:pt x="1753959" y="3026492"/>
                  </a:lnTo>
                  <a:lnTo>
                    <a:pt x="1749853" y="3035042"/>
                  </a:lnTo>
                  <a:lnTo>
                    <a:pt x="1745709" y="3043591"/>
                  </a:lnTo>
                  <a:lnTo>
                    <a:pt x="1741534" y="3052140"/>
                  </a:lnTo>
                  <a:lnTo>
                    <a:pt x="1737304" y="3060690"/>
                  </a:lnTo>
                  <a:lnTo>
                    <a:pt x="1733055" y="3069239"/>
                  </a:lnTo>
                  <a:lnTo>
                    <a:pt x="1728760" y="3077789"/>
                  </a:lnTo>
                  <a:lnTo>
                    <a:pt x="1724439" y="3086338"/>
                  </a:lnTo>
                  <a:lnTo>
                    <a:pt x="1720093" y="3094888"/>
                  </a:lnTo>
                  <a:lnTo>
                    <a:pt x="1715709" y="3103437"/>
                  </a:lnTo>
                  <a:lnTo>
                    <a:pt x="1711311" y="3111986"/>
                  </a:lnTo>
                  <a:lnTo>
                    <a:pt x="1706878" y="3120536"/>
                  </a:lnTo>
                  <a:lnTo>
                    <a:pt x="1702429" y="3129085"/>
                  </a:lnTo>
                  <a:lnTo>
                    <a:pt x="1697962" y="3137635"/>
                  </a:lnTo>
                  <a:lnTo>
                    <a:pt x="1693470" y="3146184"/>
                  </a:lnTo>
                  <a:lnTo>
                    <a:pt x="1688970" y="3154733"/>
                  </a:lnTo>
                  <a:lnTo>
                    <a:pt x="1684446" y="3163283"/>
                  </a:lnTo>
                  <a:lnTo>
                    <a:pt x="1679914" y="3171832"/>
                  </a:lnTo>
                  <a:lnTo>
                    <a:pt x="1675369" y="3180382"/>
                  </a:lnTo>
                  <a:lnTo>
                    <a:pt x="1670812" y="3188931"/>
                  </a:lnTo>
                  <a:lnTo>
                    <a:pt x="1666250" y="3197481"/>
                  </a:lnTo>
                  <a:lnTo>
                    <a:pt x="1661676" y="3206030"/>
                  </a:lnTo>
                  <a:lnTo>
                    <a:pt x="1657099" y="3214579"/>
                  </a:lnTo>
                  <a:lnTo>
                    <a:pt x="1652516" y="3223129"/>
                  </a:lnTo>
                  <a:lnTo>
                    <a:pt x="1647930" y="3231678"/>
                  </a:lnTo>
                  <a:lnTo>
                    <a:pt x="1643343" y="3240228"/>
                  </a:lnTo>
                  <a:lnTo>
                    <a:pt x="1638755" y="3248777"/>
                  </a:lnTo>
                  <a:lnTo>
                    <a:pt x="1634168" y="3257326"/>
                  </a:lnTo>
                  <a:lnTo>
                    <a:pt x="1629582" y="3265876"/>
                  </a:lnTo>
                  <a:lnTo>
                    <a:pt x="1625001" y="3274425"/>
                  </a:lnTo>
                  <a:lnTo>
                    <a:pt x="1620421" y="3282975"/>
                  </a:lnTo>
                  <a:lnTo>
                    <a:pt x="1615851" y="3291524"/>
                  </a:lnTo>
                  <a:lnTo>
                    <a:pt x="1611285" y="3300073"/>
                  </a:lnTo>
                  <a:lnTo>
                    <a:pt x="1606728" y="3308623"/>
                  </a:lnTo>
                  <a:lnTo>
                    <a:pt x="1602181" y="3317172"/>
                  </a:lnTo>
                  <a:lnTo>
                    <a:pt x="1597640" y="3325722"/>
                  </a:lnTo>
                  <a:lnTo>
                    <a:pt x="1593118" y="3334271"/>
                  </a:lnTo>
                  <a:lnTo>
                    <a:pt x="1588603" y="3342821"/>
                  </a:lnTo>
                  <a:lnTo>
                    <a:pt x="1584105" y="3351370"/>
                  </a:lnTo>
                  <a:lnTo>
                    <a:pt x="1579622" y="3359919"/>
                  </a:lnTo>
                  <a:lnTo>
                    <a:pt x="1575149" y="3368469"/>
                  </a:lnTo>
                  <a:lnTo>
                    <a:pt x="1570703" y="3377018"/>
                  </a:lnTo>
                  <a:lnTo>
                    <a:pt x="1566268" y="3385568"/>
                  </a:lnTo>
                  <a:lnTo>
                    <a:pt x="1561857" y="3394117"/>
                  </a:lnTo>
                  <a:lnTo>
                    <a:pt x="1557466" y="3402666"/>
                  </a:lnTo>
                  <a:lnTo>
                    <a:pt x="1553091" y="3411216"/>
                  </a:lnTo>
                  <a:lnTo>
                    <a:pt x="1548751" y="3419765"/>
                  </a:lnTo>
                  <a:lnTo>
                    <a:pt x="1544423" y="3428315"/>
                  </a:lnTo>
                  <a:lnTo>
                    <a:pt x="1540129" y="3436864"/>
                  </a:lnTo>
                  <a:lnTo>
                    <a:pt x="1535859" y="3445414"/>
                  </a:lnTo>
                  <a:lnTo>
                    <a:pt x="1531611" y="3453963"/>
                  </a:lnTo>
                  <a:lnTo>
                    <a:pt x="1527404" y="3462512"/>
                  </a:lnTo>
                  <a:lnTo>
                    <a:pt x="1523213" y="3471062"/>
                  </a:lnTo>
                  <a:lnTo>
                    <a:pt x="1519066" y="3479611"/>
                  </a:lnTo>
                  <a:lnTo>
                    <a:pt x="1514945" y="3488161"/>
                  </a:lnTo>
                  <a:lnTo>
                    <a:pt x="1510853" y="3496710"/>
                  </a:lnTo>
                  <a:lnTo>
                    <a:pt x="1506808" y="3505259"/>
                  </a:lnTo>
                  <a:lnTo>
                    <a:pt x="1502782" y="3513809"/>
                  </a:lnTo>
                  <a:lnTo>
                    <a:pt x="1498810" y="3522358"/>
                  </a:lnTo>
                  <a:lnTo>
                    <a:pt x="1494867" y="3530908"/>
                  </a:lnTo>
                  <a:lnTo>
                    <a:pt x="1490960" y="3539457"/>
                  </a:lnTo>
                  <a:lnTo>
                    <a:pt x="1487104" y="3548007"/>
                  </a:lnTo>
                  <a:lnTo>
                    <a:pt x="1483271" y="3556556"/>
                  </a:lnTo>
                  <a:lnTo>
                    <a:pt x="1479503" y="3565105"/>
                  </a:lnTo>
                  <a:lnTo>
                    <a:pt x="1475764" y="3573655"/>
                  </a:lnTo>
                  <a:lnTo>
                    <a:pt x="1472069" y="3582204"/>
                  </a:lnTo>
                  <a:lnTo>
                    <a:pt x="1468430" y="3590754"/>
                  </a:lnTo>
                  <a:lnTo>
                    <a:pt x="1464815" y="3599303"/>
                  </a:lnTo>
                  <a:lnTo>
                    <a:pt x="1461275" y="3607852"/>
                  </a:lnTo>
                  <a:lnTo>
                    <a:pt x="1457766" y="3616402"/>
                  </a:lnTo>
                  <a:lnTo>
                    <a:pt x="1454308" y="3624951"/>
                  </a:lnTo>
                  <a:lnTo>
                    <a:pt x="1450907" y="3633501"/>
                  </a:lnTo>
                  <a:lnTo>
                    <a:pt x="1447533" y="3642050"/>
                  </a:lnTo>
                  <a:lnTo>
                    <a:pt x="1444245" y="3650599"/>
                  </a:lnTo>
                  <a:lnTo>
                    <a:pt x="1440985" y="3659149"/>
                  </a:lnTo>
                  <a:lnTo>
                    <a:pt x="1437785" y="3667698"/>
                  </a:lnTo>
                  <a:lnTo>
                    <a:pt x="1434642" y="3676248"/>
                  </a:lnTo>
                  <a:lnTo>
                    <a:pt x="1431531" y="3684797"/>
                  </a:lnTo>
                  <a:lnTo>
                    <a:pt x="1428508" y="3693347"/>
                  </a:lnTo>
                  <a:lnTo>
                    <a:pt x="1425514" y="3701896"/>
                  </a:lnTo>
                  <a:lnTo>
                    <a:pt x="1422587" y="3710445"/>
                  </a:lnTo>
                  <a:lnTo>
                    <a:pt x="1419716" y="3718995"/>
                  </a:lnTo>
                  <a:lnTo>
                    <a:pt x="1416882" y="3727544"/>
                  </a:lnTo>
                  <a:lnTo>
                    <a:pt x="1414135" y="3736094"/>
                  </a:lnTo>
                  <a:lnTo>
                    <a:pt x="1411418" y="3744643"/>
                  </a:lnTo>
                  <a:lnTo>
                    <a:pt x="1408773" y="3753192"/>
                  </a:lnTo>
                  <a:lnTo>
                    <a:pt x="1406182" y="3761742"/>
                  </a:lnTo>
                  <a:lnTo>
                    <a:pt x="1403633" y="3770291"/>
                  </a:lnTo>
                  <a:lnTo>
                    <a:pt x="1401168" y="3778841"/>
                  </a:lnTo>
                  <a:lnTo>
                    <a:pt x="1398733" y="3787390"/>
                  </a:lnTo>
                  <a:lnTo>
                    <a:pt x="1396374" y="3795940"/>
                  </a:lnTo>
                  <a:lnTo>
                    <a:pt x="1394065" y="3804489"/>
                  </a:lnTo>
                  <a:lnTo>
                    <a:pt x="1391800" y="3813038"/>
                  </a:lnTo>
                  <a:lnTo>
                    <a:pt x="1389616" y="3821588"/>
                  </a:lnTo>
                  <a:lnTo>
                    <a:pt x="1387461" y="3830137"/>
                  </a:lnTo>
                  <a:lnTo>
                    <a:pt x="1385385" y="3838687"/>
                  </a:lnTo>
                  <a:lnTo>
                    <a:pt x="1383353" y="3847236"/>
                  </a:lnTo>
                  <a:lnTo>
                    <a:pt x="1381369" y="3855785"/>
                  </a:lnTo>
                  <a:lnTo>
                    <a:pt x="1379459" y="3864335"/>
                  </a:lnTo>
                  <a:lnTo>
                    <a:pt x="1377578" y="3872884"/>
                  </a:lnTo>
                  <a:lnTo>
                    <a:pt x="1375775" y="3881434"/>
                  </a:lnTo>
                  <a:lnTo>
                    <a:pt x="1374011" y="3889983"/>
                  </a:lnTo>
                  <a:lnTo>
                    <a:pt x="1372296" y="3898533"/>
                  </a:lnTo>
                  <a:lnTo>
                    <a:pt x="1370647" y="3907082"/>
                  </a:lnTo>
                  <a:lnTo>
                    <a:pt x="1369026" y="3915631"/>
                  </a:lnTo>
                  <a:lnTo>
                    <a:pt x="1367482" y="3924181"/>
                  </a:lnTo>
                  <a:lnTo>
                    <a:pt x="1365972" y="3932730"/>
                  </a:lnTo>
                  <a:lnTo>
                    <a:pt x="1364510" y="3941280"/>
                  </a:lnTo>
                  <a:lnTo>
                    <a:pt x="1363106" y="3949829"/>
                  </a:lnTo>
                  <a:lnTo>
                    <a:pt x="1361728" y="3958378"/>
                  </a:lnTo>
                  <a:lnTo>
                    <a:pt x="1360425" y="3966928"/>
                  </a:lnTo>
                  <a:lnTo>
                    <a:pt x="1359148" y="3975477"/>
                  </a:lnTo>
                  <a:lnTo>
                    <a:pt x="1357920" y="3984027"/>
                  </a:lnTo>
                  <a:lnTo>
                    <a:pt x="1356741" y="3992576"/>
                  </a:lnTo>
                  <a:lnTo>
                    <a:pt x="1355586" y="4001125"/>
                  </a:lnTo>
                  <a:lnTo>
                    <a:pt x="1354501" y="4009675"/>
                  </a:lnTo>
                  <a:lnTo>
                    <a:pt x="1353437" y="4018224"/>
                  </a:lnTo>
                  <a:lnTo>
                    <a:pt x="1352419" y="4026774"/>
                  </a:lnTo>
                  <a:lnTo>
                    <a:pt x="1351444" y="4035323"/>
                  </a:lnTo>
                  <a:lnTo>
                    <a:pt x="1350490" y="4043873"/>
                  </a:lnTo>
                  <a:lnTo>
                    <a:pt x="1349598" y="4052422"/>
                  </a:lnTo>
                  <a:lnTo>
                    <a:pt x="1348724" y="4060971"/>
                  </a:lnTo>
                  <a:lnTo>
                    <a:pt x="1347892" y="4069521"/>
                  </a:lnTo>
                  <a:lnTo>
                    <a:pt x="1347096" y="4078070"/>
                  </a:lnTo>
                  <a:lnTo>
                    <a:pt x="1346321" y="4086620"/>
                  </a:lnTo>
                  <a:lnTo>
                    <a:pt x="1345596" y="4095169"/>
                  </a:lnTo>
                  <a:lnTo>
                    <a:pt x="1344889" y="4103718"/>
                  </a:lnTo>
                  <a:lnTo>
                    <a:pt x="1344219" y="4112268"/>
                  </a:lnTo>
                  <a:lnTo>
                    <a:pt x="1343578" y="4120817"/>
                  </a:lnTo>
                  <a:lnTo>
                    <a:pt x="1342957" y="4129367"/>
                  </a:lnTo>
                  <a:lnTo>
                    <a:pt x="1342377" y="4137916"/>
                  </a:lnTo>
                  <a:lnTo>
                    <a:pt x="1341812" y="4146466"/>
                  </a:lnTo>
                  <a:lnTo>
                    <a:pt x="1341280" y="4155015"/>
                  </a:lnTo>
                  <a:lnTo>
                    <a:pt x="1340771" y="4163564"/>
                  </a:lnTo>
                  <a:lnTo>
                    <a:pt x="1340281" y="4172114"/>
                  </a:lnTo>
                  <a:lnTo>
                    <a:pt x="1339824" y="4180663"/>
                  </a:lnTo>
                  <a:lnTo>
                    <a:pt x="1339378" y="4189213"/>
                  </a:lnTo>
                  <a:lnTo>
                    <a:pt x="1338963" y="4197762"/>
                  </a:lnTo>
                  <a:lnTo>
                    <a:pt x="1338564" y="4206311"/>
                  </a:lnTo>
                  <a:lnTo>
                    <a:pt x="1338182" y="4214861"/>
                  </a:lnTo>
                  <a:lnTo>
                    <a:pt x="1337827" y="4223410"/>
                  </a:lnTo>
                  <a:lnTo>
                    <a:pt x="1337481" y="4231960"/>
                  </a:lnTo>
                  <a:lnTo>
                    <a:pt x="1337160" y="4240509"/>
                  </a:lnTo>
                  <a:lnTo>
                    <a:pt x="1336853" y="4249058"/>
                  </a:lnTo>
                  <a:lnTo>
                    <a:pt x="1336560" y="4257608"/>
                  </a:lnTo>
                  <a:lnTo>
                    <a:pt x="1336287" y="4266157"/>
                  </a:lnTo>
                  <a:lnTo>
                    <a:pt x="1336022" y="4274707"/>
                  </a:lnTo>
                  <a:lnTo>
                    <a:pt x="1335779" y="4283256"/>
                  </a:lnTo>
                  <a:lnTo>
                    <a:pt x="1335545" y="4291806"/>
                  </a:lnTo>
                  <a:lnTo>
                    <a:pt x="1335324" y="4300355"/>
                  </a:lnTo>
                  <a:lnTo>
                    <a:pt x="1335117" y="4308904"/>
                  </a:lnTo>
                  <a:lnTo>
                    <a:pt x="1334917" y="4317454"/>
                  </a:lnTo>
                  <a:lnTo>
                    <a:pt x="1334735" y="4326003"/>
                  </a:lnTo>
                  <a:lnTo>
                    <a:pt x="1334559" y="4334553"/>
                  </a:lnTo>
                  <a:lnTo>
                    <a:pt x="1334394" y="4343102"/>
                  </a:lnTo>
                  <a:lnTo>
                    <a:pt x="1334241" y="4351651"/>
                  </a:lnTo>
                  <a:lnTo>
                    <a:pt x="1334092" y="4360201"/>
                  </a:lnTo>
                  <a:lnTo>
                    <a:pt x="1333957" y="4368750"/>
                  </a:lnTo>
                  <a:close/>
                </a:path>
              </a:pathLst>
            </a:custGeom>
            <a:solidFill>
              <a:srgbClr val="2F559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901117" y="2478328"/>
              <a:ext cx="2267179" cy="0"/>
            </a:xfrm>
            <a:custGeom>
              <a:avLst/>
              <a:pathLst>
                <a:path w="2267179" h="0">
                  <a:moveTo>
                    <a:pt x="0" y="0"/>
                  </a:moveTo>
                  <a:lnTo>
                    <a:pt x="226717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3530417" y="4379423"/>
              <a:ext cx="117405" cy="117405"/>
            </a:xfrm>
            <a:prstGeom prst="ellipse">
              <a:avLst/>
            </a:prstGeom>
            <a:solidFill>
              <a:srgbClr val="8B735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3903182" y="2611329"/>
              <a:ext cx="117404" cy="117405"/>
            </a:xfrm>
            <a:custGeom>
              <a:avLst/>
              <a:pathLst>
                <a:path w="117404" h="117405">
                  <a:moveTo>
                    <a:pt x="0" y="58702"/>
                  </a:moveTo>
                  <a:lnTo>
                    <a:pt x="58702" y="0"/>
                  </a:lnTo>
                  <a:lnTo>
                    <a:pt x="117404" y="58702"/>
                  </a:lnTo>
                  <a:lnTo>
                    <a:pt x="58702" y="117405"/>
                  </a:lnTo>
                  <a:close/>
                </a:path>
              </a:pathLst>
            </a:custGeom>
            <a:solidFill>
              <a:srgbClr val="FFC5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2956608" y="4383512"/>
              <a:ext cx="117405" cy="117405"/>
            </a:xfrm>
            <a:prstGeom prst="ellipse">
              <a:avLst/>
            </a:prstGeom>
            <a:solidFill>
              <a:srgbClr val="006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710327" y="2764027"/>
              <a:ext cx="117405" cy="117405"/>
            </a:xfrm>
            <a:prstGeom prst="ellipse">
              <a:avLst/>
            </a:prstGeom>
            <a:solidFill>
              <a:srgbClr val="FFD3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8322583" y="2618224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7794102" y="3450839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393703" y="3597372"/>
              <a:ext cx="117405" cy="117405"/>
            </a:xfrm>
            <a:prstGeom prst="ellipse">
              <a:avLst/>
            </a:prstGeom>
            <a:solidFill>
              <a:srgbClr val="8B232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7606173" y="2275507"/>
              <a:ext cx="117405" cy="117405"/>
            </a:xfrm>
            <a:prstGeom prst="ellipse">
              <a:avLst/>
            </a:prstGeom>
            <a:solidFill>
              <a:srgbClr val="7FFFD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7347310" y="1948019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8781462" y="2114799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8823254" y="211482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8507023" y="2114802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7650658" y="2164296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8187674" y="1844465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711545" y="2571837"/>
              <a:ext cx="117405" cy="117405"/>
            </a:xfrm>
            <a:prstGeom prst="ellipse">
              <a:avLst/>
            </a:prstGeom>
            <a:solidFill>
              <a:srgbClr val="FF63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835777" y="4553788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183316" y="2226366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7931182" y="3092685"/>
              <a:ext cx="117405" cy="117405"/>
            </a:xfrm>
            <a:custGeom>
              <a:avLst/>
              <a:pathLst>
                <a:path w="117405" h="117405">
                  <a:moveTo>
                    <a:pt x="0" y="117405"/>
                  </a:moveTo>
                  <a:lnTo>
                    <a:pt x="117405" y="117405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78853" y="4779527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071385" y="4352041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216636" y="3663112"/>
              <a:ext cx="117405" cy="11740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783816" y="4758985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070242" y="4675955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83945" y="1907733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018081" y="1907724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7222994" y="3985933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829120" y="2846320"/>
              <a:ext cx="117405" cy="117405"/>
            </a:xfrm>
            <a:prstGeom prst="ellipse">
              <a:avLst/>
            </a:prstGeom>
            <a:solidFill>
              <a:srgbClr val="FFA0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7506431" y="2353089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950119" y="2957263"/>
              <a:ext cx="117405" cy="117405"/>
            </a:xfrm>
            <a:custGeom>
              <a:avLst/>
              <a:pathLst>
                <a:path w="117405" h="117405">
                  <a:moveTo>
                    <a:pt x="0" y="117405"/>
                  </a:moveTo>
                  <a:lnTo>
                    <a:pt x="117405" y="117405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153312" y="2296461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8099859" y="3436151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ED90A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620965" y="4199782"/>
              <a:ext cx="117405" cy="117405"/>
            </a:xfrm>
            <a:prstGeom prst="ellipse">
              <a:avLst/>
            </a:prstGeom>
            <a:solidFill>
              <a:srgbClr val="9AFF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982489" y="4758877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30514" y="101220"/>
              <a:ext cx="0" cy="6602248"/>
            </a:xfrm>
            <a:custGeom>
              <a:avLst/>
              <a:pathLst>
                <a:path w="0" h="6602248">
                  <a:moveTo>
                    <a:pt x="0" y="6602248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40048" y="5619779"/>
              <a:ext cx="4993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40048" y="3766519"/>
              <a:ext cx="4993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40048" y="1913258"/>
              <a:ext cx="4993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1e+06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40048" y="59998"/>
              <a:ext cx="4993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1e+08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3594587" y="6703468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034707" y="6703468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3196620" y="6782579"/>
              <a:ext cx="795932" cy="221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Direct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34942" y="6782579"/>
              <a:ext cx="999529" cy="221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Indirect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1842028" y="3306995"/>
              <a:ext cx="3986708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 movements per year (log)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2026-01-07T16:54:17Z</dcterms:modified>
  <cp:category/>
</cp:coreProperties>
</file>
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7" r:id="rId2"/>
    <p:sldId id="268" r:id="rId3"/>
    <p:sldId id="266" r:id="rId4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b_facilities_nb_transfers_articles" id="{B56B7CB9-525A-4423-9CE3-79BDB283DE39}">
          <p14:sldIdLst>
            <p14:sldId id="267"/>
          </p14:sldIdLst>
        </p14:section>
        <p14:section name="Nb_facilities_nb_transfers_networks" id="{E029B0F4-09FF-4738-9BD6-B0AE7E229938}">
          <p14:sldIdLst>
            <p14:sldId id="268"/>
          </p14:sldIdLst>
        </p14:section>
        <p14:section name="Légende" id="{8A16A133-333D-4D14-9B0F-B26251896C70}">
          <p14:sldIdLst>
            <p14:sldId id="26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3927B"/>
    <a:srgbClr val="3CB371"/>
    <a:srgbClr val="6B8E23"/>
    <a:srgbClr val="FF6347"/>
    <a:srgbClr val="FD0E0E"/>
    <a:srgbClr val="F5DD5A"/>
    <a:srgbClr val="006400"/>
    <a:srgbClr val="ADC2E9"/>
    <a:srgbClr val="0000FF"/>
    <a:srgbClr val="DDA0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4" autoAdjust="0"/>
    <p:restoredTop sz="95165" autoAdjust="0"/>
  </p:normalViewPr>
  <p:slideViewPr>
    <p:cSldViewPr>
      <p:cViewPr>
        <p:scale>
          <a:sx n="33" d="100"/>
          <a:sy n="33" d="100"/>
        </p:scale>
        <p:origin x="3965" y="199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17/12/2025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tx49">
            <a:extLst>
              <a:ext uri="{FF2B5EF4-FFF2-40B4-BE49-F238E27FC236}">
                <a16:creationId xmlns:a16="http://schemas.microsoft.com/office/drawing/2014/main" id="{7166EEB4-58C3-476E-9000-F0DDB68ADC0D}"/>
              </a:ext>
            </a:extLst>
          </p:cNvPr>
          <p:cNvSpPr/>
          <p:nvPr/>
        </p:nvSpPr>
        <p:spPr>
          <a:xfrm>
            <a:off x="2683782" y="1782733"/>
            <a:ext cx="1853021" cy="195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Direct</a:t>
            </a:r>
          </a:p>
        </p:txBody>
      </p:sp>
      <p:sp>
        <p:nvSpPr>
          <p:cNvPr id="591" name="tx50">
            <a:extLst>
              <a:ext uri="{FF2B5EF4-FFF2-40B4-BE49-F238E27FC236}">
                <a16:creationId xmlns:a16="http://schemas.microsoft.com/office/drawing/2014/main" id="{BCAB8BCC-1EE2-4B2A-9AFA-3ED9A894D58F}"/>
              </a:ext>
            </a:extLst>
          </p:cNvPr>
          <p:cNvSpPr/>
          <p:nvPr/>
        </p:nvSpPr>
        <p:spPr>
          <a:xfrm>
            <a:off x="7677000" y="1782733"/>
            <a:ext cx="810095" cy="195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Indirect</a:t>
            </a:r>
            <a:r>
              <a:rPr lang="fr-FR"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endParaRPr sz="20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sp>
        <p:nvSpPr>
          <p:cNvPr id="320" name="pg95">
            <a:extLst>
              <a:ext uri="{FF2B5EF4-FFF2-40B4-BE49-F238E27FC236}">
                <a16:creationId xmlns:a16="http://schemas.microsoft.com/office/drawing/2014/main" id="{9841C543-4174-4B41-A9E0-FB5C87CCC63E}"/>
              </a:ext>
            </a:extLst>
          </p:cNvPr>
          <p:cNvSpPr/>
          <p:nvPr/>
        </p:nvSpPr>
        <p:spPr>
          <a:xfrm>
            <a:off x="4642725" y="7871993"/>
            <a:ext cx="49651" cy="49651"/>
          </a:xfrm>
          <a:custGeom>
            <a:avLst/>
            <a:gdLst/>
            <a:ahLst/>
            <a:cxnLst/>
            <a:rect l="0" t="0" r="0" b="0"/>
            <a:pathLst>
              <a:path w="49651" h="49651">
                <a:moveTo>
                  <a:pt x="0" y="24825"/>
                </a:moveTo>
                <a:lnTo>
                  <a:pt x="24825" y="0"/>
                </a:lnTo>
                <a:lnTo>
                  <a:pt x="49651" y="24825"/>
                </a:lnTo>
                <a:lnTo>
                  <a:pt x="24825" y="49651"/>
                </a:lnTo>
                <a:close/>
              </a:path>
            </a:pathLst>
          </a:custGeom>
        </p:spPr>
        <p:txBody>
          <a:bodyPr/>
          <a:lstStyle/>
          <a:p>
            <a:endParaRPr/>
          </a:p>
        </p:txBody>
      </p:sp>
      <p:sp>
        <p:nvSpPr>
          <p:cNvPr id="326" name="pt152">
            <a:extLst>
              <a:ext uri="{FF2B5EF4-FFF2-40B4-BE49-F238E27FC236}">
                <a16:creationId xmlns:a16="http://schemas.microsoft.com/office/drawing/2014/main" id="{0C31F291-F986-4014-9E2A-7CC97A56A1C0}"/>
              </a:ext>
            </a:extLst>
          </p:cNvPr>
          <p:cNvSpPr/>
          <p:nvPr/>
        </p:nvSpPr>
        <p:spPr>
          <a:xfrm>
            <a:off x="4076214" y="7696525"/>
            <a:ext cx="49651" cy="49651"/>
          </a:xfrm>
          <a:prstGeom prst="ellipse">
            <a:avLst/>
          </a:prstGeom>
        </p:spPr>
        <p:txBody>
          <a:bodyPr/>
          <a:lstStyle/>
          <a:p>
            <a:endParaRPr/>
          </a:p>
        </p:txBody>
      </p:sp>
      <p:grpSp>
        <p:nvGrpSpPr>
          <p:cNvPr id="4" name="Groupe 3">
            <a:extLst>
              <a:ext uri="{FF2B5EF4-FFF2-40B4-BE49-F238E27FC236}">
                <a16:creationId xmlns:a16="http://schemas.microsoft.com/office/drawing/2014/main" id="{8D399B67-AFE5-4F75-9E0C-339C3B280905}"/>
              </a:ext>
            </a:extLst>
          </p:cNvPr>
          <p:cNvGrpSpPr/>
          <p:nvPr/>
        </p:nvGrpSpPr>
        <p:grpSpPr>
          <a:xfrm>
            <a:off x="27000" y="9099000"/>
            <a:ext cx="11640847" cy="5409906"/>
            <a:chOff x="-2639693" y="4663090"/>
            <a:chExt cx="11640847" cy="5409906"/>
          </a:xfrm>
        </p:grpSpPr>
        <p:sp>
          <p:nvSpPr>
            <p:cNvPr id="915" name="tx104">
              <a:extLst>
                <a:ext uri="{FF2B5EF4-FFF2-40B4-BE49-F238E27FC236}">
                  <a16:creationId xmlns:a16="http://schemas.microsoft.com/office/drawing/2014/main" id="{82C75391-B47C-4A89-A6BA-10D21FED2725}"/>
                </a:ext>
              </a:extLst>
            </p:cNvPr>
            <p:cNvSpPr/>
            <p:nvPr/>
          </p:nvSpPr>
          <p:spPr>
            <a:xfrm>
              <a:off x="-2354178" y="4663090"/>
              <a:ext cx="568740" cy="1507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Europe</a:t>
              </a:r>
            </a:p>
          </p:txBody>
        </p:sp>
        <p:sp>
          <p:nvSpPr>
            <p:cNvPr id="916" name="tx105">
              <a:extLst>
                <a:ext uri="{FF2B5EF4-FFF2-40B4-BE49-F238E27FC236}">
                  <a16:creationId xmlns:a16="http://schemas.microsoft.com/office/drawing/2014/main" id="{A6E72398-A4A9-4D81-A1E7-048EBF532CCC}"/>
                </a:ext>
              </a:extLst>
            </p:cNvPr>
            <p:cNvSpPr/>
            <p:nvPr/>
          </p:nvSpPr>
          <p:spPr>
            <a:xfrm>
              <a:off x="3077460" y="4663090"/>
              <a:ext cx="1137642" cy="1201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North America</a:t>
              </a:r>
            </a:p>
          </p:txBody>
        </p:sp>
        <p:sp>
          <p:nvSpPr>
            <p:cNvPr id="917" name="tx106">
              <a:extLst>
                <a:ext uri="{FF2B5EF4-FFF2-40B4-BE49-F238E27FC236}">
                  <a16:creationId xmlns:a16="http://schemas.microsoft.com/office/drawing/2014/main" id="{C99FCAEE-A658-4AD0-9410-ACB45E320A4B}"/>
                </a:ext>
              </a:extLst>
            </p:cNvPr>
            <p:cNvSpPr/>
            <p:nvPr/>
          </p:nvSpPr>
          <p:spPr>
            <a:xfrm>
              <a:off x="-2457090" y="8803090"/>
              <a:ext cx="348741" cy="1201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Asia</a:t>
              </a:r>
            </a:p>
          </p:txBody>
        </p:sp>
        <p:sp>
          <p:nvSpPr>
            <p:cNvPr id="918" name="tx107">
              <a:extLst>
                <a:ext uri="{FF2B5EF4-FFF2-40B4-BE49-F238E27FC236}">
                  <a16:creationId xmlns:a16="http://schemas.microsoft.com/office/drawing/2014/main" id="{4FE8CB49-137F-4BAD-AFB3-E49B08D5050C}"/>
                </a:ext>
              </a:extLst>
            </p:cNvPr>
            <p:cNvSpPr/>
            <p:nvPr/>
          </p:nvSpPr>
          <p:spPr>
            <a:xfrm>
              <a:off x="3111123" y="8803090"/>
              <a:ext cx="642422" cy="1222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Oceania</a:t>
              </a:r>
            </a:p>
          </p:txBody>
        </p:sp>
        <p:sp>
          <p:nvSpPr>
            <p:cNvPr id="919" name="pg100">
              <a:extLst>
                <a:ext uri="{FF2B5EF4-FFF2-40B4-BE49-F238E27FC236}">
                  <a16:creationId xmlns:a16="http://schemas.microsoft.com/office/drawing/2014/main" id="{E5BAC674-B49D-4496-A420-15AA3C2AABBE}"/>
                </a:ext>
              </a:extLst>
            </p:cNvPr>
            <p:cNvSpPr/>
            <p:nvPr/>
          </p:nvSpPr>
          <p:spPr>
            <a:xfrm>
              <a:off x="2885316" y="91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61412"/>
                  </a:moveTo>
                  <a:lnTo>
                    <a:pt x="61412" y="0"/>
                  </a:lnTo>
                  <a:lnTo>
                    <a:pt x="122825" y="61412"/>
                  </a:lnTo>
                  <a:lnTo>
                    <a:pt x="61412" y="12282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20" name="pg101">
              <a:extLst>
                <a:ext uri="{FF2B5EF4-FFF2-40B4-BE49-F238E27FC236}">
                  <a16:creationId xmlns:a16="http://schemas.microsoft.com/office/drawing/2014/main" id="{D7F40449-1FA8-4049-B6A5-5A85DAD78B08}"/>
                </a:ext>
              </a:extLst>
            </p:cNvPr>
            <p:cNvSpPr/>
            <p:nvPr/>
          </p:nvSpPr>
          <p:spPr>
            <a:xfrm>
              <a:off x="2868095" y="95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61412"/>
                  </a:moveTo>
                  <a:lnTo>
                    <a:pt x="61412" y="0"/>
                  </a:lnTo>
                  <a:lnTo>
                    <a:pt x="122825" y="61412"/>
                  </a:lnTo>
                  <a:lnTo>
                    <a:pt x="61412" y="122825"/>
                  </a:lnTo>
                  <a:close/>
                </a:path>
              </a:pathLst>
            </a:custGeom>
            <a:solidFill>
              <a:srgbClr val="99E2D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21" name="tx102">
              <a:extLst>
                <a:ext uri="{FF2B5EF4-FFF2-40B4-BE49-F238E27FC236}">
                  <a16:creationId xmlns:a16="http://schemas.microsoft.com/office/drawing/2014/main" id="{7341CE12-9E64-414B-9B5C-08C3D1E3B7B0}"/>
                </a:ext>
              </a:extLst>
            </p:cNvPr>
            <p:cNvSpPr/>
            <p:nvPr/>
          </p:nvSpPr>
          <p:spPr>
            <a:xfrm>
              <a:off x="3012216" y="9163090"/>
              <a:ext cx="1608275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 South Wales</a:t>
              </a:r>
            </a:p>
          </p:txBody>
        </p:sp>
        <p:sp>
          <p:nvSpPr>
            <p:cNvPr id="922" name="tx103">
              <a:extLst>
                <a:ext uri="{FF2B5EF4-FFF2-40B4-BE49-F238E27FC236}">
                  <a16:creationId xmlns:a16="http://schemas.microsoft.com/office/drawing/2014/main" id="{84C56F1D-DDC0-44C2-B257-F2D2C687FF42}"/>
                </a:ext>
              </a:extLst>
            </p:cNvPr>
            <p:cNvSpPr/>
            <p:nvPr/>
          </p:nvSpPr>
          <p:spPr>
            <a:xfrm>
              <a:off x="2994995" y="9523090"/>
              <a:ext cx="6006159" cy="176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 South Wales, Western Australia, Queensland, South Australia</a:t>
              </a:r>
            </a:p>
          </p:txBody>
        </p:sp>
        <p:sp>
          <p:nvSpPr>
            <p:cNvPr id="923" name="pg94">
              <a:extLst>
                <a:ext uri="{FF2B5EF4-FFF2-40B4-BE49-F238E27FC236}">
                  <a16:creationId xmlns:a16="http://schemas.microsoft.com/office/drawing/2014/main" id="{564F31BF-C765-4C10-8999-B3E2AEEF6347}"/>
                </a:ext>
              </a:extLst>
            </p:cNvPr>
            <p:cNvSpPr/>
            <p:nvPr/>
          </p:nvSpPr>
          <p:spPr>
            <a:xfrm>
              <a:off x="-2622472" y="916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24" name="pg95">
              <a:extLst>
                <a:ext uri="{FF2B5EF4-FFF2-40B4-BE49-F238E27FC236}">
                  <a16:creationId xmlns:a16="http://schemas.microsoft.com/office/drawing/2014/main" id="{73FD00F3-181C-4139-A134-12DB6E1EEB69}"/>
                </a:ext>
              </a:extLst>
            </p:cNvPr>
            <p:cNvSpPr/>
            <p:nvPr/>
          </p:nvSpPr>
          <p:spPr>
            <a:xfrm>
              <a:off x="-2639693" y="952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25" name="pg96">
              <a:extLst>
                <a:ext uri="{FF2B5EF4-FFF2-40B4-BE49-F238E27FC236}">
                  <a16:creationId xmlns:a16="http://schemas.microsoft.com/office/drawing/2014/main" id="{5FC3E9C9-93E7-4399-BFAB-171B16E3A5EF}"/>
                </a:ext>
              </a:extLst>
            </p:cNvPr>
            <p:cNvSpPr/>
            <p:nvPr/>
          </p:nvSpPr>
          <p:spPr>
            <a:xfrm>
              <a:off x="-2608952" y="988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26" name="tx97">
              <a:extLst>
                <a:ext uri="{FF2B5EF4-FFF2-40B4-BE49-F238E27FC236}">
                  <a16:creationId xmlns:a16="http://schemas.microsoft.com/office/drawing/2014/main" id="{45CBFB07-5E2A-4737-ABC4-DED0D82E3669}"/>
                </a:ext>
              </a:extLst>
            </p:cNvPr>
            <p:cNvSpPr/>
            <p:nvPr/>
          </p:nvSpPr>
          <p:spPr>
            <a:xfrm>
              <a:off x="-2474276" y="9163090"/>
              <a:ext cx="551143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Fujian</a:t>
              </a:r>
            </a:p>
          </p:txBody>
        </p:sp>
        <p:sp>
          <p:nvSpPr>
            <p:cNvPr id="927" name="tx98">
              <a:extLst>
                <a:ext uri="{FF2B5EF4-FFF2-40B4-BE49-F238E27FC236}">
                  <a16:creationId xmlns:a16="http://schemas.microsoft.com/office/drawing/2014/main" id="{3CF7ACD3-5188-4557-A7C0-D2FA1D761903}"/>
                </a:ext>
              </a:extLst>
            </p:cNvPr>
            <p:cNvSpPr/>
            <p:nvPr/>
          </p:nvSpPr>
          <p:spPr>
            <a:xfrm>
              <a:off x="-2491497" y="9523090"/>
              <a:ext cx="1068495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Petah Tikva</a:t>
              </a:r>
            </a:p>
          </p:txBody>
        </p:sp>
        <p:sp>
          <p:nvSpPr>
            <p:cNvPr id="928" name="tx99">
              <a:extLst>
                <a:ext uri="{FF2B5EF4-FFF2-40B4-BE49-F238E27FC236}">
                  <a16:creationId xmlns:a16="http://schemas.microsoft.com/office/drawing/2014/main" id="{D94AA26B-4261-4E9C-B297-BF2D3B95F200}"/>
                </a:ext>
              </a:extLst>
            </p:cNvPr>
            <p:cNvSpPr/>
            <p:nvPr/>
          </p:nvSpPr>
          <p:spPr>
            <a:xfrm>
              <a:off x="-2460756" y="9883090"/>
              <a:ext cx="922557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Singapore</a:t>
              </a:r>
            </a:p>
          </p:txBody>
        </p:sp>
        <p:sp>
          <p:nvSpPr>
            <p:cNvPr id="929" name="pg66">
              <a:extLst>
                <a:ext uri="{FF2B5EF4-FFF2-40B4-BE49-F238E27FC236}">
                  <a16:creationId xmlns:a16="http://schemas.microsoft.com/office/drawing/2014/main" id="{013E37F3-BF3F-4C37-B48C-6B53CB495299}"/>
                </a:ext>
              </a:extLst>
            </p:cNvPr>
            <p:cNvSpPr/>
            <p:nvPr/>
          </p:nvSpPr>
          <p:spPr>
            <a:xfrm>
              <a:off x="4438707" y="50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0" name="pg67">
              <a:extLst>
                <a:ext uri="{FF2B5EF4-FFF2-40B4-BE49-F238E27FC236}">
                  <a16:creationId xmlns:a16="http://schemas.microsoft.com/office/drawing/2014/main" id="{91163E7A-D83D-4466-B1A4-BAD36C2A6021}"/>
                </a:ext>
              </a:extLst>
            </p:cNvPr>
            <p:cNvSpPr/>
            <p:nvPr/>
          </p:nvSpPr>
          <p:spPr>
            <a:xfrm>
              <a:off x="4438707" y="53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1" name="pg68">
              <a:extLst>
                <a:ext uri="{FF2B5EF4-FFF2-40B4-BE49-F238E27FC236}">
                  <a16:creationId xmlns:a16="http://schemas.microsoft.com/office/drawing/2014/main" id="{FD33728D-E906-4885-A2B2-B695CF00EC94}"/>
                </a:ext>
              </a:extLst>
            </p:cNvPr>
            <p:cNvSpPr/>
            <p:nvPr/>
          </p:nvSpPr>
          <p:spPr>
            <a:xfrm>
              <a:off x="4438707" y="57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2" name="pg69">
              <a:extLst>
                <a:ext uri="{FF2B5EF4-FFF2-40B4-BE49-F238E27FC236}">
                  <a16:creationId xmlns:a16="http://schemas.microsoft.com/office/drawing/2014/main" id="{F53693C6-FCB4-441C-839D-AEFCA19ADE3F}"/>
                </a:ext>
              </a:extLst>
            </p:cNvPr>
            <p:cNvSpPr/>
            <p:nvPr/>
          </p:nvSpPr>
          <p:spPr>
            <a:xfrm>
              <a:off x="4438707" y="61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3" name="pg70">
              <a:extLst>
                <a:ext uri="{FF2B5EF4-FFF2-40B4-BE49-F238E27FC236}">
                  <a16:creationId xmlns:a16="http://schemas.microsoft.com/office/drawing/2014/main" id="{75DEAC46-38EF-4E45-ABB3-70F1F84A532A}"/>
                </a:ext>
              </a:extLst>
            </p:cNvPr>
            <p:cNvSpPr/>
            <p:nvPr/>
          </p:nvSpPr>
          <p:spPr>
            <a:xfrm>
              <a:off x="4438707" y="64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4" name="pg71">
              <a:extLst>
                <a:ext uri="{FF2B5EF4-FFF2-40B4-BE49-F238E27FC236}">
                  <a16:creationId xmlns:a16="http://schemas.microsoft.com/office/drawing/2014/main" id="{8A521FE0-1AB5-4EE7-85B9-EFAEB33E2226}"/>
                </a:ext>
              </a:extLst>
            </p:cNvPr>
            <p:cNvSpPr/>
            <p:nvPr/>
          </p:nvSpPr>
          <p:spPr>
            <a:xfrm>
              <a:off x="4438707" y="68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5" name="pg72">
              <a:extLst>
                <a:ext uri="{FF2B5EF4-FFF2-40B4-BE49-F238E27FC236}">
                  <a16:creationId xmlns:a16="http://schemas.microsoft.com/office/drawing/2014/main" id="{8C27BA7A-91DD-47E0-B23B-09E04B9F294B}"/>
                </a:ext>
              </a:extLst>
            </p:cNvPr>
            <p:cNvSpPr/>
            <p:nvPr/>
          </p:nvSpPr>
          <p:spPr>
            <a:xfrm>
              <a:off x="4438707" y="71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6" name="pg73">
              <a:extLst>
                <a:ext uri="{FF2B5EF4-FFF2-40B4-BE49-F238E27FC236}">
                  <a16:creationId xmlns:a16="http://schemas.microsoft.com/office/drawing/2014/main" id="{32D119A1-29F0-40CB-867E-21D00DA1018F}"/>
                </a:ext>
              </a:extLst>
            </p:cNvPr>
            <p:cNvSpPr/>
            <p:nvPr/>
          </p:nvSpPr>
          <p:spPr>
            <a:xfrm>
              <a:off x="4438707" y="75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7" name="pg74">
              <a:extLst>
                <a:ext uri="{FF2B5EF4-FFF2-40B4-BE49-F238E27FC236}">
                  <a16:creationId xmlns:a16="http://schemas.microsoft.com/office/drawing/2014/main" id="{BA684913-D1A5-4261-A740-EEB4E617D72C}"/>
                </a:ext>
              </a:extLst>
            </p:cNvPr>
            <p:cNvSpPr/>
            <p:nvPr/>
          </p:nvSpPr>
          <p:spPr>
            <a:xfrm>
              <a:off x="4438707" y="79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38" name="tx85">
              <a:extLst>
                <a:ext uri="{FF2B5EF4-FFF2-40B4-BE49-F238E27FC236}">
                  <a16:creationId xmlns:a16="http://schemas.microsoft.com/office/drawing/2014/main" id="{3FAEAE1F-34DB-495E-9870-C75C89D522BF}"/>
                </a:ext>
              </a:extLst>
            </p:cNvPr>
            <p:cNvSpPr/>
            <p:nvPr/>
          </p:nvSpPr>
          <p:spPr>
            <a:xfrm>
              <a:off x="4565607" y="5023090"/>
              <a:ext cx="86604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Nebraska</a:t>
              </a:r>
            </a:p>
          </p:txBody>
        </p:sp>
        <p:sp>
          <p:nvSpPr>
            <p:cNvPr id="939" name="tx86">
              <a:extLst>
                <a:ext uri="{FF2B5EF4-FFF2-40B4-BE49-F238E27FC236}">
                  <a16:creationId xmlns:a16="http://schemas.microsoft.com/office/drawing/2014/main" id="{2D092F4A-4651-44C2-999A-8CE1E704A9F0}"/>
                </a:ext>
              </a:extLst>
            </p:cNvPr>
            <p:cNvSpPr/>
            <p:nvPr/>
          </p:nvSpPr>
          <p:spPr>
            <a:xfrm>
              <a:off x="4565607" y="5383090"/>
              <a:ext cx="1292983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New-York City</a:t>
              </a:r>
            </a:p>
          </p:txBody>
        </p:sp>
        <p:sp>
          <p:nvSpPr>
            <p:cNvPr id="940" name="tx87">
              <a:extLst>
                <a:ext uri="{FF2B5EF4-FFF2-40B4-BE49-F238E27FC236}">
                  <a16:creationId xmlns:a16="http://schemas.microsoft.com/office/drawing/2014/main" id="{0CC890C2-4020-4798-8D0D-2B416DB30AA6}"/>
                </a:ext>
              </a:extLst>
            </p:cNvPr>
            <p:cNvSpPr/>
            <p:nvPr/>
          </p:nvSpPr>
          <p:spPr>
            <a:xfrm>
              <a:off x="4565607" y="5743090"/>
              <a:ext cx="663585" cy="1498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Ontario</a:t>
              </a:r>
            </a:p>
          </p:txBody>
        </p:sp>
        <p:sp>
          <p:nvSpPr>
            <p:cNvPr id="941" name="tx88">
              <a:extLst>
                <a:ext uri="{FF2B5EF4-FFF2-40B4-BE49-F238E27FC236}">
                  <a16:creationId xmlns:a16="http://schemas.microsoft.com/office/drawing/2014/main" id="{B6A3C579-D2B0-441D-952A-1ABAE5E90D0F}"/>
                </a:ext>
              </a:extLst>
            </p:cNvPr>
            <p:cNvSpPr/>
            <p:nvPr/>
          </p:nvSpPr>
          <p:spPr>
            <a:xfrm>
              <a:off x="4565607" y="6103090"/>
              <a:ext cx="2339543" cy="1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Orange County, California</a:t>
              </a:r>
            </a:p>
          </p:txBody>
        </p:sp>
        <p:sp>
          <p:nvSpPr>
            <p:cNvPr id="942" name="tx89">
              <a:extLst>
                <a:ext uri="{FF2B5EF4-FFF2-40B4-BE49-F238E27FC236}">
                  <a16:creationId xmlns:a16="http://schemas.microsoft.com/office/drawing/2014/main" id="{396483C1-943B-41D5-B6C0-7807F2EFC979}"/>
                </a:ext>
              </a:extLst>
            </p:cNvPr>
            <p:cNvSpPr/>
            <p:nvPr/>
          </p:nvSpPr>
          <p:spPr>
            <a:xfrm>
              <a:off x="4565607" y="6463090"/>
              <a:ext cx="2103296" cy="1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Orange County, Florida</a:t>
              </a:r>
            </a:p>
          </p:txBody>
        </p:sp>
        <p:sp>
          <p:nvSpPr>
            <p:cNvPr id="943" name="tx90">
              <a:extLst>
                <a:ext uri="{FF2B5EF4-FFF2-40B4-BE49-F238E27FC236}">
                  <a16:creationId xmlns:a16="http://schemas.microsoft.com/office/drawing/2014/main" id="{B11CF550-005C-4855-ABE5-BC7EEEE3A11B}"/>
                </a:ext>
              </a:extLst>
            </p:cNvPr>
            <p:cNvSpPr/>
            <p:nvPr/>
          </p:nvSpPr>
          <p:spPr>
            <a:xfrm>
              <a:off x="4565607" y="6823090"/>
              <a:ext cx="1203662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Pennsylvania</a:t>
              </a:r>
            </a:p>
          </p:txBody>
        </p:sp>
        <p:sp>
          <p:nvSpPr>
            <p:cNvPr id="944" name="tx91">
              <a:extLst>
                <a:ext uri="{FF2B5EF4-FFF2-40B4-BE49-F238E27FC236}">
                  <a16:creationId xmlns:a16="http://schemas.microsoft.com/office/drawing/2014/main" id="{696CAD4F-C369-4B09-AE7E-D5CDBECBF699}"/>
                </a:ext>
              </a:extLst>
            </p:cNvPr>
            <p:cNvSpPr/>
            <p:nvPr/>
          </p:nvSpPr>
          <p:spPr>
            <a:xfrm>
              <a:off x="4565607" y="7183090"/>
              <a:ext cx="100120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Tennessee</a:t>
              </a:r>
            </a:p>
          </p:txBody>
        </p:sp>
        <p:sp>
          <p:nvSpPr>
            <p:cNvPr id="945" name="tx92">
              <a:extLst>
                <a:ext uri="{FF2B5EF4-FFF2-40B4-BE49-F238E27FC236}">
                  <a16:creationId xmlns:a16="http://schemas.microsoft.com/office/drawing/2014/main" id="{AD9C5156-9B60-4474-9C05-8AA9DDB7ED21}"/>
                </a:ext>
              </a:extLst>
            </p:cNvPr>
            <p:cNvSpPr/>
            <p:nvPr/>
          </p:nvSpPr>
          <p:spPr>
            <a:xfrm>
              <a:off x="4565607" y="7543090"/>
              <a:ext cx="416074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USA</a:t>
              </a:r>
            </a:p>
          </p:txBody>
        </p:sp>
        <p:sp>
          <p:nvSpPr>
            <p:cNvPr id="946" name="tx93">
              <a:extLst>
                <a:ext uri="{FF2B5EF4-FFF2-40B4-BE49-F238E27FC236}">
                  <a16:creationId xmlns:a16="http://schemas.microsoft.com/office/drawing/2014/main" id="{7927665F-F48C-4718-89DE-72F485741EB9}"/>
                </a:ext>
              </a:extLst>
            </p:cNvPr>
            <p:cNvSpPr/>
            <p:nvPr/>
          </p:nvSpPr>
          <p:spPr>
            <a:xfrm>
              <a:off x="4565607" y="7903090"/>
              <a:ext cx="92206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Wisconsin</a:t>
              </a:r>
            </a:p>
          </p:txBody>
        </p:sp>
        <p:sp>
          <p:nvSpPr>
            <p:cNvPr id="947" name="pg56">
              <a:extLst>
                <a:ext uri="{FF2B5EF4-FFF2-40B4-BE49-F238E27FC236}">
                  <a16:creationId xmlns:a16="http://schemas.microsoft.com/office/drawing/2014/main" id="{39801ABD-B0C0-4D57-8B4F-99A1C66E9E63}"/>
                </a:ext>
              </a:extLst>
            </p:cNvPr>
            <p:cNvSpPr/>
            <p:nvPr/>
          </p:nvSpPr>
          <p:spPr>
            <a:xfrm>
              <a:off x="2889391" y="50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8" name="pg57">
              <a:extLst>
                <a:ext uri="{FF2B5EF4-FFF2-40B4-BE49-F238E27FC236}">
                  <a16:creationId xmlns:a16="http://schemas.microsoft.com/office/drawing/2014/main" id="{2B085F2D-FE77-4AA4-991D-8D6781996D40}"/>
                </a:ext>
              </a:extLst>
            </p:cNvPr>
            <p:cNvSpPr/>
            <p:nvPr/>
          </p:nvSpPr>
          <p:spPr>
            <a:xfrm>
              <a:off x="2889391" y="53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49" name="pg58">
              <a:extLst>
                <a:ext uri="{FF2B5EF4-FFF2-40B4-BE49-F238E27FC236}">
                  <a16:creationId xmlns:a16="http://schemas.microsoft.com/office/drawing/2014/main" id="{75E827E1-F5B9-4BB8-8AFE-EC4C16B285B4}"/>
                </a:ext>
              </a:extLst>
            </p:cNvPr>
            <p:cNvSpPr/>
            <p:nvPr/>
          </p:nvSpPr>
          <p:spPr>
            <a:xfrm>
              <a:off x="2889391" y="57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0" name="pg59">
              <a:extLst>
                <a:ext uri="{FF2B5EF4-FFF2-40B4-BE49-F238E27FC236}">
                  <a16:creationId xmlns:a16="http://schemas.microsoft.com/office/drawing/2014/main" id="{2D3D7779-DEA9-4B18-960D-18D192FC1285}"/>
                </a:ext>
              </a:extLst>
            </p:cNvPr>
            <p:cNvSpPr/>
            <p:nvPr/>
          </p:nvSpPr>
          <p:spPr>
            <a:xfrm>
              <a:off x="2889391" y="61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1" name="pg60">
              <a:extLst>
                <a:ext uri="{FF2B5EF4-FFF2-40B4-BE49-F238E27FC236}">
                  <a16:creationId xmlns:a16="http://schemas.microsoft.com/office/drawing/2014/main" id="{9F0A69F3-B8D3-41C4-9492-0EBB605A377F}"/>
                </a:ext>
              </a:extLst>
            </p:cNvPr>
            <p:cNvSpPr/>
            <p:nvPr/>
          </p:nvSpPr>
          <p:spPr>
            <a:xfrm>
              <a:off x="2889391" y="64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2" name="pg61">
              <a:extLst>
                <a:ext uri="{FF2B5EF4-FFF2-40B4-BE49-F238E27FC236}">
                  <a16:creationId xmlns:a16="http://schemas.microsoft.com/office/drawing/2014/main" id="{1F954EA0-78B7-43F8-8FA2-477822532DD2}"/>
                </a:ext>
              </a:extLst>
            </p:cNvPr>
            <p:cNvSpPr/>
            <p:nvPr/>
          </p:nvSpPr>
          <p:spPr>
            <a:xfrm>
              <a:off x="2889391" y="68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3" name="pg62">
              <a:extLst>
                <a:ext uri="{FF2B5EF4-FFF2-40B4-BE49-F238E27FC236}">
                  <a16:creationId xmlns:a16="http://schemas.microsoft.com/office/drawing/2014/main" id="{499CB64C-3C25-47F6-8657-5BBA02AF2D24}"/>
                </a:ext>
              </a:extLst>
            </p:cNvPr>
            <p:cNvSpPr/>
            <p:nvPr/>
          </p:nvSpPr>
          <p:spPr>
            <a:xfrm>
              <a:off x="2889391" y="71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4" name="pg63">
              <a:extLst>
                <a:ext uri="{FF2B5EF4-FFF2-40B4-BE49-F238E27FC236}">
                  <a16:creationId xmlns:a16="http://schemas.microsoft.com/office/drawing/2014/main" id="{7FBF7E64-EBF8-412A-9EBF-2DB594EFDD5B}"/>
                </a:ext>
              </a:extLst>
            </p:cNvPr>
            <p:cNvSpPr/>
            <p:nvPr/>
          </p:nvSpPr>
          <p:spPr>
            <a:xfrm>
              <a:off x="2889391" y="75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5" name="pg64">
              <a:extLst>
                <a:ext uri="{FF2B5EF4-FFF2-40B4-BE49-F238E27FC236}">
                  <a16:creationId xmlns:a16="http://schemas.microsoft.com/office/drawing/2014/main" id="{3971475D-35E1-4A6D-AD8B-93FC45DB0297}"/>
                </a:ext>
              </a:extLst>
            </p:cNvPr>
            <p:cNvSpPr/>
            <p:nvPr/>
          </p:nvSpPr>
          <p:spPr>
            <a:xfrm>
              <a:off x="2889391" y="79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6" name="pg65">
              <a:extLst>
                <a:ext uri="{FF2B5EF4-FFF2-40B4-BE49-F238E27FC236}">
                  <a16:creationId xmlns:a16="http://schemas.microsoft.com/office/drawing/2014/main" id="{D43ECAB7-E9C2-4CEF-96F4-7E559E8EC093}"/>
                </a:ext>
              </a:extLst>
            </p:cNvPr>
            <p:cNvSpPr/>
            <p:nvPr/>
          </p:nvSpPr>
          <p:spPr>
            <a:xfrm>
              <a:off x="2889391" y="82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57" name="tx75">
              <a:extLst>
                <a:ext uri="{FF2B5EF4-FFF2-40B4-BE49-F238E27FC236}">
                  <a16:creationId xmlns:a16="http://schemas.microsoft.com/office/drawing/2014/main" id="{4BEFE9F6-F838-45E2-86AB-F8E91F2CFF4A}"/>
                </a:ext>
              </a:extLst>
            </p:cNvPr>
            <p:cNvSpPr/>
            <p:nvPr/>
          </p:nvSpPr>
          <p:spPr>
            <a:xfrm>
              <a:off x="3016290" y="5023090"/>
              <a:ext cx="62999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Atlanta</a:t>
              </a:r>
            </a:p>
          </p:txBody>
        </p:sp>
        <p:sp>
          <p:nvSpPr>
            <p:cNvPr id="958" name="tx76">
              <a:extLst>
                <a:ext uri="{FF2B5EF4-FFF2-40B4-BE49-F238E27FC236}">
                  <a16:creationId xmlns:a16="http://schemas.microsoft.com/office/drawing/2014/main" id="{ACDF6339-05BF-4792-B445-7C276A59C218}"/>
                </a:ext>
              </a:extLst>
            </p:cNvPr>
            <p:cNvSpPr/>
            <p:nvPr/>
          </p:nvSpPr>
          <p:spPr>
            <a:xfrm>
              <a:off x="3016290" y="5383090"/>
              <a:ext cx="103470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California-a</a:t>
              </a:r>
            </a:p>
          </p:txBody>
        </p:sp>
        <p:sp>
          <p:nvSpPr>
            <p:cNvPr id="959" name="tx77">
              <a:extLst>
                <a:ext uri="{FF2B5EF4-FFF2-40B4-BE49-F238E27FC236}">
                  <a16:creationId xmlns:a16="http://schemas.microsoft.com/office/drawing/2014/main" id="{D1D40A00-9AE4-47BE-9D3A-28B070DAFA7F}"/>
                </a:ext>
              </a:extLst>
            </p:cNvPr>
            <p:cNvSpPr/>
            <p:nvPr/>
          </p:nvSpPr>
          <p:spPr>
            <a:xfrm>
              <a:off x="3016290" y="5743090"/>
              <a:ext cx="103470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California-b</a:t>
              </a:r>
            </a:p>
          </p:txBody>
        </p:sp>
        <p:sp>
          <p:nvSpPr>
            <p:cNvPr id="960" name="tx78">
              <a:extLst>
                <a:ext uri="{FF2B5EF4-FFF2-40B4-BE49-F238E27FC236}">
                  <a16:creationId xmlns:a16="http://schemas.microsoft.com/office/drawing/2014/main" id="{4C7829E7-AF1B-4540-A1AA-91F5DBE31B7B}"/>
                </a:ext>
              </a:extLst>
            </p:cNvPr>
            <p:cNvSpPr/>
            <p:nvPr/>
          </p:nvSpPr>
          <p:spPr>
            <a:xfrm>
              <a:off x="3016290" y="6103090"/>
              <a:ext cx="102334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California-c</a:t>
              </a:r>
            </a:p>
          </p:txBody>
        </p:sp>
        <p:sp>
          <p:nvSpPr>
            <p:cNvPr id="961" name="tx79">
              <a:extLst>
                <a:ext uri="{FF2B5EF4-FFF2-40B4-BE49-F238E27FC236}">
                  <a16:creationId xmlns:a16="http://schemas.microsoft.com/office/drawing/2014/main" id="{BA7CDD17-8FD9-461F-A41E-C30E8CE13710}"/>
                </a:ext>
              </a:extLst>
            </p:cNvPr>
            <p:cNvSpPr/>
            <p:nvPr/>
          </p:nvSpPr>
          <p:spPr>
            <a:xfrm>
              <a:off x="3016290" y="6463090"/>
              <a:ext cx="1327071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Florida</a:t>
              </a:r>
            </a:p>
          </p:txBody>
        </p:sp>
        <p:sp>
          <p:nvSpPr>
            <p:cNvPr id="962" name="tx80">
              <a:extLst>
                <a:ext uri="{FF2B5EF4-FFF2-40B4-BE49-F238E27FC236}">
                  <a16:creationId xmlns:a16="http://schemas.microsoft.com/office/drawing/2014/main" id="{9CAD8753-01DB-4EEE-93F1-A9147FABE0F1}"/>
                </a:ext>
              </a:extLst>
            </p:cNvPr>
            <p:cNvSpPr/>
            <p:nvPr/>
          </p:nvSpPr>
          <p:spPr>
            <a:xfrm>
              <a:off x="3016290" y="6823090"/>
              <a:ext cx="106859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Connecticut</a:t>
              </a:r>
            </a:p>
          </p:txBody>
        </p:sp>
        <p:sp>
          <p:nvSpPr>
            <p:cNvPr id="963" name="tx81">
              <a:extLst>
                <a:ext uri="{FF2B5EF4-FFF2-40B4-BE49-F238E27FC236}">
                  <a16:creationId xmlns:a16="http://schemas.microsoft.com/office/drawing/2014/main" id="{8F2D794B-F885-42D1-B785-0D8EA873A487}"/>
                </a:ext>
              </a:extLst>
            </p:cNvPr>
            <p:cNvSpPr/>
            <p:nvPr/>
          </p:nvSpPr>
          <p:spPr>
            <a:xfrm>
              <a:off x="3016290" y="7183090"/>
              <a:ext cx="618529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Florida</a:t>
              </a:r>
            </a:p>
          </p:txBody>
        </p:sp>
        <p:sp>
          <p:nvSpPr>
            <p:cNvPr id="964" name="tx82">
              <a:extLst>
                <a:ext uri="{FF2B5EF4-FFF2-40B4-BE49-F238E27FC236}">
                  <a16:creationId xmlns:a16="http://schemas.microsoft.com/office/drawing/2014/main" id="{18755AF5-BDCE-4610-B4AA-8AB68D076176}"/>
                </a:ext>
              </a:extLst>
            </p:cNvPr>
            <p:cNvSpPr/>
            <p:nvPr/>
          </p:nvSpPr>
          <p:spPr>
            <a:xfrm>
              <a:off x="3016290" y="7543090"/>
              <a:ext cx="562308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Illinois</a:t>
              </a:r>
            </a:p>
          </p:txBody>
        </p:sp>
        <p:sp>
          <p:nvSpPr>
            <p:cNvPr id="965" name="tx83">
              <a:extLst>
                <a:ext uri="{FF2B5EF4-FFF2-40B4-BE49-F238E27FC236}">
                  <a16:creationId xmlns:a16="http://schemas.microsoft.com/office/drawing/2014/main" id="{70395F22-ABE5-45C1-985E-1D8CD15C3115}"/>
                </a:ext>
              </a:extLst>
            </p:cNvPr>
            <p:cNvSpPr/>
            <p:nvPr/>
          </p:nvSpPr>
          <p:spPr>
            <a:xfrm>
              <a:off x="3016290" y="7903090"/>
              <a:ext cx="42743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Iowa</a:t>
              </a:r>
            </a:p>
          </p:txBody>
        </p:sp>
        <p:sp>
          <p:nvSpPr>
            <p:cNvPr id="966" name="tx84">
              <a:extLst>
                <a:ext uri="{FF2B5EF4-FFF2-40B4-BE49-F238E27FC236}">
                  <a16:creationId xmlns:a16="http://schemas.microsoft.com/office/drawing/2014/main" id="{26D6808B-2693-4BDB-A1D8-F3D93A5F6439}"/>
                </a:ext>
              </a:extLst>
            </p:cNvPr>
            <p:cNvSpPr/>
            <p:nvPr/>
          </p:nvSpPr>
          <p:spPr>
            <a:xfrm>
              <a:off x="3016290" y="8263090"/>
              <a:ext cx="93362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Minnesota</a:t>
              </a:r>
            </a:p>
          </p:txBody>
        </p:sp>
        <p:sp>
          <p:nvSpPr>
            <p:cNvPr id="967" name="pt24">
              <a:extLst>
                <a:ext uri="{FF2B5EF4-FFF2-40B4-BE49-F238E27FC236}">
                  <a16:creationId xmlns:a16="http://schemas.microsoft.com/office/drawing/2014/main" id="{348EF990-669F-45BF-8C3E-5B28105DA5CC}"/>
                </a:ext>
              </a:extLst>
            </p:cNvPr>
            <p:cNvSpPr/>
            <p:nvPr/>
          </p:nvSpPr>
          <p:spPr>
            <a:xfrm>
              <a:off x="1081429" y="5023090"/>
              <a:ext cx="122825" cy="12282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8" name="pt25">
              <a:extLst>
                <a:ext uri="{FF2B5EF4-FFF2-40B4-BE49-F238E27FC236}">
                  <a16:creationId xmlns:a16="http://schemas.microsoft.com/office/drawing/2014/main" id="{11F357A6-C21B-49FA-9664-7272594FA5E7}"/>
                </a:ext>
              </a:extLst>
            </p:cNvPr>
            <p:cNvSpPr/>
            <p:nvPr/>
          </p:nvSpPr>
          <p:spPr>
            <a:xfrm>
              <a:off x="1081429" y="5383090"/>
              <a:ext cx="122825" cy="122825"/>
            </a:xfrm>
            <a:prstGeom prst="ellipse">
              <a:avLst/>
            </a:pr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69" name="pt26">
              <a:extLst>
                <a:ext uri="{FF2B5EF4-FFF2-40B4-BE49-F238E27FC236}">
                  <a16:creationId xmlns:a16="http://schemas.microsoft.com/office/drawing/2014/main" id="{713BE9A9-C5EF-4141-BF62-205F2766E9E6}"/>
                </a:ext>
              </a:extLst>
            </p:cNvPr>
            <p:cNvSpPr/>
            <p:nvPr/>
          </p:nvSpPr>
          <p:spPr>
            <a:xfrm>
              <a:off x="1081429" y="5743090"/>
              <a:ext cx="122825" cy="12282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70" name="pt27">
              <a:extLst>
                <a:ext uri="{FF2B5EF4-FFF2-40B4-BE49-F238E27FC236}">
                  <a16:creationId xmlns:a16="http://schemas.microsoft.com/office/drawing/2014/main" id="{FD51A73B-9930-4F49-965E-B41344AD1B6E}"/>
                </a:ext>
              </a:extLst>
            </p:cNvPr>
            <p:cNvSpPr/>
            <p:nvPr/>
          </p:nvSpPr>
          <p:spPr>
            <a:xfrm>
              <a:off x="1081429" y="6103090"/>
              <a:ext cx="122825" cy="12282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71" name="pt28">
              <a:extLst>
                <a:ext uri="{FF2B5EF4-FFF2-40B4-BE49-F238E27FC236}">
                  <a16:creationId xmlns:a16="http://schemas.microsoft.com/office/drawing/2014/main" id="{C43DF945-6954-4A12-B0FF-CEF071CF16CB}"/>
                </a:ext>
              </a:extLst>
            </p:cNvPr>
            <p:cNvSpPr/>
            <p:nvPr/>
          </p:nvSpPr>
          <p:spPr>
            <a:xfrm>
              <a:off x="1081429" y="6463090"/>
              <a:ext cx="122825" cy="12282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72" name="pt29">
              <a:extLst>
                <a:ext uri="{FF2B5EF4-FFF2-40B4-BE49-F238E27FC236}">
                  <a16:creationId xmlns:a16="http://schemas.microsoft.com/office/drawing/2014/main" id="{ADBDF701-5CE2-4148-8EBC-7C75E1CFFE45}"/>
                </a:ext>
              </a:extLst>
            </p:cNvPr>
            <p:cNvSpPr/>
            <p:nvPr/>
          </p:nvSpPr>
          <p:spPr>
            <a:xfrm>
              <a:off x="1081429" y="6823090"/>
              <a:ext cx="122825" cy="12282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73" name="tx50">
              <a:extLst>
                <a:ext uri="{FF2B5EF4-FFF2-40B4-BE49-F238E27FC236}">
                  <a16:creationId xmlns:a16="http://schemas.microsoft.com/office/drawing/2014/main" id="{347CCD1F-DE08-41C0-B0E5-E73348C1BFF4}"/>
                </a:ext>
              </a:extLst>
            </p:cNvPr>
            <p:cNvSpPr/>
            <p:nvPr/>
          </p:nvSpPr>
          <p:spPr>
            <a:xfrm>
              <a:off x="1208328" y="5023090"/>
              <a:ext cx="472196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Sicily</a:t>
              </a:r>
            </a:p>
          </p:txBody>
        </p:sp>
        <p:sp>
          <p:nvSpPr>
            <p:cNvPr id="974" name="tx51">
              <a:extLst>
                <a:ext uri="{FF2B5EF4-FFF2-40B4-BE49-F238E27FC236}">
                  <a16:creationId xmlns:a16="http://schemas.microsoft.com/office/drawing/2014/main" id="{BF4B8BCA-422E-46D7-8A5F-3F7938680BDA}"/>
                </a:ext>
              </a:extLst>
            </p:cNvPr>
            <p:cNvSpPr/>
            <p:nvPr/>
          </p:nvSpPr>
          <p:spPr>
            <a:xfrm>
              <a:off x="1208328" y="5383090"/>
              <a:ext cx="94469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Stockholm</a:t>
              </a:r>
            </a:p>
          </p:txBody>
        </p:sp>
        <p:sp>
          <p:nvSpPr>
            <p:cNvPr id="975" name="tx52">
              <a:extLst>
                <a:ext uri="{FF2B5EF4-FFF2-40B4-BE49-F238E27FC236}">
                  <a16:creationId xmlns:a16="http://schemas.microsoft.com/office/drawing/2014/main" id="{1B5BC00F-431D-4CE6-AAD0-B7FC52B92AE8}"/>
                </a:ext>
              </a:extLst>
            </p:cNvPr>
            <p:cNvSpPr/>
            <p:nvPr/>
          </p:nvSpPr>
          <p:spPr>
            <a:xfrm>
              <a:off x="1208328" y="5743090"/>
              <a:ext cx="1439810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United Kingdom</a:t>
              </a:r>
            </a:p>
          </p:txBody>
        </p:sp>
        <p:sp>
          <p:nvSpPr>
            <p:cNvPr id="976" name="tx53">
              <a:extLst>
                <a:ext uri="{FF2B5EF4-FFF2-40B4-BE49-F238E27FC236}">
                  <a16:creationId xmlns:a16="http://schemas.microsoft.com/office/drawing/2014/main" id="{003DD74A-1F98-45BA-A3F8-4F80D3FAD690}"/>
                </a:ext>
              </a:extLst>
            </p:cNvPr>
            <p:cNvSpPr/>
            <p:nvPr/>
          </p:nvSpPr>
          <p:spPr>
            <a:xfrm>
              <a:off x="1208328" y="6103090"/>
              <a:ext cx="742433" cy="1850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Uppsala</a:t>
              </a:r>
            </a:p>
          </p:txBody>
        </p:sp>
        <p:sp>
          <p:nvSpPr>
            <p:cNvPr id="977" name="tx54">
              <a:extLst>
                <a:ext uri="{FF2B5EF4-FFF2-40B4-BE49-F238E27FC236}">
                  <a16:creationId xmlns:a16="http://schemas.microsoft.com/office/drawing/2014/main" id="{7A3073F3-EED4-4249-B3F5-7E757D1C173D}"/>
                </a:ext>
              </a:extLst>
            </p:cNvPr>
            <p:cNvSpPr/>
            <p:nvPr/>
          </p:nvSpPr>
          <p:spPr>
            <a:xfrm>
              <a:off x="1208328" y="6463090"/>
              <a:ext cx="652222" cy="1473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Utrecht</a:t>
              </a:r>
            </a:p>
          </p:txBody>
        </p:sp>
        <p:sp>
          <p:nvSpPr>
            <p:cNvPr id="978" name="tx55">
              <a:extLst>
                <a:ext uri="{FF2B5EF4-FFF2-40B4-BE49-F238E27FC236}">
                  <a16:creationId xmlns:a16="http://schemas.microsoft.com/office/drawing/2014/main" id="{2709926B-11FE-433A-BFA9-8551B469ED73}"/>
                </a:ext>
              </a:extLst>
            </p:cNvPr>
            <p:cNvSpPr/>
            <p:nvPr/>
          </p:nvSpPr>
          <p:spPr>
            <a:xfrm>
              <a:off x="1208328" y="6823090"/>
              <a:ext cx="1473207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Western Greece</a:t>
              </a:r>
            </a:p>
          </p:txBody>
        </p:sp>
        <p:sp>
          <p:nvSpPr>
            <p:cNvPr id="979" name="pt14">
              <a:extLst>
                <a:ext uri="{FF2B5EF4-FFF2-40B4-BE49-F238E27FC236}">
                  <a16:creationId xmlns:a16="http://schemas.microsoft.com/office/drawing/2014/main" id="{5C0E2634-282A-4274-8CF6-5D521D225126}"/>
                </a:ext>
              </a:extLst>
            </p:cNvPr>
            <p:cNvSpPr/>
            <p:nvPr/>
          </p:nvSpPr>
          <p:spPr>
            <a:xfrm>
              <a:off x="-1071685" y="5023090"/>
              <a:ext cx="122825" cy="12282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0" name="pt15">
              <a:extLst>
                <a:ext uri="{FF2B5EF4-FFF2-40B4-BE49-F238E27FC236}">
                  <a16:creationId xmlns:a16="http://schemas.microsoft.com/office/drawing/2014/main" id="{4B88083E-0C6B-4B5E-9305-247674EC987C}"/>
                </a:ext>
              </a:extLst>
            </p:cNvPr>
            <p:cNvSpPr/>
            <p:nvPr/>
          </p:nvSpPr>
          <p:spPr>
            <a:xfrm>
              <a:off x="-1071685" y="5383090"/>
              <a:ext cx="122825" cy="12282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1" name="pt16">
              <a:extLst>
                <a:ext uri="{FF2B5EF4-FFF2-40B4-BE49-F238E27FC236}">
                  <a16:creationId xmlns:a16="http://schemas.microsoft.com/office/drawing/2014/main" id="{35FD43B2-6E4A-4FE0-8154-22502E381F78}"/>
                </a:ext>
              </a:extLst>
            </p:cNvPr>
            <p:cNvSpPr/>
            <p:nvPr/>
          </p:nvSpPr>
          <p:spPr>
            <a:xfrm>
              <a:off x="-1071685" y="5743090"/>
              <a:ext cx="122825" cy="12282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2" name="pt17">
              <a:extLst>
                <a:ext uri="{FF2B5EF4-FFF2-40B4-BE49-F238E27FC236}">
                  <a16:creationId xmlns:a16="http://schemas.microsoft.com/office/drawing/2014/main" id="{8D52D2E4-2FDB-46A1-8D31-096B6F4EE911}"/>
                </a:ext>
              </a:extLst>
            </p:cNvPr>
            <p:cNvSpPr/>
            <p:nvPr/>
          </p:nvSpPr>
          <p:spPr>
            <a:xfrm>
              <a:off x="-1071685" y="6103090"/>
              <a:ext cx="122825" cy="12282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3" name="pt18">
              <a:extLst>
                <a:ext uri="{FF2B5EF4-FFF2-40B4-BE49-F238E27FC236}">
                  <a16:creationId xmlns:a16="http://schemas.microsoft.com/office/drawing/2014/main" id="{99B649AC-1B55-4EBB-8D50-F6C48432236D}"/>
                </a:ext>
              </a:extLst>
            </p:cNvPr>
            <p:cNvSpPr/>
            <p:nvPr/>
          </p:nvSpPr>
          <p:spPr>
            <a:xfrm>
              <a:off x="-1071685" y="6463090"/>
              <a:ext cx="122825" cy="12282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4" name="pt19">
              <a:extLst>
                <a:ext uri="{FF2B5EF4-FFF2-40B4-BE49-F238E27FC236}">
                  <a16:creationId xmlns:a16="http://schemas.microsoft.com/office/drawing/2014/main" id="{82409C22-F360-4957-BEA1-5F7210FCB32E}"/>
                </a:ext>
              </a:extLst>
            </p:cNvPr>
            <p:cNvSpPr/>
            <p:nvPr/>
          </p:nvSpPr>
          <p:spPr>
            <a:xfrm>
              <a:off x="-1071685" y="6823090"/>
              <a:ext cx="122825" cy="12282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5" name="pt20">
              <a:extLst>
                <a:ext uri="{FF2B5EF4-FFF2-40B4-BE49-F238E27FC236}">
                  <a16:creationId xmlns:a16="http://schemas.microsoft.com/office/drawing/2014/main" id="{E22E0524-5EAD-483D-8FDC-B8AD9E6DA5DB}"/>
                </a:ext>
              </a:extLst>
            </p:cNvPr>
            <p:cNvSpPr/>
            <p:nvPr/>
          </p:nvSpPr>
          <p:spPr>
            <a:xfrm>
              <a:off x="-1071685" y="7183090"/>
              <a:ext cx="122825" cy="12282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6" name="pt21">
              <a:extLst>
                <a:ext uri="{FF2B5EF4-FFF2-40B4-BE49-F238E27FC236}">
                  <a16:creationId xmlns:a16="http://schemas.microsoft.com/office/drawing/2014/main" id="{6C46F183-9D3D-48F1-989B-ECA14C4D74AE}"/>
                </a:ext>
              </a:extLst>
            </p:cNvPr>
            <p:cNvSpPr/>
            <p:nvPr/>
          </p:nvSpPr>
          <p:spPr>
            <a:xfrm>
              <a:off x="-1071685" y="7543090"/>
              <a:ext cx="122825" cy="12282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7" name="pt22">
              <a:extLst>
                <a:ext uri="{FF2B5EF4-FFF2-40B4-BE49-F238E27FC236}">
                  <a16:creationId xmlns:a16="http://schemas.microsoft.com/office/drawing/2014/main" id="{B2600468-8B2B-408D-A2A9-CA425B8472F6}"/>
                </a:ext>
              </a:extLst>
            </p:cNvPr>
            <p:cNvSpPr/>
            <p:nvPr/>
          </p:nvSpPr>
          <p:spPr>
            <a:xfrm>
              <a:off x="-1071685" y="7903090"/>
              <a:ext cx="122825" cy="12282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8" name="pt23">
              <a:extLst>
                <a:ext uri="{FF2B5EF4-FFF2-40B4-BE49-F238E27FC236}">
                  <a16:creationId xmlns:a16="http://schemas.microsoft.com/office/drawing/2014/main" id="{B5D5222D-B66B-4B74-8E9D-D479CF4CA69F}"/>
                </a:ext>
              </a:extLst>
            </p:cNvPr>
            <p:cNvSpPr/>
            <p:nvPr/>
          </p:nvSpPr>
          <p:spPr>
            <a:xfrm>
              <a:off x="-1071685" y="8263090"/>
              <a:ext cx="122825" cy="12282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89" name="tx40">
              <a:extLst>
                <a:ext uri="{FF2B5EF4-FFF2-40B4-BE49-F238E27FC236}">
                  <a16:creationId xmlns:a16="http://schemas.microsoft.com/office/drawing/2014/main" id="{59E2EF8A-3103-45BB-927F-30D753D8B976}"/>
                </a:ext>
              </a:extLst>
            </p:cNvPr>
            <p:cNvSpPr/>
            <p:nvPr/>
          </p:nvSpPr>
          <p:spPr>
            <a:xfrm>
              <a:off x="-944785" y="5023090"/>
              <a:ext cx="944986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Groningen</a:t>
              </a:r>
            </a:p>
          </p:txBody>
        </p:sp>
        <p:sp>
          <p:nvSpPr>
            <p:cNvPr id="990" name="tx41">
              <a:extLst>
                <a:ext uri="{FF2B5EF4-FFF2-40B4-BE49-F238E27FC236}">
                  <a16:creationId xmlns:a16="http://schemas.microsoft.com/office/drawing/2014/main" id="{E799B125-58AB-4EB2-AC35-E40034CBD533}"/>
                </a:ext>
              </a:extLst>
            </p:cNvPr>
            <p:cNvSpPr/>
            <p:nvPr/>
          </p:nvSpPr>
          <p:spPr>
            <a:xfrm>
              <a:off x="-944785" y="5383090"/>
              <a:ext cx="46113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Halle</a:t>
              </a:r>
            </a:p>
          </p:txBody>
        </p:sp>
        <p:sp>
          <p:nvSpPr>
            <p:cNvPr id="991" name="tx42">
              <a:extLst>
                <a:ext uri="{FF2B5EF4-FFF2-40B4-BE49-F238E27FC236}">
                  <a16:creationId xmlns:a16="http://schemas.microsoft.com/office/drawing/2014/main" id="{730083BF-EC77-4FC2-8C84-FD70D6BC1AC2}"/>
                </a:ext>
              </a:extLst>
            </p:cNvPr>
            <p:cNvSpPr/>
            <p:nvPr/>
          </p:nvSpPr>
          <p:spPr>
            <a:xfrm>
              <a:off x="-944785" y="5743090"/>
              <a:ext cx="48375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Lazio</a:t>
              </a:r>
            </a:p>
          </p:txBody>
        </p:sp>
        <p:sp>
          <p:nvSpPr>
            <p:cNvPr id="992" name="tx43">
              <a:extLst>
                <a:ext uri="{FF2B5EF4-FFF2-40B4-BE49-F238E27FC236}">
                  <a16:creationId xmlns:a16="http://schemas.microsoft.com/office/drawing/2014/main" id="{F6C04943-0D80-4343-97C0-22C906736859}"/>
                </a:ext>
              </a:extLst>
            </p:cNvPr>
            <p:cNvSpPr/>
            <p:nvPr/>
          </p:nvSpPr>
          <p:spPr>
            <a:xfrm>
              <a:off x="-944785" y="6103090"/>
              <a:ext cx="899832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Lombardy</a:t>
              </a:r>
            </a:p>
          </p:txBody>
        </p:sp>
        <p:sp>
          <p:nvSpPr>
            <p:cNvPr id="993" name="tx44">
              <a:extLst>
                <a:ext uri="{FF2B5EF4-FFF2-40B4-BE49-F238E27FC236}">
                  <a16:creationId xmlns:a16="http://schemas.microsoft.com/office/drawing/2014/main" id="{75C7E8AF-878B-43E0-8AB4-4B24DB41CA98}"/>
                </a:ext>
              </a:extLst>
            </p:cNvPr>
            <p:cNvSpPr/>
            <p:nvPr/>
          </p:nvSpPr>
          <p:spPr>
            <a:xfrm>
              <a:off x="-944785" y="6463090"/>
              <a:ext cx="675244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London</a:t>
              </a:r>
            </a:p>
          </p:txBody>
        </p:sp>
        <p:sp>
          <p:nvSpPr>
            <p:cNvPr id="994" name="tx45">
              <a:extLst>
                <a:ext uri="{FF2B5EF4-FFF2-40B4-BE49-F238E27FC236}">
                  <a16:creationId xmlns:a16="http://schemas.microsoft.com/office/drawing/2014/main" id="{D9A5FDBF-1BE0-4841-94C3-03B2A53B4262}"/>
                </a:ext>
              </a:extLst>
            </p:cNvPr>
            <p:cNvSpPr/>
            <p:nvPr/>
          </p:nvSpPr>
          <p:spPr>
            <a:xfrm>
              <a:off x="-944785" y="6823090"/>
              <a:ext cx="1282312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Lower Saxony</a:t>
              </a:r>
            </a:p>
          </p:txBody>
        </p:sp>
        <p:sp>
          <p:nvSpPr>
            <p:cNvPr id="995" name="tx46">
              <a:extLst>
                <a:ext uri="{FF2B5EF4-FFF2-40B4-BE49-F238E27FC236}">
                  <a16:creationId xmlns:a16="http://schemas.microsoft.com/office/drawing/2014/main" id="{C23D35AD-4416-471F-B3EF-87E4B53A2788}"/>
                </a:ext>
              </a:extLst>
            </p:cNvPr>
            <p:cNvSpPr/>
            <p:nvPr/>
          </p:nvSpPr>
          <p:spPr>
            <a:xfrm>
              <a:off x="-944785" y="7183090"/>
              <a:ext cx="109112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Netherlands</a:t>
              </a:r>
            </a:p>
          </p:txBody>
        </p:sp>
        <p:sp>
          <p:nvSpPr>
            <p:cNvPr id="996" name="tx47">
              <a:extLst>
                <a:ext uri="{FF2B5EF4-FFF2-40B4-BE49-F238E27FC236}">
                  <a16:creationId xmlns:a16="http://schemas.microsoft.com/office/drawing/2014/main" id="{5017BD59-1CB9-4C74-9810-92FCC7A1200A}"/>
                </a:ext>
              </a:extLst>
            </p:cNvPr>
            <p:cNvSpPr/>
            <p:nvPr/>
          </p:nvSpPr>
          <p:spPr>
            <a:xfrm>
              <a:off x="-944785" y="7543090"/>
              <a:ext cx="1968623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Saxony and Thuringia</a:t>
              </a:r>
            </a:p>
          </p:txBody>
        </p:sp>
        <p:sp>
          <p:nvSpPr>
            <p:cNvPr id="997" name="tx48">
              <a:extLst>
                <a:ext uri="{FF2B5EF4-FFF2-40B4-BE49-F238E27FC236}">
                  <a16:creationId xmlns:a16="http://schemas.microsoft.com/office/drawing/2014/main" id="{33A3040E-4784-47F2-98F9-762D69ADF6E5}"/>
                </a:ext>
              </a:extLst>
            </p:cNvPr>
            <p:cNvSpPr/>
            <p:nvPr/>
          </p:nvSpPr>
          <p:spPr>
            <a:xfrm>
              <a:off x="-944785" y="7903090"/>
              <a:ext cx="787488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Scotland</a:t>
              </a:r>
            </a:p>
          </p:txBody>
        </p:sp>
        <p:sp>
          <p:nvSpPr>
            <p:cNvPr id="998" name="tx49">
              <a:extLst>
                <a:ext uri="{FF2B5EF4-FFF2-40B4-BE49-F238E27FC236}">
                  <a16:creationId xmlns:a16="http://schemas.microsoft.com/office/drawing/2014/main" id="{638C4356-F30C-499F-AD4F-8E5A1059BB5A}"/>
                </a:ext>
              </a:extLst>
            </p:cNvPr>
            <p:cNvSpPr/>
            <p:nvPr/>
          </p:nvSpPr>
          <p:spPr>
            <a:xfrm>
              <a:off x="-944785" y="8263090"/>
              <a:ext cx="59610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Seville</a:t>
              </a:r>
            </a:p>
          </p:txBody>
        </p:sp>
        <p:sp>
          <p:nvSpPr>
            <p:cNvPr id="999" name="pt4">
              <a:extLst>
                <a:ext uri="{FF2B5EF4-FFF2-40B4-BE49-F238E27FC236}">
                  <a16:creationId xmlns:a16="http://schemas.microsoft.com/office/drawing/2014/main" id="{0DE440EE-0284-4EA4-8B64-70F2A1C8A833}"/>
                </a:ext>
              </a:extLst>
            </p:cNvPr>
            <p:cNvSpPr/>
            <p:nvPr/>
          </p:nvSpPr>
          <p:spPr>
            <a:xfrm>
              <a:off x="-2539763" y="5023090"/>
              <a:ext cx="122825" cy="12282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0" name="pt5">
              <a:extLst>
                <a:ext uri="{FF2B5EF4-FFF2-40B4-BE49-F238E27FC236}">
                  <a16:creationId xmlns:a16="http://schemas.microsoft.com/office/drawing/2014/main" id="{33E4BB7C-EF5C-4901-BBC8-4623AD850832}"/>
                </a:ext>
              </a:extLst>
            </p:cNvPr>
            <p:cNvSpPr/>
            <p:nvPr/>
          </p:nvSpPr>
          <p:spPr>
            <a:xfrm>
              <a:off x="-2539763" y="5383090"/>
              <a:ext cx="122825" cy="12282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1" name="pt6">
              <a:extLst>
                <a:ext uri="{FF2B5EF4-FFF2-40B4-BE49-F238E27FC236}">
                  <a16:creationId xmlns:a16="http://schemas.microsoft.com/office/drawing/2014/main" id="{0636DBFC-E399-4A4C-B14B-ABFEB004E7AD}"/>
                </a:ext>
              </a:extLst>
            </p:cNvPr>
            <p:cNvSpPr/>
            <p:nvPr/>
          </p:nvSpPr>
          <p:spPr>
            <a:xfrm>
              <a:off x="-2539763" y="5743090"/>
              <a:ext cx="122825" cy="12282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2" name="pt7">
              <a:extLst>
                <a:ext uri="{FF2B5EF4-FFF2-40B4-BE49-F238E27FC236}">
                  <a16:creationId xmlns:a16="http://schemas.microsoft.com/office/drawing/2014/main" id="{65F2CB03-88F8-4028-90C9-3739C43F6ECF}"/>
                </a:ext>
              </a:extLst>
            </p:cNvPr>
            <p:cNvSpPr/>
            <p:nvPr/>
          </p:nvSpPr>
          <p:spPr>
            <a:xfrm>
              <a:off x="-2539763" y="6103090"/>
              <a:ext cx="122825" cy="12282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3" name="pt8">
              <a:extLst>
                <a:ext uri="{FF2B5EF4-FFF2-40B4-BE49-F238E27FC236}">
                  <a16:creationId xmlns:a16="http://schemas.microsoft.com/office/drawing/2014/main" id="{F5F8CAAD-9155-44BE-8F23-4867D5757839}"/>
                </a:ext>
              </a:extLst>
            </p:cNvPr>
            <p:cNvSpPr/>
            <p:nvPr/>
          </p:nvSpPr>
          <p:spPr>
            <a:xfrm>
              <a:off x="-2539763" y="6463090"/>
              <a:ext cx="122825" cy="12282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4" name="pt9">
              <a:extLst>
                <a:ext uri="{FF2B5EF4-FFF2-40B4-BE49-F238E27FC236}">
                  <a16:creationId xmlns:a16="http://schemas.microsoft.com/office/drawing/2014/main" id="{FC1997F5-E377-4B1E-829F-F684C37ECC74}"/>
                </a:ext>
              </a:extLst>
            </p:cNvPr>
            <p:cNvSpPr/>
            <p:nvPr/>
          </p:nvSpPr>
          <p:spPr>
            <a:xfrm>
              <a:off x="-2539763" y="6823090"/>
              <a:ext cx="122825" cy="12282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5" name="pt10">
              <a:extLst>
                <a:ext uri="{FF2B5EF4-FFF2-40B4-BE49-F238E27FC236}">
                  <a16:creationId xmlns:a16="http://schemas.microsoft.com/office/drawing/2014/main" id="{2465CE59-696B-489F-9BED-B38AFF83C538}"/>
                </a:ext>
              </a:extLst>
            </p:cNvPr>
            <p:cNvSpPr/>
            <p:nvPr/>
          </p:nvSpPr>
          <p:spPr>
            <a:xfrm>
              <a:off x="-2539763" y="7183090"/>
              <a:ext cx="122825" cy="12282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6" name="pt11">
              <a:extLst>
                <a:ext uri="{FF2B5EF4-FFF2-40B4-BE49-F238E27FC236}">
                  <a16:creationId xmlns:a16="http://schemas.microsoft.com/office/drawing/2014/main" id="{CBA78923-103F-48D9-9C08-01406571A7C5}"/>
                </a:ext>
              </a:extLst>
            </p:cNvPr>
            <p:cNvSpPr/>
            <p:nvPr/>
          </p:nvSpPr>
          <p:spPr>
            <a:xfrm>
              <a:off x="-2539763" y="7543090"/>
              <a:ext cx="122825" cy="12282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7" name="pt12">
              <a:extLst>
                <a:ext uri="{FF2B5EF4-FFF2-40B4-BE49-F238E27FC236}">
                  <a16:creationId xmlns:a16="http://schemas.microsoft.com/office/drawing/2014/main" id="{DE6B21AB-8478-435F-9A9D-E622953AD69A}"/>
                </a:ext>
              </a:extLst>
            </p:cNvPr>
            <p:cNvSpPr/>
            <p:nvPr/>
          </p:nvSpPr>
          <p:spPr>
            <a:xfrm>
              <a:off x="-2539763" y="7903090"/>
              <a:ext cx="122825" cy="12282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8" name="pt13">
              <a:extLst>
                <a:ext uri="{FF2B5EF4-FFF2-40B4-BE49-F238E27FC236}">
                  <a16:creationId xmlns:a16="http://schemas.microsoft.com/office/drawing/2014/main" id="{1A82EA72-EED7-4773-A10C-5533CCEA9852}"/>
                </a:ext>
              </a:extLst>
            </p:cNvPr>
            <p:cNvSpPr/>
            <p:nvPr/>
          </p:nvSpPr>
          <p:spPr>
            <a:xfrm>
              <a:off x="-2539763" y="8263090"/>
              <a:ext cx="122825" cy="12282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09" name="tx30">
              <a:extLst>
                <a:ext uri="{FF2B5EF4-FFF2-40B4-BE49-F238E27FC236}">
                  <a16:creationId xmlns:a16="http://schemas.microsoft.com/office/drawing/2014/main" id="{E9F54AB8-B369-40F0-B80B-6F7EB54CF200}"/>
                </a:ext>
              </a:extLst>
            </p:cNvPr>
            <p:cNvSpPr/>
            <p:nvPr/>
          </p:nvSpPr>
          <p:spPr>
            <a:xfrm>
              <a:off x="-2412864" y="5023090"/>
              <a:ext cx="742334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Abruzzo</a:t>
              </a:r>
            </a:p>
          </p:txBody>
        </p:sp>
        <p:sp>
          <p:nvSpPr>
            <p:cNvPr id="1010" name="tx31">
              <a:extLst>
                <a:ext uri="{FF2B5EF4-FFF2-40B4-BE49-F238E27FC236}">
                  <a16:creationId xmlns:a16="http://schemas.microsoft.com/office/drawing/2014/main" id="{C0FA1347-D933-4D87-88FF-077068F21A2A}"/>
                </a:ext>
              </a:extLst>
            </p:cNvPr>
            <p:cNvSpPr/>
            <p:nvPr/>
          </p:nvSpPr>
          <p:spPr>
            <a:xfrm>
              <a:off x="-2412864" y="5383090"/>
              <a:ext cx="68611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Bavaria</a:t>
              </a:r>
            </a:p>
          </p:txBody>
        </p:sp>
        <p:sp>
          <p:nvSpPr>
            <p:cNvPr id="1011" name="tx32">
              <a:extLst>
                <a:ext uri="{FF2B5EF4-FFF2-40B4-BE49-F238E27FC236}">
                  <a16:creationId xmlns:a16="http://schemas.microsoft.com/office/drawing/2014/main" id="{A289342A-ADF4-4A0F-A309-6D846E6EDAA1}"/>
                </a:ext>
              </a:extLst>
            </p:cNvPr>
            <p:cNvSpPr/>
            <p:nvPr/>
          </p:nvSpPr>
          <p:spPr>
            <a:xfrm>
              <a:off x="-2412864" y="5743090"/>
              <a:ext cx="51735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Berlin</a:t>
              </a:r>
            </a:p>
          </p:txBody>
        </p:sp>
        <p:sp>
          <p:nvSpPr>
            <p:cNvPr id="1012" name="tx33">
              <a:extLst>
                <a:ext uri="{FF2B5EF4-FFF2-40B4-BE49-F238E27FC236}">
                  <a16:creationId xmlns:a16="http://schemas.microsoft.com/office/drawing/2014/main" id="{FE0A1B91-9B9E-4BF0-93F4-485DF9219BA3}"/>
                </a:ext>
              </a:extLst>
            </p:cNvPr>
            <p:cNvSpPr/>
            <p:nvPr/>
          </p:nvSpPr>
          <p:spPr>
            <a:xfrm>
              <a:off x="-2412864" y="6103090"/>
              <a:ext cx="877402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Debrecen</a:t>
              </a:r>
            </a:p>
          </p:txBody>
        </p:sp>
        <p:sp>
          <p:nvSpPr>
            <p:cNvPr id="1013" name="tx34">
              <a:extLst>
                <a:ext uri="{FF2B5EF4-FFF2-40B4-BE49-F238E27FC236}">
                  <a16:creationId xmlns:a16="http://schemas.microsoft.com/office/drawing/2014/main" id="{3CFF270E-EA25-487E-BC4D-7C59D880FA24}"/>
                </a:ext>
              </a:extLst>
            </p:cNvPr>
            <p:cNvSpPr/>
            <p:nvPr/>
          </p:nvSpPr>
          <p:spPr>
            <a:xfrm>
              <a:off x="-2412864" y="6463090"/>
              <a:ext cx="719905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Drenthe</a:t>
              </a:r>
            </a:p>
          </p:txBody>
        </p:sp>
        <p:sp>
          <p:nvSpPr>
            <p:cNvPr id="1014" name="tx35">
              <a:extLst>
                <a:ext uri="{FF2B5EF4-FFF2-40B4-BE49-F238E27FC236}">
                  <a16:creationId xmlns:a16="http://schemas.microsoft.com/office/drawing/2014/main" id="{660FC2F3-5488-4DC5-B874-30A9D192280C}"/>
                </a:ext>
              </a:extLst>
            </p:cNvPr>
            <p:cNvSpPr/>
            <p:nvPr/>
          </p:nvSpPr>
          <p:spPr>
            <a:xfrm>
              <a:off x="-2412864" y="6823090"/>
              <a:ext cx="922557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England-a</a:t>
              </a:r>
            </a:p>
          </p:txBody>
        </p:sp>
        <p:sp>
          <p:nvSpPr>
            <p:cNvPr id="1015" name="tx36">
              <a:extLst>
                <a:ext uri="{FF2B5EF4-FFF2-40B4-BE49-F238E27FC236}">
                  <a16:creationId xmlns:a16="http://schemas.microsoft.com/office/drawing/2014/main" id="{C4643754-CE44-47F2-86E4-037D55E2E6F4}"/>
                </a:ext>
              </a:extLst>
            </p:cNvPr>
            <p:cNvSpPr/>
            <p:nvPr/>
          </p:nvSpPr>
          <p:spPr>
            <a:xfrm>
              <a:off x="-2412864" y="7183090"/>
              <a:ext cx="922557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England-b</a:t>
              </a:r>
            </a:p>
          </p:txBody>
        </p:sp>
        <p:sp>
          <p:nvSpPr>
            <p:cNvPr id="1016" name="tx37">
              <a:extLst>
                <a:ext uri="{FF2B5EF4-FFF2-40B4-BE49-F238E27FC236}">
                  <a16:creationId xmlns:a16="http://schemas.microsoft.com/office/drawing/2014/main" id="{620E0D40-2CBD-4DBB-80FC-6E1333C2B2B3}"/>
                </a:ext>
              </a:extLst>
            </p:cNvPr>
            <p:cNvSpPr/>
            <p:nvPr/>
          </p:nvSpPr>
          <p:spPr>
            <a:xfrm>
              <a:off x="-2412864" y="7543090"/>
              <a:ext cx="80972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France-a</a:t>
              </a:r>
            </a:p>
          </p:txBody>
        </p:sp>
        <p:sp>
          <p:nvSpPr>
            <p:cNvPr id="1017" name="tx38">
              <a:extLst>
                <a:ext uri="{FF2B5EF4-FFF2-40B4-BE49-F238E27FC236}">
                  <a16:creationId xmlns:a16="http://schemas.microsoft.com/office/drawing/2014/main" id="{B47B23D3-BCAE-4988-8327-0D09B0A61A11}"/>
                </a:ext>
              </a:extLst>
            </p:cNvPr>
            <p:cNvSpPr/>
            <p:nvPr/>
          </p:nvSpPr>
          <p:spPr>
            <a:xfrm>
              <a:off x="-2412864" y="7903090"/>
              <a:ext cx="80972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France-b</a:t>
              </a:r>
            </a:p>
          </p:txBody>
        </p:sp>
        <p:sp>
          <p:nvSpPr>
            <p:cNvPr id="1018" name="tx39">
              <a:extLst>
                <a:ext uri="{FF2B5EF4-FFF2-40B4-BE49-F238E27FC236}">
                  <a16:creationId xmlns:a16="http://schemas.microsoft.com/office/drawing/2014/main" id="{A025F4D7-4CF6-49AB-8734-2DA31FA5F97A}"/>
                </a:ext>
              </a:extLst>
            </p:cNvPr>
            <p:cNvSpPr/>
            <p:nvPr/>
          </p:nvSpPr>
          <p:spPr>
            <a:xfrm>
              <a:off x="-2412864" y="8263090"/>
              <a:ext cx="753499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Freiburg</a:t>
              </a:r>
            </a:p>
          </p:txBody>
        </p:sp>
      </p:grpSp>
      <p:grpSp>
        <p:nvGrpSpPr>
          <p:cNvPr id="353" name="Groupe 352">
            <a:extLst>
              <a:ext uri="{FF2B5EF4-FFF2-40B4-BE49-F238E27FC236}">
                <a16:creationId xmlns:a16="http://schemas.microsoft.com/office/drawing/2014/main" id="{CF0F0AD4-E7CE-44E8-A471-5447A7051312}"/>
              </a:ext>
            </a:extLst>
          </p:cNvPr>
          <p:cNvGrpSpPr/>
          <p:nvPr/>
        </p:nvGrpSpPr>
        <p:grpSpPr>
          <a:xfrm>
            <a:off x="-65435" y="-5829545"/>
            <a:ext cx="10800000" cy="7200000"/>
            <a:chOff x="0" y="0"/>
            <a:chExt cx="10800000" cy="7200000"/>
          </a:xfrm>
        </p:grpSpPr>
        <p:sp>
          <p:nvSpPr>
            <p:cNvPr id="354" name="rc3">
              <a:extLst>
                <a:ext uri="{FF2B5EF4-FFF2-40B4-BE49-F238E27FC236}">
                  <a16:creationId xmlns:a16="http://schemas.microsoft.com/office/drawing/2014/main" id="{B04CC480-EAEF-48D6-B001-81B7BF9CFDD9}"/>
                </a:ext>
              </a:extLst>
            </p:cNvPr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5" name="rc4">
              <a:extLst>
                <a:ext uri="{FF2B5EF4-FFF2-40B4-BE49-F238E27FC236}">
                  <a16:creationId xmlns:a16="http://schemas.microsoft.com/office/drawing/2014/main" id="{699CD743-913C-4B22-B697-22FD8FE3BCC8}"/>
                </a:ext>
              </a:extLst>
            </p:cNvPr>
            <p:cNvSpPr/>
            <p:nvPr/>
          </p:nvSpPr>
          <p:spPr>
            <a:xfrm>
              <a:off x="0" y="0"/>
              <a:ext cx="10799999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6" name="pg5">
              <a:extLst>
                <a:ext uri="{FF2B5EF4-FFF2-40B4-BE49-F238E27FC236}">
                  <a16:creationId xmlns:a16="http://schemas.microsoft.com/office/drawing/2014/main" id="{AEDE7B20-CF93-4614-942F-F691836C1C44}"/>
                </a:ext>
              </a:extLst>
            </p:cNvPr>
            <p:cNvSpPr/>
            <p:nvPr/>
          </p:nvSpPr>
          <p:spPr>
            <a:xfrm>
              <a:off x="1124766" y="818550"/>
              <a:ext cx="2592212" cy="5315592"/>
            </a:xfrm>
            <a:custGeom>
              <a:avLst/>
              <a:gdLst/>
              <a:ahLst/>
              <a:cxnLst/>
              <a:rect l="0" t="0" r="0" b="0"/>
              <a:pathLst>
                <a:path w="2592212" h="5315592">
                  <a:moveTo>
                    <a:pt x="1291365" y="5315592"/>
                  </a:moveTo>
                  <a:lnTo>
                    <a:pt x="1291051" y="5302032"/>
                  </a:lnTo>
                  <a:lnTo>
                    <a:pt x="1290716" y="5288472"/>
                  </a:lnTo>
                  <a:lnTo>
                    <a:pt x="1290368" y="5274912"/>
                  </a:lnTo>
                  <a:lnTo>
                    <a:pt x="1289989" y="5261352"/>
                  </a:lnTo>
                  <a:lnTo>
                    <a:pt x="1289601" y="5247791"/>
                  </a:lnTo>
                  <a:lnTo>
                    <a:pt x="1289176" y="5234231"/>
                  </a:lnTo>
                  <a:lnTo>
                    <a:pt x="1288737" y="5220671"/>
                  </a:lnTo>
                  <a:lnTo>
                    <a:pt x="1288269" y="5207111"/>
                  </a:lnTo>
                  <a:lnTo>
                    <a:pt x="1287774" y="5193551"/>
                  </a:lnTo>
                  <a:lnTo>
                    <a:pt x="1287260" y="5179991"/>
                  </a:lnTo>
                  <a:lnTo>
                    <a:pt x="1286703" y="5166430"/>
                  </a:lnTo>
                  <a:lnTo>
                    <a:pt x="1286133" y="5152870"/>
                  </a:lnTo>
                  <a:lnTo>
                    <a:pt x="1285512" y="5139310"/>
                  </a:lnTo>
                  <a:lnTo>
                    <a:pt x="1284872" y="5125750"/>
                  </a:lnTo>
                  <a:lnTo>
                    <a:pt x="1284191" y="5112190"/>
                  </a:lnTo>
                  <a:lnTo>
                    <a:pt x="1283475" y="5098629"/>
                  </a:lnTo>
                  <a:lnTo>
                    <a:pt x="1282729" y="5085069"/>
                  </a:lnTo>
                  <a:lnTo>
                    <a:pt x="1281928" y="5071509"/>
                  </a:lnTo>
                  <a:lnTo>
                    <a:pt x="1281111" y="5057949"/>
                  </a:lnTo>
                  <a:lnTo>
                    <a:pt x="1280221" y="5044389"/>
                  </a:lnTo>
                  <a:lnTo>
                    <a:pt x="1279309" y="5030828"/>
                  </a:lnTo>
                  <a:lnTo>
                    <a:pt x="1278338" y="5017268"/>
                  </a:lnTo>
                  <a:lnTo>
                    <a:pt x="1277323" y="5003708"/>
                  </a:lnTo>
                  <a:lnTo>
                    <a:pt x="1276266" y="4990148"/>
                  </a:lnTo>
                  <a:lnTo>
                    <a:pt x="1275139" y="4976588"/>
                  </a:lnTo>
                  <a:lnTo>
                    <a:pt x="1273990" y="4963028"/>
                  </a:lnTo>
                  <a:lnTo>
                    <a:pt x="1272742" y="4949467"/>
                  </a:lnTo>
                  <a:lnTo>
                    <a:pt x="1271469" y="4935907"/>
                  </a:lnTo>
                  <a:lnTo>
                    <a:pt x="1270116" y="4922347"/>
                  </a:lnTo>
                  <a:lnTo>
                    <a:pt x="1268708" y="4908787"/>
                  </a:lnTo>
                  <a:lnTo>
                    <a:pt x="1267242" y="4895227"/>
                  </a:lnTo>
                  <a:lnTo>
                    <a:pt x="1265690" y="4881666"/>
                  </a:lnTo>
                  <a:lnTo>
                    <a:pt x="1264105" y="4868106"/>
                  </a:lnTo>
                  <a:lnTo>
                    <a:pt x="1262398" y="4854546"/>
                  </a:lnTo>
                  <a:lnTo>
                    <a:pt x="1260658" y="4840986"/>
                  </a:lnTo>
                  <a:lnTo>
                    <a:pt x="1258812" y="4827426"/>
                  </a:lnTo>
                  <a:lnTo>
                    <a:pt x="1256902" y="4813866"/>
                  </a:lnTo>
                  <a:lnTo>
                    <a:pt x="1254913" y="4800305"/>
                  </a:lnTo>
                  <a:lnTo>
                    <a:pt x="1252821" y="4786745"/>
                  </a:lnTo>
                  <a:lnTo>
                    <a:pt x="1250682" y="4773185"/>
                  </a:lnTo>
                  <a:lnTo>
                    <a:pt x="1248396" y="4759625"/>
                  </a:lnTo>
                  <a:lnTo>
                    <a:pt x="1246070" y="4746065"/>
                  </a:lnTo>
                  <a:lnTo>
                    <a:pt x="1243606" y="4732504"/>
                  </a:lnTo>
                  <a:lnTo>
                    <a:pt x="1241069" y="4718944"/>
                  </a:lnTo>
                  <a:lnTo>
                    <a:pt x="1238430" y="4705384"/>
                  </a:lnTo>
                  <a:lnTo>
                    <a:pt x="1235671" y="4691824"/>
                  </a:lnTo>
                  <a:lnTo>
                    <a:pt x="1232848" y="4678264"/>
                  </a:lnTo>
                  <a:lnTo>
                    <a:pt x="1229853" y="4664703"/>
                  </a:lnTo>
                  <a:lnTo>
                    <a:pt x="1226811" y="4651143"/>
                  </a:lnTo>
                  <a:lnTo>
                    <a:pt x="1223595" y="4637583"/>
                  </a:lnTo>
                  <a:lnTo>
                    <a:pt x="1220301" y="4624023"/>
                  </a:lnTo>
                  <a:lnTo>
                    <a:pt x="1216876" y="4610463"/>
                  </a:lnTo>
                  <a:lnTo>
                    <a:pt x="1213316" y="4596903"/>
                  </a:lnTo>
                  <a:lnTo>
                    <a:pt x="1209674" y="4583342"/>
                  </a:lnTo>
                  <a:lnTo>
                    <a:pt x="1205837" y="4569782"/>
                  </a:lnTo>
                  <a:lnTo>
                    <a:pt x="1201944" y="4556222"/>
                  </a:lnTo>
                  <a:lnTo>
                    <a:pt x="1197841" y="4542662"/>
                  </a:lnTo>
                  <a:lnTo>
                    <a:pt x="1193656" y="4529102"/>
                  </a:lnTo>
                  <a:lnTo>
                    <a:pt x="1189311" y="4515541"/>
                  </a:lnTo>
                  <a:lnTo>
                    <a:pt x="1184820" y="4501981"/>
                  </a:lnTo>
                  <a:lnTo>
                    <a:pt x="1180226" y="4488421"/>
                  </a:lnTo>
                  <a:lnTo>
                    <a:pt x="1175419" y="4474861"/>
                  </a:lnTo>
                  <a:lnTo>
                    <a:pt x="1170549" y="4461301"/>
                  </a:lnTo>
                  <a:lnTo>
                    <a:pt x="1165434" y="4447740"/>
                  </a:lnTo>
                  <a:lnTo>
                    <a:pt x="1160234" y="4434180"/>
                  </a:lnTo>
                  <a:lnTo>
                    <a:pt x="1154848" y="4420620"/>
                  </a:lnTo>
                  <a:lnTo>
                    <a:pt x="1149310" y="4407060"/>
                  </a:lnTo>
                  <a:lnTo>
                    <a:pt x="1143647" y="4393500"/>
                  </a:lnTo>
                  <a:lnTo>
                    <a:pt x="1137762" y="4379940"/>
                  </a:lnTo>
                  <a:lnTo>
                    <a:pt x="1131808" y="4366379"/>
                  </a:lnTo>
                  <a:lnTo>
                    <a:pt x="1125577" y="4352819"/>
                  </a:lnTo>
                  <a:lnTo>
                    <a:pt x="1119266" y="4339259"/>
                  </a:lnTo>
                  <a:lnTo>
                    <a:pt x="1112744" y="4325699"/>
                  </a:lnTo>
                  <a:lnTo>
                    <a:pt x="1106070" y="4312139"/>
                  </a:lnTo>
                  <a:lnTo>
                    <a:pt x="1099254" y="4298578"/>
                  </a:lnTo>
                  <a:lnTo>
                    <a:pt x="1092214" y="4285018"/>
                  </a:lnTo>
                  <a:lnTo>
                    <a:pt x="1085101" y="4271458"/>
                  </a:lnTo>
                  <a:lnTo>
                    <a:pt x="1077691" y="4257898"/>
                  </a:lnTo>
                  <a:lnTo>
                    <a:pt x="1070209" y="4244338"/>
                  </a:lnTo>
                  <a:lnTo>
                    <a:pt x="1062499" y="4230778"/>
                  </a:lnTo>
                  <a:lnTo>
                    <a:pt x="1054646" y="4217217"/>
                  </a:lnTo>
                  <a:lnTo>
                    <a:pt x="1046638" y="4203657"/>
                  </a:lnTo>
                  <a:lnTo>
                    <a:pt x="1038416" y="4190097"/>
                  </a:lnTo>
                  <a:lnTo>
                    <a:pt x="1030111" y="4176537"/>
                  </a:lnTo>
                  <a:lnTo>
                    <a:pt x="1021522" y="4162977"/>
                  </a:lnTo>
                  <a:lnTo>
                    <a:pt x="1012862" y="4149416"/>
                  </a:lnTo>
                  <a:lnTo>
                    <a:pt x="1003972" y="4135856"/>
                  </a:lnTo>
                  <a:lnTo>
                    <a:pt x="994954" y="4122296"/>
                  </a:lnTo>
                  <a:lnTo>
                    <a:pt x="985777" y="4108736"/>
                  </a:lnTo>
                  <a:lnTo>
                    <a:pt x="976408" y="4095176"/>
                  </a:lnTo>
                  <a:lnTo>
                    <a:pt x="966951" y="4081615"/>
                  </a:lnTo>
                  <a:lnTo>
                    <a:pt x="957241" y="4068055"/>
                  </a:lnTo>
                  <a:lnTo>
                    <a:pt x="947467" y="4054495"/>
                  </a:lnTo>
                  <a:lnTo>
                    <a:pt x="937474" y="4040935"/>
                  </a:lnTo>
                  <a:lnTo>
                    <a:pt x="927376" y="4027375"/>
                  </a:lnTo>
                  <a:lnTo>
                    <a:pt x="917128" y="4013815"/>
                  </a:lnTo>
                  <a:lnTo>
                    <a:pt x="906722" y="4000254"/>
                  </a:lnTo>
                  <a:lnTo>
                    <a:pt x="896232" y="3986694"/>
                  </a:lnTo>
                  <a:lnTo>
                    <a:pt x="885535" y="3973134"/>
                  </a:lnTo>
                  <a:lnTo>
                    <a:pt x="874785" y="3959574"/>
                  </a:lnTo>
                  <a:lnTo>
                    <a:pt x="863848" y="3946014"/>
                  </a:lnTo>
                  <a:lnTo>
                    <a:pt x="852834" y="3932453"/>
                  </a:lnTo>
                  <a:lnTo>
                    <a:pt x="841696" y="3918893"/>
                  </a:lnTo>
                  <a:lnTo>
                    <a:pt x="830442" y="3905333"/>
                  </a:lnTo>
                  <a:lnTo>
                    <a:pt x="819119" y="3891773"/>
                  </a:lnTo>
                  <a:lnTo>
                    <a:pt x="807651" y="3878213"/>
                  </a:lnTo>
                  <a:lnTo>
                    <a:pt x="796145" y="3864652"/>
                  </a:lnTo>
                  <a:lnTo>
                    <a:pt x="784505" y="3851092"/>
                  </a:lnTo>
                  <a:lnTo>
                    <a:pt x="772822" y="3837532"/>
                  </a:lnTo>
                  <a:lnTo>
                    <a:pt x="761053" y="3823972"/>
                  </a:lnTo>
                  <a:lnTo>
                    <a:pt x="749223" y="3810412"/>
                  </a:lnTo>
                  <a:lnTo>
                    <a:pt x="737347" y="3796852"/>
                  </a:lnTo>
                  <a:lnTo>
                    <a:pt x="725401" y="3783291"/>
                  </a:lnTo>
                  <a:lnTo>
                    <a:pt x="713436" y="3769731"/>
                  </a:lnTo>
                  <a:lnTo>
                    <a:pt x="701412" y="3756171"/>
                  </a:lnTo>
                  <a:lnTo>
                    <a:pt x="689377" y="3742611"/>
                  </a:lnTo>
                  <a:lnTo>
                    <a:pt x="677316" y="3729051"/>
                  </a:lnTo>
                  <a:lnTo>
                    <a:pt x="665246" y="3715490"/>
                  </a:lnTo>
                  <a:lnTo>
                    <a:pt x="653171" y="3701930"/>
                  </a:lnTo>
                  <a:lnTo>
                    <a:pt x="641104" y="3688370"/>
                  </a:lnTo>
                  <a:lnTo>
                    <a:pt x="629041" y="3674810"/>
                  </a:lnTo>
                  <a:lnTo>
                    <a:pt x="617014" y="3661250"/>
                  </a:lnTo>
                  <a:lnTo>
                    <a:pt x="605005" y="3647690"/>
                  </a:lnTo>
                  <a:lnTo>
                    <a:pt x="593042" y="3634129"/>
                  </a:lnTo>
                  <a:lnTo>
                    <a:pt x="581125" y="3620569"/>
                  </a:lnTo>
                  <a:lnTo>
                    <a:pt x="569251" y="3607009"/>
                  </a:lnTo>
                  <a:lnTo>
                    <a:pt x="557467" y="3593449"/>
                  </a:lnTo>
                  <a:lnTo>
                    <a:pt x="545710" y="3579889"/>
                  </a:lnTo>
                  <a:lnTo>
                    <a:pt x="534097" y="3566328"/>
                  </a:lnTo>
                  <a:lnTo>
                    <a:pt x="522525" y="3552768"/>
                  </a:lnTo>
                  <a:lnTo>
                    <a:pt x="511082" y="3539208"/>
                  </a:lnTo>
                  <a:lnTo>
                    <a:pt x="499734" y="3525648"/>
                  </a:lnTo>
                  <a:lnTo>
                    <a:pt x="488488" y="3512088"/>
                  </a:lnTo>
                  <a:lnTo>
                    <a:pt x="477402" y="3498527"/>
                  </a:lnTo>
                  <a:lnTo>
                    <a:pt x="466379" y="3484967"/>
                  </a:lnTo>
                  <a:lnTo>
                    <a:pt x="455594" y="3471407"/>
                  </a:lnTo>
                  <a:lnTo>
                    <a:pt x="444875" y="3457847"/>
                  </a:lnTo>
                  <a:lnTo>
                    <a:pt x="434372" y="3444287"/>
                  </a:lnTo>
                  <a:lnTo>
                    <a:pt x="424002" y="3430727"/>
                  </a:lnTo>
                  <a:lnTo>
                    <a:pt x="413796" y="3417166"/>
                  </a:lnTo>
                  <a:lnTo>
                    <a:pt x="403810" y="3403606"/>
                  </a:lnTo>
                  <a:lnTo>
                    <a:pt x="393923" y="3390046"/>
                  </a:lnTo>
                  <a:lnTo>
                    <a:pt x="384354" y="3376486"/>
                  </a:lnTo>
                  <a:lnTo>
                    <a:pt x="374872" y="3362926"/>
                  </a:lnTo>
                  <a:lnTo>
                    <a:pt x="365689" y="3349365"/>
                  </a:lnTo>
                  <a:lnTo>
                    <a:pt x="356664" y="3335805"/>
                  </a:lnTo>
                  <a:lnTo>
                    <a:pt x="347863" y="3322245"/>
                  </a:lnTo>
                  <a:lnTo>
                    <a:pt x="339323" y="3308685"/>
                  </a:lnTo>
                  <a:lnTo>
                    <a:pt x="330921" y="3295125"/>
                  </a:lnTo>
                  <a:lnTo>
                    <a:pt x="322891" y="3281565"/>
                  </a:lnTo>
                  <a:lnTo>
                    <a:pt x="314963" y="3268004"/>
                  </a:lnTo>
                  <a:lnTo>
                    <a:pt x="307406" y="3254444"/>
                  </a:lnTo>
                  <a:lnTo>
                    <a:pt x="300016" y="3240884"/>
                  </a:lnTo>
                  <a:lnTo>
                    <a:pt x="292902" y="3227324"/>
                  </a:lnTo>
                  <a:lnTo>
                    <a:pt x="286068" y="3213764"/>
                  </a:lnTo>
                  <a:lnTo>
                    <a:pt x="279406" y="3200203"/>
                  </a:lnTo>
                  <a:lnTo>
                    <a:pt x="273142" y="3186643"/>
                  </a:lnTo>
                  <a:lnTo>
                    <a:pt x="266991" y="3173083"/>
                  </a:lnTo>
                  <a:lnTo>
                    <a:pt x="261259" y="3159523"/>
                  </a:lnTo>
                  <a:lnTo>
                    <a:pt x="255691" y="3145963"/>
                  </a:lnTo>
                  <a:lnTo>
                    <a:pt x="250433" y="3132402"/>
                  </a:lnTo>
                  <a:lnTo>
                    <a:pt x="245453" y="3118842"/>
                  </a:lnTo>
                  <a:lnTo>
                    <a:pt x="240670" y="3105282"/>
                  </a:lnTo>
                  <a:lnTo>
                    <a:pt x="236280" y="3091722"/>
                  </a:lnTo>
                  <a:lnTo>
                    <a:pt x="232006" y="3078162"/>
                  </a:lnTo>
                  <a:lnTo>
                    <a:pt x="228173" y="3064602"/>
                  </a:lnTo>
                  <a:lnTo>
                    <a:pt x="224485" y="3051041"/>
                  </a:lnTo>
                  <a:lnTo>
                    <a:pt x="221122" y="3037481"/>
                  </a:lnTo>
                  <a:lnTo>
                    <a:pt x="218014" y="3023921"/>
                  </a:lnTo>
                  <a:lnTo>
                    <a:pt x="215115" y="3010361"/>
                  </a:lnTo>
                  <a:lnTo>
                    <a:pt x="212576" y="2996801"/>
                  </a:lnTo>
                  <a:lnTo>
                    <a:pt x="210147" y="2983240"/>
                  </a:lnTo>
                  <a:lnTo>
                    <a:pt x="208147" y="2969680"/>
                  </a:lnTo>
                  <a:lnTo>
                    <a:pt x="206267" y="2956120"/>
                  </a:lnTo>
                  <a:lnTo>
                    <a:pt x="204700" y="2942560"/>
                  </a:lnTo>
                  <a:lnTo>
                    <a:pt x="203349" y="2929000"/>
                  </a:lnTo>
                  <a:lnTo>
                    <a:pt x="202201" y="2915439"/>
                  </a:lnTo>
                  <a:lnTo>
                    <a:pt x="201356" y="2901879"/>
                  </a:lnTo>
                  <a:lnTo>
                    <a:pt x="200609" y="2888319"/>
                  </a:lnTo>
                  <a:lnTo>
                    <a:pt x="200246" y="2874759"/>
                  </a:lnTo>
                  <a:lnTo>
                    <a:pt x="199970" y="2861199"/>
                  </a:lnTo>
                  <a:lnTo>
                    <a:pt x="199971" y="2847639"/>
                  </a:lnTo>
                  <a:lnTo>
                    <a:pt x="200137" y="2834078"/>
                  </a:lnTo>
                  <a:lnTo>
                    <a:pt x="200480" y="2820518"/>
                  </a:lnTo>
                  <a:lnTo>
                    <a:pt x="201055" y="2806958"/>
                  </a:lnTo>
                  <a:lnTo>
                    <a:pt x="201718" y="2793398"/>
                  </a:lnTo>
                  <a:lnTo>
                    <a:pt x="202666" y="2779838"/>
                  </a:lnTo>
                  <a:lnTo>
                    <a:pt x="203681" y="2766277"/>
                  </a:lnTo>
                  <a:lnTo>
                    <a:pt x="204910" y="2752717"/>
                  </a:lnTo>
                  <a:lnTo>
                    <a:pt x="206248" y="2739157"/>
                  </a:lnTo>
                  <a:lnTo>
                    <a:pt x="207721" y="2725597"/>
                  </a:lnTo>
                  <a:lnTo>
                    <a:pt x="209344" y="2712037"/>
                  </a:lnTo>
                  <a:lnTo>
                    <a:pt x="211034" y="2698477"/>
                  </a:lnTo>
                  <a:lnTo>
                    <a:pt x="212900" y="2684916"/>
                  </a:lnTo>
                  <a:lnTo>
                    <a:pt x="214807" y="2671356"/>
                  </a:lnTo>
                  <a:lnTo>
                    <a:pt x="216846" y="2657796"/>
                  </a:lnTo>
                  <a:lnTo>
                    <a:pt x="218940" y="2644236"/>
                  </a:lnTo>
                  <a:lnTo>
                    <a:pt x="221111" y="2630676"/>
                  </a:lnTo>
                  <a:lnTo>
                    <a:pt x="223349" y="2617115"/>
                  </a:lnTo>
                  <a:lnTo>
                    <a:pt x="225623" y="2603555"/>
                  </a:lnTo>
                  <a:lnTo>
                    <a:pt x="227962" y="2589995"/>
                  </a:lnTo>
                  <a:lnTo>
                    <a:pt x="230314" y="2576435"/>
                  </a:lnTo>
                  <a:lnTo>
                    <a:pt x="232704" y="2562875"/>
                  </a:lnTo>
                  <a:lnTo>
                    <a:pt x="235101" y="2549314"/>
                  </a:lnTo>
                  <a:lnTo>
                    <a:pt x="237506" y="2535754"/>
                  </a:lnTo>
                  <a:lnTo>
                    <a:pt x="239903" y="2522194"/>
                  </a:lnTo>
                  <a:lnTo>
                    <a:pt x="242295" y="2508634"/>
                  </a:lnTo>
                  <a:lnTo>
                    <a:pt x="244651" y="2495074"/>
                  </a:lnTo>
                  <a:lnTo>
                    <a:pt x="246994" y="2481514"/>
                  </a:lnTo>
                  <a:lnTo>
                    <a:pt x="249276" y="2467953"/>
                  </a:lnTo>
                  <a:lnTo>
                    <a:pt x="251524" y="2454393"/>
                  </a:lnTo>
                  <a:lnTo>
                    <a:pt x="253710" y="2440833"/>
                  </a:lnTo>
                  <a:lnTo>
                    <a:pt x="255826" y="2427273"/>
                  </a:lnTo>
                  <a:lnTo>
                    <a:pt x="257891" y="2413713"/>
                  </a:lnTo>
                  <a:lnTo>
                    <a:pt x="259837" y="2400152"/>
                  </a:lnTo>
                  <a:lnTo>
                    <a:pt x="261745" y="2386592"/>
                  </a:lnTo>
                  <a:lnTo>
                    <a:pt x="263497" y="2373032"/>
                  </a:lnTo>
                  <a:lnTo>
                    <a:pt x="265190" y="2359472"/>
                  </a:lnTo>
                  <a:lnTo>
                    <a:pt x="266752" y="2345912"/>
                  </a:lnTo>
                  <a:lnTo>
                    <a:pt x="268198" y="2332351"/>
                  </a:lnTo>
                  <a:lnTo>
                    <a:pt x="269549" y="2318791"/>
                  </a:lnTo>
                  <a:lnTo>
                    <a:pt x="270718" y="2305231"/>
                  </a:lnTo>
                  <a:lnTo>
                    <a:pt x="271832" y="2291671"/>
                  </a:lnTo>
                  <a:lnTo>
                    <a:pt x="272708" y="2278111"/>
                  </a:lnTo>
                  <a:lnTo>
                    <a:pt x="273511" y="2264551"/>
                  </a:lnTo>
                  <a:lnTo>
                    <a:pt x="274125" y="2250990"/>
                  </a:lnTo>
                  <a:lnTo>
                    <a:pt x="274596" y="2237430"/>
                  </a:lnTo>
                  <a:lnTo>
                    <a:pt x="274934" y="2223870"/>
                  </a:lnTo>
                  <a:lnTo>
                    <a:pt x="275054" y="2210310"/>
                  </a:lnTo>
                  <a:lnTo>
                    <a:pt x="275104" y="2196750"/>
                  </a:lnTo>
                  <a:lnTo>
                    <a:pt x="274857" y="2183189"/>
                  </a:lnTo>
                  <a:lnTo>
                    <a:pt x="274537" y="2169629"/>
                  </a:lnTo>
                  <a:lnTo>
                    <a:pt x="273985" y="2156069"/>
                  </a:lnTo>
                  <a:lnTo>
                    <a:pt x="273282" y="2142509"/>
                  </a:lnTo>
                  <a:lnTo>
                    <a:pt x="272418" y="2128949"/>
                  </a:lnTo>
                  <a:lnTo>
                    <a:pt x="271326" y="2115389"/>
                  </a:lnTo>
                  <a:lnTo>
                    <a:pt x="270147" y="2101828"/>
                  </a:lnTo>
                  <a:lnTo>
                    <a:pt x="268661" y="2088268"/>
                  </a:lnTo>
                  <a:lnTo>
                    <a:pt x="267099" y="2074708"/>
                  </a:lnTo>
                  <a:lnTo>
                    <a:pt x="265284" y="2061148"/>
                  </a:lnTo>
                  <a:lnTo>
                    <a:pt x="263328" y="2047588"/>
                  </a:lnTo>
                  <a:lnTo>
                    <a:pt x="261198" y="2034027"/>
                  </a:lnTo>
                  <a:lnTo>
                    <a:pt x="258853" y="2020467"/>
                  </a:lnTo>
                  <a:lnTo>
                    <a:pt x="256411" y="2006907"/>
                  </a:lnTo>
                  <a:lnTo>
                    <a:pt x="253684" y="1993347"/>
                  </a:lnTo>
                  <a:lnTo>
                    <a:pt x="250884" y="1979787"/>
                  </a:lnTo>
                  <a:lnTo>
                    <a:pt x="247838" y="1966226"/>
                  </a:lnTo>
                  <a:lnTo>
                    <a:pt x="244672" y="1952666"/>
                  </a:lnTo>
                  <a:lnTo>
                    <a:pt x="241336" y="1939106"/>
                  </a:lnTo>
                  <a:lnTo>
                    <a:pt x="237819" y="1925546"/>
                  </a:lnTo>
                  <a:lnTo>
                    <a:pt x="234207" y="1911986"/>
                  </a:lnTo>
                  <a:lnTo>
                    <a:pt x="230357" y="1898426"/>
                  </a:lnTo>
                  <a:lnTo>
                    <a:pt x="226446" y="1884865"/>
                  </a:lnTo>
                  <a:lnTo>
                    <a:pt x="222319" y="1871305"/>
                  </a:lnTo>
                  <a:lnTo>
                    <a:pt x="218105" y="1857745"/>
                  </a:lnTo>
                  <a:lnTo>
                    <a:pt x="213746" y="1844185"/>
                  </a:lnTo>
                  <a:lnTo>
                    <a:pt x="209253" y="1830625"/>
                  </a:lnTo>
                  <a:lnTo>
                    <a:pt x="204679" y="1817064"/>
                  </a:lnTo>
                  <a:lnTo>
                    <a:pt x="199936" y="1803504"/>
                  </a:lnTo>
                  <a:lnTo>
                    <a:pt x="195148" y="1789944"/>
                  </a:lnTo>
                  <a:lnTo>
                    <a:pt x="190203" y="1776384"/>
                  </a:lnTo>
                  <a:lnTo>
                    <a:pt x="185206" y="1762824"/>
                  </a:lnTo>
                  <a:lnTo>
                    <a:pt x="180108" y="1749263"/>
                  </a:lnTo>
                  <a:lnTo>
                    <a:pt x="174935" y="1735703"/>
                  </a:lnTo>
                  <a:lnTo>
                    <a:pt x="169707" y="1722143"/>
                  </a:lnTo>
                  <a:lnTo>
                    <a:pt x="164393" y="1708583"/>
                  </a:lnTo>
                  <a:lnTo>
                    <a:pt x="159054" y="1695023"/>
                  </a:lnTo>
                  <a:lnTo>
                    <a:pt x="153641" y="1681463"/>
                  </a:lnTo>
                  <a:lnTo>
                    <a:pt x="148211" y="1667902"/>
                  </a:lnTo>
                  <a:lnTo>
                    <a:pt x="142743" y="1654342"/>
                  </a:lnTo>
                  <a:lnTo>
                    <a:pt x="137260" y="1640782"/>
                  </a:lnTo>
                  <a:lnTo>
                    <a:pt x="131764" y="1627222"/>
                  </a:lnTo>
                  <a:lnTo>
                    <a:pt x="126268" y="1613662"/>
                  </a:lnTo>
                  <a:lnTo>
                    <a:pt x="120772" y="1600101"/>
                  </a:lnTo>
                  <a:lnTo>
                    <a:pt x="115302" y="1586541"/>
                  </a:lnTo>
                  <a:lnTo>
                    <a:pt x="109847" y="1572981"/>
                  </a:lnTo>
                  <a:lnTo>
                    <a:pt x="104432" y="1559421"/>
                  </a:lnTo>
                  <a:lnTo>
                    <a:pt x="99059" y="1545861"/>
                  </a:lnTo>
                  <a:lnTo>
                    <a:pt x="93726" y="1532301"/>
                  </a:lnTo>
                  <a:lnTo>
                    <a:pt x="88477" y="1518740"/>
                  </a:lnTo>
                  <a:lnTo>
                    <a:pt x="83255" y="1505180"/>
                  </a:lnTo>
                  <a:lnTo>
                    <a:pt x="78171" y="1491620"/>
                  </a:lnTo>
                  <a:lnTo>
                    <a:pt x="73128" y="1478060"/>
                  </a:lnTo>
                  <a:lnTo>
                    <a:pt x="68211" y="1464500"/>
                  </a:lnTo>
                  <a:lnTo>
                    <a:pt x="63387" y="1450939"/>
                  </a:lnTo>
                  <a:lnTo>
                    <a:pt x="58664" y="1437379"/>
                  </a:lnTo>
                  <a:lnTo>
                    <a:pt x="54101" y="1423819"/>
                  </a:lnTo>
                  <a:lnTo>
                    <a:pt x="49599" y="1410259"/>
                  </a:lnTo>
                  <a:lnTo>
                    <a:pt x="45335" y="1396699"/>
                  </a:lnTo>
                  <a:lnTo>
                    <a:pt x="41136" y="1383138"/>
                  </a:lnTo>
                  <a:lnTo>
                    <a:pt x="37154" y="1369578"/>
                  </a:lnTo>
                  <a:lnTo>
                    <a:pt x="33305" y="1356018"/>
                  </a:lnTo>
                  <a:lnTo>
                    <a:pt x="29621" y="1342458"/>
                  </a:lnTo>
                  <a:lnTo>
                    <a:pt x="26158" y="1328898"/>
                  </a:lnTo>
                  <a:lnTo>
                    <a:pt x="22796" y="1315338"/>
                  </a:lnTo>
                  <a:lnTo>
                    <a:pt x="19754" y="1301777"/>
                  </a:lnTo>
                  <a:lnTo>
                    <a:pt x="16799" y="1288217"/>
                  </a:lnTo>
                  <a:lnTo>
                    <a:pt x="14147" y="1274657"/>
                  </a:lnTo>
                  <a:lnTo>
                    <a:pt x="11655" y="1261097"/>
                  </a:lnTo>
                  <a:lnTo>
                    <a:pt x="9390" y="1247537"/>
                  </a:lnTo>
                  <a:lnTo>
                    <a:pt x="7392" y="1233976"/>
                  </a:lnTo>
                  <a:lnTo>
                    <a:pt x="5533" y="1220416"/>
                  </a:lnTo>
                  <a:lnTo>
                    <a:pt x="4054" y="1206856"/>
                  </a:lnTo>
                  <a:lnTo>
                    <a:pt x="2679" y="1193296"/>
                  </a:lnTo>
                  <a:lnTo>
                    <a:pt x="1684" y="1179736"/>
                  </a:lnTo>
                  <a:lnTo>
                    <a:pt x="862" y="1166175"/>
                  </a:lnTo>
                  <a:lnTo>
                    <a:pt x="321" y="1152615"/>
                  </a:lnTo>
                  <a:lnTo>
                    <a:pt x="72" y="1139055"/>
                  </a:lnTo>
                  <a:lnTo>
                    <a:pt x="0" y="1125495"/>
                  </a:lnTo>
                  <a:lnTo>
                    <a:pt x="341" y="1111935"/>
                  </a:lnTo>
                  <a:lnTo>
                    <a:pt x="799" y="1098375"/>
                  </a:lnTo>
                  <a:lnTo>
                    <a:pt x="1695" y="1084814"/>
                  </a:lnTo>
                  <a:lnTo>
                    <a:pt x="2764" y="1071254"/>
                  </a:lnTo>
                  <a:lnTo>
                    <a:pt x="4158" y="1057694"/>
                  </a:lnTo>
                  <a:lnTo>
                    <a:pt x="5847" y="1044134"/>
                  </a:lnTo>
                  <a:lnTo>
                    <a:pt x="7745" y="1030574"/>
                  </a:lnTo>
                  <a:lnTo>
                    <a:pt x="10064" y="1017013"/>
                  </a:lnTo>
                  <a:lnTo>
                    <a:pt x="12506" y="1003453"/>
                  </a:lnTo>
                  <a:lnTo>
                    <a:pt x="15424" y="989893"/>
                  </a:lnTo>
                  <a:lnTo>
                    <a:pt x="18501" y="976333"/>
                  </a:lnTo>
                  <a:lnTo>
                    <a:pt x="21931" y="962773"/>
                  </a:lnTo>
                  <a:lnTo>
                    <a:pt x="25643" y="949213"/>
                  </a:lnTo>
                  <a:lnTo>
                    <a:pt x="29585" y="935652"/>
                  </a:lnTo>
                  <a:lnTo>
                    <a:pt x="33932" y="922092"/>
                  </a:lnTo>
                  <a:lnTo>
                    <a:pt x="38401" y="908532"/>
                  </a:lnTo>
                  <a:lnTo>
                    <a:pt x="43358" y="894972"/>
                  </a:lnTo>
                  <a:lnTo>
                    <a:pt x="48453" y="881412"/>
                  </a:lnTo>
                  <a:lnTo>
                    <a:pt x="53909" y="867851"/>
                  </a:lnTo>
                  <a:lnTo>
                    <a:pt x="59621" y="854291"/>
                  </a:lnTo>
                  <a:lnTo>
                    <a:pt x="65571" y="840731"/>
                  </a:lnTo>
                  <a:lnTo>
                    <a:pt x="71887" y="827171"/>
                  </a:lnTo>
                  <a:lnTo>
                    <a:pt x="78321" y="813611"/>
                  </a:lnTo>
                  <a:lnTo>
                    <a:pt x="85228" y="800050"/>
                  </a:lnTo>
                  <a:lnTo>
                    <a:pt x="92246" y="786490"/>
                  </a:lnTo>
                  <a:lnTo>
                    <a:pt x="99615" y="772930"/>
                  </a:lnTo>
                  <a:lnTo>
                    <a:pt x="107201" y="759370"/>
                  </a:lnTo>
                  <a:lnTo>
                    <a:pt x="115018" y="745810"/>
                  </a:lnTo>
                  <a:lnTo>
                    <a:pt x="123151" y="732250"/>
                  </a:lnTo>
                  <a:lnTo>
                    <a:pt x="131403" y="718689"/>
                  </a:lnTo>
                  <a:lnTo>
                    <a:pt x="140060" y="705129"/>
                  </a:lnTo>
                  <a:lnTo>
                    <a:pt x="148814" y="691569"/>
                  </a:lnTo>
                  <a:lnTo>
                    <a:pt x="157888" y="678009"/>
                  </a:lnTo>
                  <a:lnTo>
                    <a:pt x="167135" y="664449"/>
                  </a:lnTo>
                  <a:lnTo>
                    <a:pt x="176593" y="650888"/>
                  </a:lnTo>
                  <a:lnTo>
                    <a:pt x="186305" y="637328"/>
                  </a:lnTo>
                  <a:lnTo>
                    <a:pt x="196130" y="623768"/>
                  </a:lnTo>
                  <a:lnTo>
                    <a:pt x="206278" y="610208"/>
                  </a:lnTo>
                  <a:lnTo>
                    <a:pt x="216507" y="596648"/>
                  </a:lnTo>
                  <a:lnTo>
                    <a:pt x="227006" y="583087"/>
                  </a:lnTo>
                  <a:lnTo>
                    <a:pt x="237632" y="569527"/>
                  </a:lnTo>
                  <a:lnTo>
                    <a:pt x="248437" y="555967"/>
                  </a:lnTo>
                  <a:lnTo>
                    <a:pt x="259429" y="542407"/>
                  </a:lnTo>
                  <a:lnTo>
                    <a:pt x="270519" y="528847"/>
                  </a:lnTo>
                  <a:lnTo>
                    <a:pt x="281845" y="515287"/>
                  </a:lnTo>
                  <a:lnTo>
                    <a:pt x="293231" y="501726"/>
                  </a:lnTo>
                  <a:lnTo>
                    <a:pt x="304826" y="488166"/>
                  </a:lnTo>
                  <a:lnTo>
                    <a:pt x="316503" y="474606"/>
                  </a:lnTo>
                  <a:lnTo>
                    <a:pt x="328315" y="461046"/>
                  </a:lnTo>
                  <a:lnTo>
                    <a:pt x="340250" y="447486"/>
                  </a:lnTo>
                  <a:lnTo>
                    <a:pt x="352259" y="433925"/>
                  </a:lnTo>
                  <a:lnTo>
                    <a:pt x="364417" y="420365"/>
                  </a:lnTo>
                  <a:lnTo>
                    <a:pt x="376615" y="406805"/>
                  </a:lnTo>
                  <a:lnTo>
                    <a:pt x="388948" y="393245"/>
                  </a:lnTo>
                  <a:lnTo>
                    <a:pt x="401325" y="379685"/>
                  </a:lnTo>
                  <a:lnTo>
                    <a:pt x="413785" y="366125"/>
                  </a:lnTo>
                  <a:lnTo>
                    <a:pt x="426308" y="352564"/>
                  </a:lnTo>
                  <a:lnTo>
                    <a:pt x="438874" y="339004"/>
                  </a:lnTo>
                  <a:lnTo>
                    <a:pt x="451509" y="325444"/>
                  </a:lnTo>
                  <a:lnTo>
                    <a:pt x="464163" y="311884"/>
                  </a:lnTo>
                  <a:lnTo>
                    <a:pt x="476874" y="298324"/>
                  </a:lnTo>
                  <a:lnTo>
                    <a:pt x="489597" y="284763"/>
                  </a:lnTo>
                  <a:lnTo>
                    <a:pt x="502347" y="271203"/>
                  </a:lnTo>
                  <a:lnTo>
                    <a:pt x="515108" y="257643"/>
                  </a:lnTo>
                  <a:lnTo>
                    <a:pt x="527877" y="244083"/>
                  </a:lnTo>
                  <a:lnTo>
                    <a:pt x="540644" y="230523"/>
                  </a:lnTo>
                  <a:lnTo>
                    <a:pt x="553410" y="216962"/>
                  </a:lnTo>
                  <a:lnTo>
                    <a:pt x="566154" y="203402"/>
                  </a:lnTo>
                  <a:lnTo>
                    <a:pt x="578886" y="189842"/>
                  </a:lnTo>
                  <a:lnTo>
                    <a:pt x="591589" y="176282"/>
                  </a:lnTo>
                  <a:lnTo>
                    <a:pt x="604259" y="162722"/>
                  </a:lnTo>
                  <a:lnTo>
                    <a:pt x="616900" y="149162"/>
                  </a:lnTo>
                  <a:lnTo>
                    <a:pt x="629481" y="135601"/>
                  </a:lnTo>
                  <a:lnTo>
                    <a:pt x="642043" y="122041"/>
                  </a:lnTo>
                  <a:lnTo>
                    <a:pt x="654508" y="108481"/>
                  </a:lnTo>
                  <a:lnTo>
                    <a:pt x="666945" y="94921"/>
                  </a:lnTo>
                  <a:lnTo>
                    <a:pt x="679297" y="81361"/>
                  </a:lnTo>
                  <a:lnTo>
                    <a:pt x="691585" y="67800"/>
                  </a:lnTo>
                  <a:lnTo>
                    <a:pt x="703807" y="54240"/>
                  </a:lnTo>
                  <a:lnTo>
                    <a:pt x="715924" y="40680"/>
                  </a:lnTo>
                  <a:lnTo>
                    <a:pt x="728000" y="27120"/>
                  </a:lnTo>
                  <a:lnTo>
                    <a:pt x="739923" y="13560"/>
                  </a:lnTo>
                  <a:lnTo>
                    <a:pt x="751804" y="0"/>
                  </a:lnTo>
                  <a:lnTo>
                    <a:pt x="1840407" y="0"/>
                  </a:lnTo>
                  <a:lnTo>
                    <a:pt x="1852289" y="13560"/>
                  </a:lnTo>
                  <a:lnTo>
                    <a:pt x="1864211" y="27120"/>
                  </a:lnTo>
                  <a:lnTo>
                    <a:pt x="1876288" y="40680"/>
                  </a:lnTo>
                  <a:lnTo>
                    <a:pt x="1888404" y="54240"/>
                  </a:lnTo>
                  <a:lnTo>
                    <a:pt x="1900626" y="67800"/>
                  </a:lnTo>
                  <a:lnTo>
                    <a:pt x="1912915" y="81361"/>
                  </a:lnTo>
                  <a:lnTo>
                    <a:pt x="1925266" y="94921"/>
                  </a:lnTo>
                  <a:lnTo>
                    <a:pt x="1937704" y="108481"/>
                  </a:lnTo>
                  <a:lnTo>
                    <a:pt x="1950169" y="122041"/>
                  </a:lnTo>
                  <a:lnTo>
                    <a:pt x="1962730" y="135601"/>
                  </a:lnTo>
                  <a:lnTo>
                    <a:pt x="1975311" y="149162"/>
                  </a:lnTo>
                  <a:lnTo>
                    <a:pt x="1987953" y="162722"/>
                  </a:lnTo>
                  <a:lnTo>
                    <a:pt x="2000623" y="176282"/>
                  </a:lnTo>
                  <a:lnTo>
                    <a:pt x="2013325" y="189842"/>
                  </a:lnTo>
                  <a:lnTo>
                    <a:pt x="2026058" y="203402"/>
                  </a:lnTo>
                  <a:lnTo>
                    <a:pt x="2038802" y="216962"/>
                  </a:lnTo>
                  <a:lnTo>
                    <a:pt x="2051568" y="230523"/>
                  </a:lnTo>
                  <a:lnTo>
                    <a:pt x="2064335" y="244083"/>
                  </a:lnTo>
                  <a:lnTo>
                    <a:pt x="2077104" y="257643"/>
                  </a:lnTo>
                  <a:lnTo>
                    <a:pt x="2089864" y="271203"/>
                  </a:lnTo>
                  <a:lnTo>
                    <a:pt x="2102615" y="284763"/>
                  </a:lnTo>
                  <a:lnTo>
                    <a:pt x="2115338" y="298324"/>
                  </a:lnTo>
                  <a:lnTo>
                    <a:pt x="2128048" y="311884"/>
                  </a:lnTo>
                  <a:lnTo>
                    <a:pt x="2140702" y="325444"/>
                  </a:lnTo>
                  <a:lnTo>
                    <a:pt x="2153337" y="339004"/>
                  </a:lnTo>
                  <a:lnTo>
                    <a:pt x="2165904" y="352564"/>
                  </a:lnTo>
                  <a:lnTo>
                    <a:pt x="2178426" y="366125"/>
                  </a:lnTo>
                  <a:lnTo>
                    <a:pt x="2190887" y="379685"/>
                  </a:lnTo>
                  <a:lnTo>
                    <a:pt x="2203264" y="393245"/>
                  </a:lnTo>
                  <a:lnTo>
                    <a:pt x="2215597" y="406805"/>
                  </a:lnTo>
                  <a:lnTo>
                    <a:pt x="2227794" y="420365"/>
                  </a:lnTo>
                  <a:lnTo>
                    <a:pt x="2239953" y="433925"/>
                  </a:lnTo>
                  <a:lnTo>
                    <a:pt x="2251962" y="447486"/>
                  </a:lnTo>
                  <a:lnTo>
                    <a:pt x="2263896" y="461046"/>
                  </a:lnTo>
                  <a:lnTo>
                    <a:pt x="2275709" y="474606"/>
                  </a:lnTo>
                  <a:lnTo>
                    <a:pt x="2287386" y="488166"/>
                  </a:lnTo>
                  <a:lnTo>
                    <a:pt x="2298980" y="501726"/>
                  </a:lnTo>
                  <a:lnTo>
                    <a:pt x="2310367" y="515287"/>
                  </a:lnTo>
                  <a:lnTo>
                    <a:pt x="2321693" y="528847"/>
                  </a:lnTo>
                  <a:lnTo>
                    <a:pt x="2332783" y="542407"/>
                  </a:lnTo>
                  <a:lnTo>
                    <a:pt x="2343775" y="555967"/>
                  </a:lnTo>
                  <a:lnTo>
                    <a:pt x="2354580" y="569527"/>
                  </a:lnTo>
                  <a:lnTo>
                    <a:pt x="2365206" y="583087"/>
                  </a:lnTo>
                  <a:lnTo>
                    <a:pt x="2375705" y="596648"/>
                  </a:lnTo>
                  <a:lnTo>
                    <a:pt x="2385933" y="610208"/>
                  </a:lnTo>
                  <a:lnTo>
                    <a:pt x="2396082" y="623768"/>
                  </a:lnTo>
                  <a:lnTo>
                    <a:pt x="2405907" y="637328"/>
                  </a:lnTo>
                  <a:lnTo>
                    <a:pt x="2415618" y="650888"/>
                  </a:lnTo>
                  <a:lnTo>
                    <a:pt x="2425077" y="664449"/>
                  </a:lnTo>
                  <a:lnTo>
                    <a:pt x="2434323" y="678009"/>
                  </a:lnTo>
                  <a:lnTo>
                    <a:pt x="2443397" y="691569"/>
                  </a:lnTo>
                  <a:lnTo>
                    <a:pt x="2452152" y="705129"/>
                  </a:lnTo>
                  <a:lnTo>
                    <a:pt x="2460809" y="718689"/>
                  </a:lnTo>
                  <a:lnTo>
                    <a:pt x="2469061" y="732250"/>
                  </a:lnTo>
                  <a:lnTo>
                    <a:pt x="2477193" y="745810"/>
                  </a:lnTo>
                  <a:lnTo>
                    <a:pt x="2485011" y="759370"/>
                  </a:lnTo>
                  <a:lnTo>
                    <a:pt x="2492597" y="772930"/>
                  </a:lnTo>
                  <a:lnTo>
                    <a:pt x="2499965" y="786490"/>
                  </a:lnTo>
                  <a:lnTo>
                    <a:pt x="2506984" y="800050"/>
                  </a:lnTo>
                  <a:lnTo>
                    <a:pt x="2513891" y="813611"/>
                  </a:lnTo>
                  <a:lnTo>
                    <a:pt x="2520324" y="827171"/>
                  </a:lnTo>
                  <a:lnTo>
                    <a:pt x="2526641" y="840731"/>
                  </a:lnTo>
                  <a:lnTo>
                    <a:pt x="2532590" y="854291"/>
                  </a:lnTo>
                  <a:lnTo>
                    <a:pt x="2538302" y="867851"/>
                  </a:lnTo>
                  <a:lnTo>
                    <a:pt x="2543759" y="881412"/>
                  </a:lnTo>
                  <a:lnTo>
                    <a:pt x="2548854" y="894972"/>
                  </a:lnTo>
                  <a:lnTo>
                    <a:pt x="2553811" y="908532"/>
                  </a:lnTo>
                  <a:lnTo>
                    <a:pt x="2558280" y="922092"/>
                  </a:lnTo>
                  <a:lnTo>
                    <a:pt x="2562626" y="935652"/>
                  </a:lnTo>
                  <a:lnTo>
                    <a:pt x="2566568" y="949213"/>
                  </a:lnTo>
                  <a:lnTo>
                    <a:pt x="2570281" y="962773"/>
                  </a:lnTo>
                  <a:lnTo>
                    <a:pt x="2573711" y="976333"/>
                  </a:lnTo>
                  <a:lnTo>
                    <a:pt x="2576788" y="989893"/>
                  </a:lnTo>
                  <a:lnTo>
                    <a:pt x="2579706" y="1003453"/>
                  </a:lnTo>
                  <a:lnTo>
                    <a:pt x="2582147" y="1017013"/>
                  </a:lnTo>
                  <a:lnTo>
                    <a:pt x="2584466" y="1030574"/>
                  </a:lnTo>
                  <a:lnTo>
                    <a:pt x="2586364" y="1044134"/>
                  </a:lnTo>
                  <a:lnTo>
                    <a:pt x="2588054" y="1057694"/>
                  </a:lnTo>
                  <a:lnTo>
                    <a:pt x="2589448" y="1071254"/>
                  </a:lnTo>
                  <a:lnTo>
                    <a:pt x="2590516" y="1084814"/>
                  </a:lnTo>
                  <a:lnTo>
                    <a:pt x="2591413" y="1098375"/>
                  </a:lnTo>
                  <a:lnTo>
                    <a:pt x="2591871" y="1111935"/>
                  </a:lnTo>
                  <a:lnTo>
                    <a:pt x="2592212" y="1125495"/>
                  </a:lnTo>
                  <a:lnTo>
                    <a:pt x="2592140" y="1139055"/>
                  </a:lnTo>
                  <a:lnTo>
                    <a:pt x="2591890" y="1152615"/>
                  </a:lnTo>
                  <a:lnTo>
                    <a:pt x="2591350" y="1166175"/>
                  </a:lnTo>
                  <a:lnTo>
                    <a:pt x="2590527" y="1179736"/>
                  </a:lnTo>
                  <a:lnTo>
                    <a:pt x="2589532" y="1193296"/>
                  </a:lnTo>
                  <a:lnTo>
                    <a:pt x="2588158" y="1206856"/>
                  </a:lnTo>
                  <a:lnTo>
                    <a:pt x="2586679" y="1220416"/>
                  </a:lnTo>
                  <a:lnTo>
                    <a:pt x="2584820" y="1233976"/>
                  </a:lnTo>
                  <a:lnTo>
                    <a:pt x="2582821" y="1247537"/>
                  </a:lnTo>
                  <a:lnTo>
                    <a:pt x="2580556" y="1261097"/>
                  </a:lnTo>
                  <a:lnTo>
                    <a:pt x="2578064" y="1274657"/>
                  </a:lnTo>
                  <a:lnTo>
                    <a:pt x="2575413" y="1288217"/>
                  </a:lnTo>
                  <a:lnTo>
                    <a:pt x="2572458" y="1301777"/>
                  </a:lnTo>
                  <a:lnTo>
                    <a:pt x="2569416" y="1315338"/>
                  </a:lnTo>
                  <a:lnTo>
                    <a:pt x="2566053" y="1328898"/>
                  </a:lnTo>
                  <a:lnTo>
                    <a:pt x="2562591" y="1342458"/>
                  </a:lnTo>
                  <a:lnTo>
                    <a:pt x="2558906" y="1356018"/>
                  </a:lnTo>
                  <a:lnTo>
                    <a:pt x="2555058" y="1369578"/>
                  </a:lnTo>
                  <a:lnTo>
                    <a:pt x="2551075" y="1383138"/>
                  </a:lnTo>
                  <a:lnTo>
                    <a:pt x="2546877" y="1396699"/>
                  </a:lnTo>
                  <a:lnTo>
                    <a:pt x="2542613" y="1410259"/>
                  </a:lnTo>
                  <a:lnTo>
                    <a:pt x="2538111" y="1423819"/>
                  </a:lnTo>
                  <a:lnTo>
                    <a:pt x="2533547" y="1437379"/>
                  </a:lnTo>
                  <a:lnTo>
                    <a:pt x="2528824" y="1450939"/>
                  </a:lnTo>
                  <a:lnTo>
                    <a:pt x="2524001" y="1464500"/>
                  </a:lnTo>
                  <a:lnTo>
                    <a:pt x="2519084" y="1478060"/>
                  </a:lnTo>
                  <a:lnTo>
                    <a:pt x="2514040" y="1491620"/>
                  </a:lnTo>
                  <a:lnTo>
                    <a:pt x="2508957" y="1505180"/>
                  </a:lnTo>
                  <a:lnTo>
                    <a:pt x="2503734" y="1518740"/>
                  </a:lnTo>
                  <a:lnTo>
                    <a:pt x="2498486" y="1532301"/>
                  </a:lnTo>
                  <a:lnTo>
                    <a:pt x="2493153" y="1545861"/>
                  </a:lnTo>
                  <a:lnTo>
                    <a:pt x="2487780" y="1559421"/>
                  </a:lnTo>
                  <a:lnTo>
                    <a:pt x="2482365" y="1572981"/>
                  </a:lnTo>
                  <a:lnTo>
                    <a:pt x="2476910" y="1586541"/>
                  </a:lnTo>
                  <a:lnTo>
                    <a:pt x="2471440" y="1600101"/>
                  </a:lnTo>
                  <a:lnTo>
                    <a:pt x="2465944" y="1613662"/>
                  </a:lnTo>
                  <a:lnTo>
                    <a:pt x="2460447" y="1627222"/>
                  </a:lnTo>
                  <a:lnTo>
                    <a:pt x="2454952" y="1640782"/>
                  </a:lnTo>
                  <a:lnTo>
                    <a:pt x="2449468" y="1654342"/>
                  </a:lnTo>
                  <a:lnTo>
                    <a:pt x="2444001" y="1667902"/>
                  </a:lnTo>
                  <a:lnTo>
                    <a:pt x="2438570" y="1681463"/>
                  </a:lnTo>
                  <a:lnTo>
                    <a:pt x="2433157" y="1695023"/>
                  </a:lnTo>
                  <a:lnTo>
                    <a:pt x="2427819" y="1708583"/>
                  </a:lnTo>
                  <a:lnTo>
                    <a:pt x="2422504" y="1722143"/>
                  </a:lnTo>
                  <a:lnTo>
                    <a:pt x="2417277" y="1735703"/>
                  </a:lnTo>
                  <a:lnTo>
                    <a:pt x="2412103" y="1749263"/>
                  </a:lnTo>
                  <a:lnTo>
                    <a:pt x="2407006" y="1762824"/>
                  </a:lnTo>
                  <a:lnTo>
                    <a:pt x="2402008" y="1776384"/>
                  </a:lnTo>
                  <a:lnTo>
                    <a:pt x="2397064" y="1789944"/>
                  </a:lnTo>
                  <a:lnTo>
                    <a:pt x="2392276" y="1803504"/>
                  </a:lnTo>
                  <a:lnTo>
                    <a:pt x="2387533" y="1817064"/>
                  </a:lnTo>
                  <a:lnTo>
                    <a:pt x="2382959" y="1830625"/>
                  </a:lnTo>
                  <a:lnTo>
                    <a:pt x="2378466" y="1844185"/>
                  </a:lnTo>
                  <a:lnTo>
                    <a:pt x="2374107" y="1857745"/>
                  </a:lnTo>
                  <a:lnTo>
                    <a:pt x="2369892" y="1871305"/>
                  </a:lnTo>
                  <a:lnTo>
                    <a:pt x="2365766" y="1884865"/>
                  </a:lnTo>
                  <a:lnTo>
                    <a:pt x="2361855" y="1898426"/>
                  </a:lnTo>
                  <a:lnTo>
                    <a:pt x="2358005" y="1911986"/>
                  </a:lnTo>
                  <a:lnTo>
                    <a:pt x="2354392" y="1925546"/>
                  </a:lnTo>
                  <a:lnTo>
                    <a:pt x="2350875" y="1939106"/>
                  </a:lnTo>
                  <a:lnTo>
                    <a:pt x="2347540" y="1952666"/>
                  </a:lnTo>
                  <a:lnTo>
                    <a:pt x="2344374" y="1966226"/>
                  </a:lnTo>
                  <a:lnTo>
                    <a:pt x="2341327" y="1979787"/>
                  </a:lnTo>
                  <a:lnTo>
                    <a:pt x="2338528" y="1993347"/>
                  </a:lnTo>
                  <a:lnTo>
                    <a:pt x="2335801" y="2006907"/>
                  </a:lnTo>
                  <a:lnTo>
                    <a:pt x="2333359" y="2020467"/>
                  </a:lnTo>
                  <a:lnTo>
                    <a:pt x="2331013" y="2034027"/>
                  </a:lnTo>
                  <a:lnTo>
                    <a:pt x="2328883" y="2047588"/>
                  </a:lnTo>
                  <a:lnTo>
                    <a:pt x="2326927" y="2061148"/>
                  </a:lnTo>
                  <a:lnTo>
                    <a:pt x="2325113" y="2074708"/>
                  </a:lnTo>
                  <a:lnTo>
                    <a:pt x="2323550" y="2088268"/>
                  </a:lnTo>
                  <a:lnTo>
                    <a:pt x="2322064" y="2101828"/>
                  </a:lnTo>
                  <a:lnTo>
                    <a:pt x="2320885" y="2115389"/>
                  </a:lnTo>
                  <a:lnTo>
                    <a:pt x="2319793" y="2128949"/>
                  </a:lnTo>
                  <a:lnTo>
                    <a:pt x="2318929" y="2142509"/>
                  </a:lnTo>
                  <a:lnTo>
                    <a:pt x="2318227" y="2156069"/>
                  </a:lnTo>
                  <a:lnTo>
                    <a:pt x="2317675" y="2169629"/>
                  </a:lnTo>
                  <a:lnTo>
                    <a:pt x="2317354" y="2183189"/>
                  </a:lnTo>
                  <a:lnTo>
                    <a:pt x="2317107" y="2196750"/>
                  </a:lnTo>
                  <a:lnTo>
                    <a:pt x="2317158" y="2210310"/>
                  </a:lnTo>
                  <a:lnTo>
                    <a:pt x="2317278" y="2223870"/>
                  </a:lnTo>
                  <a:lnTo>
                    <a:pt x="2317616" y="2237430"/>
                  </a:lnTo>
                  <a:lnTo>
                    <a:pt x="2318087" y="2250990"/>
                  </a:lnTo>
                  <a:lnTo>
                    <a:pt x="2318701" y="2264551"/>
                  </a:lnTo>
                  <a:lnTo>
                    <a:pt x="2319504" y="2278111"/>
                  </a:lnTo>
                  <a:lnTo>
                    <a:pt x="2320380" y="2291671"/>
                  </a:lnTo>
                  <a:lnTo>
                    <a:pt x="2321493" y="2305231"/>
                  </a:lnTo>
                  <a:lnTo>
                    <a:pt x="2322663" y="2318791"/>
                  </a:lnTo>
                  <a:lnTo>
                    <a:pt x="2324014" y="2332351"/>
                  </a:lnTo>
                  <a:lnTo>
                    <a:pt x="2325460" y="2345912"/>
                  </a:lnTo>
                  <a:lnTo>
                    <a:pt x="2327021" y="2359472"/>
                  </a:lnTo>
                  <a:lnTo>
                    <a:pt x="2328714" y="2373032"/>
                  </a:lnTo>
                  <a:lnTo>
                    <a:pt x="2330466" y="2386592"/>
                  </a:lnTo>
                  <a:lnTo>
                    <a:pt x="2332375" y="2400152"/>
                  </a:lnTo>
                  <a:lnTo>
                    <a:pt x="2334320" y="2413713"/>
                  </a:lnTo>
                  <a:lnTo>
                    <a:pt x="2336386" y="2427273"/>
                  </a:lnTo>
                  <a:lnTo>
                    <a:pt x="2338501" y="2440833"/>
                  </a:lnTo>
                  <a:lnTo>
                    <a:pt x="2340687" y="2454393"/>
                  </a:lnTo>
                  <a:lnTo>
                    <a:pt x="2342936" y="2467953"/>
                  </a:lnTo>
                  <a:lnTo>
                    <a:pt x="2345218" y="2481514"/>
                  </a:lnTo>
                  <a:lnTo>
                    <a:pt x="2347561" y="2495074"/>
                  </a:lnTo>
                  <a:lnTo>
                    <a:pt x="2349917" y="2508634"/>
                  </a:lnTo>
                  <a:lnTo>
                    <a:pt x="2352309" y="2522194"/>
                  </a:lnTo>
                  <a:lnTo>
                    <a:pt x="2354706" y="2535754"/>
                  </a:lnTo>
                  <a:lnTo>
                    <a:pt x="2357111" y="2549314"/>
                  </a:lnTo>
                  <a:lnTo>
                    <a:pt x="2359507" y="2562875"/>
                  </a:lnTo>
                  <a:lnTo>
                    <a:pt x="2361898" y="2576435"/>
                  </a:lnTo>
                  <a:lnTo>
                    <a:pt x="2364250" y="2589995"/>
                  </a:lnTo>
                  <a:lnTo>
                    <a:pt x="2366589" y="2603555"/>
                  </a:lnTo>
                  <a:lnTo>
                    <a:pt x="2368862" y="2617115"/>
                  </a:lnTo>
                  <a:lnTo>
                    <a:pt x="2371100" y="2630676"/>
                  </a:lnTo>
                  <a:lnTo>
                    <a:pt x="2373271" y="2644236"/>
                  </a:lnTo>
                  <a:lnTo>
                    <a:pt x="2375365" y="2657796"/>
                  </a:lnTo>
                  <a:lnTo>
                    <a:pt x="2377405" y="2671356"/>
                  </a:lnTo>
                  <a:lnTo>
                    <a:pt x="2379311" y="2684916"/>
                  </a:lnTo>
                  <a:lnTo>
                    <a:pt x="2381177" y="2698477"/>
                  </a:lnTo>
                  <a:lnTo>
                    <a:pt x="2382867" y="2712037"/>
                  </a:lnTo>
                  <a:lnTo>
                    <a:pt x="2384490" y="2725597"/>
                  </a:lnTo>
                  <a:lnTo>
                    <a:pt x="2385963" y="2739157"/>
                  </a:lnTo>
                  <a:lnTo>
                    <a:pt x="2387302" y="2752717"/>
                  </a:lnTo>
                  <a:lnTo>
                    <a:pt x="2388531" y="2766277"/>
                  </a:lnTo>
                  <a:lnTo>
                    <a:pt x="2389546" y="2779838"/>
                  </a:lnTo>
                  <a:lnTo>
                    <a:pt x="2390494" y="2793398"/>
                  </a:lnTo>
                  <a:lnTo>
                    <a:pt x="2391157" y="2806958"/>
                  </a:lnTo>
                  <a:lnTo>
                    <a:pt x="2391732" y="2820518"/>
                  </a:lnTo>
                  <a:lnTo>
                    <a:pt x="2392075" y="2834078"/>
                  </a:lnTo>
                  <a:lnTo>
                    <a:pt x="2392241" y="2847639"/>
                  </a:lnTo>
                  <a:lnTo>
                    <a:pt x="2392241" y="2861199"/>
                  </a:lnTo>
                  <a:lnTo>
                    <a:pt x="2391966" y="2874759"/>
                  </a:lnTo>
                  <a:lnTo>
                    <a:pt x="2391602" y="2888319"/>
                  </a:lnTo>
                  <a:lnTo>
                    <a:pt x="2390855" y="2901879"/>
                  </a:lnTo>
                  <a:lnTo>
                    <a:pt x="2390011" y="2915439"/>
                  </a:lnTo>
                  <a:lnTo>
                    <a:pt x="2388862" y="2929000"/>
                  </a:lnTo>
                  <a:lnTo>
                    <a:pt x="2387511" y="2942560"/>
                  </a:lnTo>
                  <a:lnTo>
                    <a:pt x="2385945" y="2956120"/>
                  </a:lnTo>
                  <a:lnTo>
                    <a:pt x="2384064" y="2969680"/>
                  </a:lnTo>
                  <a:lnTo>
                    <a:pt x="2382065" y="2983240"/>
                  </a:lnTo>
                  <a:lnTo>
                    <a:pt x="2379636" y="2996801"/>
                  </a:lnTo>
                  <a:lnTo>
                    <a:pt x="2377097" y="3010361"/>
                  </a:lnTo>
                  <a:lnTo>
                    <a:pt x="2374197" y="3023921"/>
                  </a:lnTo>
                  <a:lnTo>
                    <a:pt x="2371090" y="3037481"/>
                  </a:lnTo>
                  <a:lnTo>
                    <a:pt x="2367726" y="3051041"/>
                  </a:lnTo>
                  <a:lnTo>
                    <a:pt x="2364039" y="3064602"/>
                  </a:lnTo>
                  <a:lnTo>
                    <a:pt x="2360206" y="3078162"/>
                  </a:lnTo>
                  <a:lnTo>
                    <a:pt x="2355931" y="3091722"/>
                  </a:lnTo>
                  <a:lnTo>
                    <a:pt x="2351542" y="3105282"/>
                  </a:lnTo>
                  <a:lnTo>
                    <a:pt x="2346759" y="3118842"/>
                  </a:lnTo>
                  <a:lnTo>
                    <a:pt x="2341779" y="3132402"/>
                  </a:lnTo>
                  <a:lnTo>
                    <a:pt x="2336521" y="3145963"/>
                  </a:lnTo>
                  <a:lnTo>
                    <a:pt x="2330952" y="3159523"/>
                  </a:lnTo>
                  <a:lnTo>
                    <a:pt x="2325221" y="3173083"/>
                  </a:lnTo>
                  <a:lnTo>
                    <a:pt x="2319069" y="3186643"/>
                  </a:lnTo>
                  <a:lnTo>
                    <a:pt x="2312805" y="3200203"/>
                  </a:lnTo>
                  <a:lnTo>
                    <a:pt x="2306144" y="3213764"/>
                  </a:lnTo>
                  <a:lnTo>
                    <a:pt x="2299310" y="3227324"/>
                  </a:lnTo>
                  <a:lnTo>
                    <a:pt x="2292195" y="3240884"/>
                  </a:lnTo>
                  <a:lnTo>
                    <a:pt x="2284806" y="3254444"/>
                  </a:lnTo>
                  <a:lnTo>
                    <a:pt x="2277249" y="3268004"/>
                  </a:lnTo>
                  <a:lnTo>
                    <a:pt x="2269321" y="3281565"/>
                  </a:lnTo>
                  <a:lnTo>
                    <a:pt x="2261291" y="3295125"/>
                  </a:lnTo>
                  <a:lnTo>
                    <a:pt x="2252889" y="3308685"/>
                  </a:lnTo>
                  <a:lnTo>
                    <a:pt x="2244349" y="3322245"/>
                  </a:lnTo>
                  <a:lnTo>
                    <a:pt x="2235548" y="3335805"/>
                  </a:lnTo>
                  <a:lnTo>
                    <a:pt x="2226523" y="3349365"/>
                  </a:lnTo>
                  <a:lnTo>
                    <a:pt x="2217340" y="3362926"/>
                  </a:lnTo>
                  <a:lnTo>
                    <a:pt x="2207857" y="3376486"/>
                  </a:lnTo>
                  <a:lnTo>
                    <a:pt x="2198288" y="3390046"/>
                  </a:lnTo>
                  <a:lnTo>
                    <a:pt x="2188402" y="3403606"/>
                  </a:lnTo>
                  <a:lnTo>
                    <a:pt x="2178416" y="3417166"/>
                  </a:lnTo>
                  <a:lnTo>
                    <a:pt x="2168210" y="3430727"/>
                  </a:lnTo>
                  <a:lnTo>
                    <a:pt x="2157840" y="3444287"/>
                  </a:lnTo>
                  <a:lnTo>
                    <a:pt x="2147337" y="3457847"/>
                  </a:lnTo>
                  <a:lnTo>
                    <a:pt x="2136617" y="3471407"/>
                  </a:lnTo>
                  <a:lnTo>
                    <a:pt x="2125833" y="3484967"/>
                  </a:lnTo>
                  <a:lnTo>
                    <a:pt x="2114809" y="3498527"/>
                  </a:lnTo>
                  <a:lnTo>
                    <a:pt x="2103724" y="3512088"/>
                  </a:lnTo>
                  <a:lnTo>
                    <a:pt x="2092478" y="3525648"/>
                  </a:lnTo>
                  <a:lnTo>
                    <a:pt x="2081129" y="3539208"/>
                  </a:lnTo>
                  <a:lnTo>
                    <a:pt x="2069687" y="3552768"/>
                  </a:lnTo>
                  <a:lnTo>
                    <a:pt x="2058115" y="3566328"/>
                  </a:lnTo>
                  <a:lnTo>
                    <a:pt x="2046501" y="3579889"/>
                  </a:lnTo>
                  <a:lnTo>
                    <a:pt x="2034745" y="3593449"/>
                  </a:lnTo>
                  <a:lnTo>
                    <a:pt x="2022960" y="3607009"/>
                  </a:lnTo>
                  <a:lnTo>
                    <a:pt x="2011087" y="3620569"/>
                  </a:lnTo>
                  <a:lnTo>
                    <a:pt x="1999170" y="3634129"/>
                  </a:lnTo>
                  <a:lnTo>
                    <a:pt x="1987207" y="3647690"/>
                  </a:lnTo>
                  <a:lnTo>
                    <a:pt x="1975197" y="3661250"/>
                  </a:lnTo>
                  <a:lnTo>
                    <a:pt x="1963170" y="3674810"/>
                  </a:lnTo>
                  <a:lnTo>
                    <a:pt x="1951107" y="3688370"/>
                  </a:lnTo>
                  <a:lnTo>
                    <a:pt x="1939041" y="3701930"/>
                  </a:lnTo>
                  <a:lnTo>
                    <a:pt x="1926965" y="3715490"/>
                  </a:lnTo>
                  <a:lnTo>
                    <a:pt x="1914896" y="3729051"/>
                  </a:lnTo>
                  <a:lnTo>
                    <a:pt x="1902834" y="3742611"/>
                  </a:lnTo>
                  <a:lnTo>
                    <a:pt x="1890799" y="3756171"/>
                  </a:lnTo>
                  <a:lnTo>
                    <a:pt x="1878776" y="3769731"/>
                  </a:lnTo>
                  <a:lnTo>
                    <a:pt x="1866811" y="3783291"/>
                  </a:lnTo>
                  <a:lnTo>
                    <a:pt x="1854865" y="3796852"/>
                  </a:lnTo>
                  <a:lnTo>
                    <a:pt x="1842989" y="3810412"/>
                  </a:lnTo>
                  <a:lnTo>
                    <a:pt x="1831158" y="3823972"/>
                  </a:lnTo>
                  <a:lnTo>
                    <a:pt x="1819390" y="3837532"/>
                  </a:lnTo>
                  <a:lnTo>
                    <a:pt x="1807706" y="3851092"/>
                  </a:lnTo>
                  <a:lnTo>
                    <a:pt x="1796067" y="3864652"/>
                  </a:lnTo>
                  <a:lnTo>
                    <a:pt x="1784561" y="3878213"/>
                  </a:lnTo>
                  <a:lnTo>
                    <a:pt x="1773093" y="3891773"/>
                  </a:lnTo>
                  <a:lnTo>
                    <a:pt x="1761769" y="3905333"/>
                  </a:lnTo>
                  <a:lnTo>
                    <a:pt x="1750516" y="3918893"/>
                  </a:lnTo>
                  <a:lnTo>
                    <a:pt x="1739377" y="3932453"/>
                  </a:lnTo>
                  <a:lnTo>
                    <a:pt x="1728364" y="3946014"/>
                  </a:lnTo>
                  <a:lnTo>
                    <a:pt x="1717427" y="3959574"/>
                  </a:lnTo>
                  <a:lnTo>
                    <a:pt x="1706676" y="3973134"/>
                  </a:lnTo>
                  <a:lnTo>
                    <a:pt x="1695980" y="3986694"/>
                  </a:lnTo>
                  <a:lnTo>
                    <a:pt x="1685489" y="4000254"/>
                  </a:lnTo>
                  <a:lnTo>
                    <a:pt x="1675083" y="4013815"/>
                  </a:lnTo>
                  <a:lnTo>
                    <a:pt x="1664836" y="4027375"/>
                  </a:lnTo>
                  <a:lnTo>
                    <a:pt x="1654738" y="4040935"/>
                  </a:lnTo>
                  <a:lnTo>
                    <a:pt x="1644744" y="4054495"/>
                  </a:lnTo>
                  <a:lnTo>
                    <a:pt x="1634970" y="4068055"/>
                  </a:lnTo>
                  <a:lnTo>
                    <a:pt x="1625260" y="4081615"/>
                  </a:lnTo>
                  <a:lnTo>
                    <a:pt x="1615804" y="4095176"/>
                  </a:lnTo>
                  <a:lnTo>
                    <a:pt x="1606434" y="4108736"/>
                  </a:lnTo>
                  <a:lnTo>
                    <a:pt x="1597258" y="4122296"/>
                  </a:lnTo>
                  <a:lnTo>
                    <a:pt x="1588240" y="4135856"/>
                  </a:lnTo>
                  <a:lnTo>
                    <a:pt x="1579349" y="4149416"/>
                  </a:lnTo>
                  <a:lnTo>
                    <a:pt x="1570690" y="4162977"/>
                  </a:lnTo>
                  <a:lnTo>
                    <a:pt x="1562101" y="4176537"/>
                  </a:lnTo>
                  <a:lnTo>
                    <a:pt x="1553796" y="4190097"/>
                  </a:lnTo>
                  <a:lnTo>
                    <a:pt x="1545573" y="4203657"/>
                  </a:lnTo>
                  <a:lnTo>
                    <a:pt x="1537565" y="4217217"/>
                  </a:lnTo>
                  <a:lnTo>
                    <a:pt x="1529712" y="4230778"/>
                  </a:lnTo>
                  <a:lnTo>
                    <a:pt x="1522003" y="4244338"/>
                  </a:lnTo>
                  <a:lnTo>
                    <a:pt x="1514521" y="4257898"/>
                  </a:lnTo>
                  <a:lnTo>
                    <a:pt x="1507110" y="4271458"/>
                  </a:lnTo>
                  <a:lnTo>
                    <a:pt x="1499998" y="4285018"/>
                  </a:lnTo>
                  <a:lnTo>
                    <a:pt x="1492957" y="4298578"/>
                  </a:lnTo>
                  <a:lnTo>
                    <a:pt x="1486141" y="4312139"/>
                  </a:lnTo>
                  <a:lnTo>
                    <a:pt x="1479468" y="4325699"/>
                  </a:lnTo>
                  <a:lnTo>
                    <a:pt x="1472946" y="4339259"/>
                  </a:lnTo>
                  <a:lnTo>
                    <a:pt x="1466635" y="4352819"/>
                  </a:lnTo>
                  <a:lnTo>
                    <a:pt x="1460404" y="4366379"/>
                  </a:lnTo>
                  <a:lnTo>
                    <a:pt x="1454450" y="4379940"/>
                  </a:lnTo>
                  <a:lnTo>
                    <a:pt x="1448564" y="4393500"/>
                  </a:lnTo>
                  <a:lnTo>
                    <a:pt x="1442902" y="4407060"/>
                  </a:lnTo>
                  <a:lnTo>
                    <a:pt x="1437363" y="4420620"/>
                  </a:lnTo>
                  <a:lnTo>
                    <a:pt x="1431977" y="4434180"/>
                  </a:lnTo>
                  <a:lnTo>
                    <a:pt x="1426778" y="4447740"/>
                  </a:lnTo>
                  <a:lnTo>
                    <a:pt x="1421662" y="4461301"/>
                  </a:lnTo>
                  <a:lnTo>
                    <a:pt x="1416793" y="4474861"/>
                  </a:lnTo>
                  <a:lnTo>
                    <a:pt x="1411986" y="4488421"/>
                  </a:lnTo>
                  <a:lnTo>
                    <a:pt x="1407392" y="4501981"/>
                  </a:lnTo>
                  <a:lnTo>
                    <a:pt x="1402901" y="4515541"/>
                  </a:lnTo>
                  <a:lnTo>
                    <a:pt x="1398556" y="4529102"/>
                  </a:lnTo>
                  <a:lnTo>
                    <a:pt x="1394370" y="4542662"/>
                  </a:lnTo>
                  <a:lnTo>
                    <a:pt x="1390267" y="4556222"/>
                  </a:lnTo>
                  <a:lnTo>
                    <a:pt x="1386375" y="4569782"/>
                  </a:lnTo>
                  <a:lnTo>
                    <a:pt x="1382538" y="4583342"/>
                  </a:lnTo>
                  <a:lnTo>
                    <a:pt x="1378895" y="4596903"/>
                  </a:lnTo>
                  <a:lnTo>
                    <a:pt x="1375336" y="4610463"/>
                  </a:lnTo>
                  <a:lnTo>
                    <a:pt x="1371911" y="4624023"/>
                  </a:lnTo>
                  <a:lnTo>
                    <a:pt x="1368616" y="4637583"/>
                  </a:lnTo>
                  <a:lnTo>
                    <a:pt x="1365400" y="4651143"/>
                  </a:lnTo>
                  <a:lnTo>
                    <a:pt x="1362358" y="4664703"/>
                  </a:lnTo>
                  <a:lnTo>
                    <a:pt x="1359363" y="4678264"/>
                  </a:lnTo>
                  <a:lnTo>
                    <a:pt x="1356541" y="4691824"/>
                  </a:lnTo>
                  <a:lnTo>
                    <a:pt x="1353781" y="4705384"/>
                  </a:lnTo>
                  <a:lnTo>
                    <a:pt x="1351142" y="4718944"/>
                  </a:lnTo>
                  <a:lnTo>
                    <a:pt x="1348606" y="4732504"/>
                  </a:lnTo>
                  <a:lnTo>
                    <a:pt x="1346142" y="4746065"/>
                  </a:lnTo>
                  <a:lnTo>
                    <a:pt x="1343816" y="4759625"/>
                  </a:lnTo>
                  <a:lnTo>
                    <a:pt x="1341530" y="4773185"/>
                  </a:lnTo>
                  <a:lnTo>
                    <a:pt x="1339391" y="4786745"/>
                  </a:lnTo>
                  <a:lnTo>
                    <a:pt x="1337299" y="4800305"/>
                  </a:lnTo>
                  <a:lnTo>
                    <a:pt x="1335310" y="4813866"/>
                  </a:lnTo>
                  <a:lnTo>
                    <a:pt x="1333400" y="4827426"/>
                  </a:lnTo>
                  <a:lnTo>
                    <a:pt x="1331554" y="4840986"/>
                  </a:lnTo>
                  <a:lnTo>
                    <a:pt x="1329814" y="4854546"/>
                  </a:lnTo>
                  <a:lnTo>
                    <a:pt x="1328106" y="4868106"/>
                  </a:lnTo>
                  <a:lnTo>
                    <a:pt x="1326521" y="4881666"/>
                  </a:lnTo>
                  <a:lnTo>
                    <a:pt x="1324969" y="4895227"/>
                  </a:lnTo>
                  <a:lnTo>
                    <a:pt x="1323503" y="4908787"/>
                  </a:lnTo>
                  <a:lnTo>
                    <a:pt x="1322096" y="4922347"/>
                  </a:lnTo>
                  <a:lnTo>
                    <a:pt x="1320743" y="4935907"/>
                  </a:lnTo>
                  <a:lnTo>
                    <a:pt x="1319469" y="4949467"/>
                  </a:lnTo>
                  <a:lnTo>
                    <a:pt x="1318222" y="4963028"/>
                  </a:lnTo>
                  <a:lnTo>
                    <a:pt x="1317072" y="4976588"/>
                  </a:lnTo>
                  <a:lnTo>
                    <a:pt x="1315945" y="4990148"/>
                  </a:lnTo>
                  <a:lnTo>
                    <a:pt x="1314889" y="5003708"/>
                  </a:lnTo>
                  <a:lnTo>
                    <a:pt x="1313874" y="5017268"/>
                  </a:lnTo>
                  <a:lnTo>
                    <a:pt x="1312903" y="5030828"/>
                  </a:lnTo>
                  <a:lnTo>
                    <a:pt x="1311991" y="5044389"/>
                  </a:lnTo>
                  <a:lnTo>
                    <a:pt x="1311101" y="5057949"/>
                  </a:lnTo>
                  <a:lnTo>
                    <a:pt x="1310283" y="5071509"/>
                  </a:lnTo>
                  <a:lnTo>
                    <a:pt x="1309482" y="5085069"/>
                  </a:lnTo>
                  <a:lnTo>
                    <a:pt x="1308737" y="5098629"/>
                  </a:lnTo>
                  <a:lnTo>
                    <a:pt x="1308020" y="5112190"/>
                  </a:lnTo>
                  <a:lnTo>
                    <a:pt x="1307339" y="5125750"/>
                  </a:lnTo>
                  <a:lnTo>
                    <a:pt x="1306700" y="5139310"/>
                  </a:lnTo>
                  <a:lnTo>
                    <a:pt x="1306079" y="5152870"/>
                  </a:lnTo>
                  <a:lnTo>
                    <a:pt x="1305509" y="5166430"/>
                  </a:lnTo>
                  <a:lnTo>
                    <a:pt x="1304952" y="5179991"/>
                  </a:lnTo>
                  <a:lnTo>
                    <a:pt x="1304437" y="5193551"/>
                  </a:lnTo>
                  <a:lnTo>
                    <a:pt x="1303942" y="5207111"/>
                  </a:lnTo>
                  <a:lnTo>
                    <a:pt x="1303474" y="5220671"/>
                  </a:lnTo>
                  <a:lnTo>
                    <a:pt x="1303035" y="5234231"/>
                  </a:lnTo>
                  <a:lnTo>
                    <a:pt x="1302611" y="5247791"/>
                  </a:lnTo>
                  <a:lnTo>
                    <a:pt x="1302223" y="5261352"/>
                  </a:lnTo>
                  <a:lnTo>
                    <a:pt x="1301843" y="5274912"/>
                  </a:lnTo>
                  <a:lnTo>
                    <a:pt x="1301496" y="5288472"/>
                  </a:lnTo>
                  <a:lnTo>
                    <a:pt x="1301161" y="5302032"/>
                  </a:lnTo>
                  <a:lnTo>
                    <a:pt x="1300846" y="5315592"/>
                  </a:lnTo>
                  <a:close/>
                </a:path>
              </a:pathLst>
            </a:custGeom>
            <a:solidFill>
              <a:srgbClr val="A8C5DA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7" name="pl6">
              <a:extLst>
                <a:ext uri="{FF2B5EF4-FFF2-40B4-BE49-F238E27FC236}">
                  <a16:creationId xmlns:a16="http://schemas.microsoft.com/office/drawing/2014/main" id="{081E1A66-2B3F-4FC6-AEAD-E9495368D020}"/>
                </a:ext>
              </a:extLst>
            </p:cNvPr>
            <p:cNvSpPr/>
            <p:nvPr/>
          </p:nvSpPr>
          <p:spPr>
            <a:xfrm>
              <a:off x="1361513" y="2740072"/>
              <a:ext cx="2118717" cy="0"/>
            </a:xfrm>
            <a:custGeom>
              <a:avLst/>
              <a:gdLst/>
              <a:ahLst/>
              <a:cxnLst/>
              <a:rect l="0" t="0" r="0" b="0"/>
              <a:pathLst>
                <a:path w="2118717">
                  <a:moveTo>
                    <a:pt x="0" y="0"/>
                  </a:moveTo>
                  <a:lnTo>
                    <a:pt x="211871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8" name="pt7">
              <a:extLst>
                <a:ext uri="{FF2B5EF4-FFF2-40B4-BE49-F238E27FC236}">
                  <a16:creationId xmlns:a16="http://schemas.microsoft.com/office/drawing/2014/main" id="{A178AB3E-A27C-4603-9ED4-C2CDA2FD90AC}"/>
                </a:ext>
              </a:extLst>
            </p:cNvPr>
            <p:cNvSpPr/>
            <p:nvPr/>
          </p:nvSpPr>
          <p:spPr>
            <a:xfrm>
              <a:off x="2490126" y="2764805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59" name="pt8">
              <a:extLst>
                <a:ext uri="{FF2B5EF4-FFF2-40B4-BE49-F238E27FC236}">
                  <a16:creationId xmlns:a16="http://schemas.microsoft.com/office/drawing/2014/main" id="{534C282A-228E-4715-AB29-514374073897}"/>
                </a:ext>
              </a:extLst>
            </p:cNvPr>
            <p:cNvSpPr/>
            <p:nvPr/>
          </p:nvSpPr>
          <p:spPr>
            <a:xfrm>
              <a:off x="2836582" y="3699769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0" name="pt9">
              <a:extLst>
                <a:ext uri="{FF2B5EF4-FFF2-40B4-BE49-F238E27FC236}">
                  <a16:creationId xmlns:a16="http://schemas.microsoft.com/office/drawing/2014/main" id="{B28AE2D6-244E-48BD-9F19-7E9E2EED4349}"/>
                </a:ext>
              </a:extLst>
            </p:cNvPr>
            <p:cNvSpPr/>
            <p:nvPr/>
          </p:nvSpPr>
          <p:spPr>
            <a:xfrm>
              <a:off x="2258577" y="3702326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1" name="pt10">
              <a:extLst>
                <a:ext uri="{FF2B5EF4-FFF2-40B4-BE49-F238E27FC236}">
                  <a16:creationId xmlns:a16="http://schemas.microsoft.com/office/drawing/2014/main" id="{3D7EE921-3734-49C3-ABB4-526E8B92AEF5}"/>
                </a:ext>
              </a:extLst>
            </p:cNvPr>
            <p:cNvSpPr/>
            <p:nvPr/>
          </p:nvSpPr>
          <p:spPr>
            <a:xfrm>
              <a:off x="1729448" y="4104038"/>
              <a:ext cx="117405" cy="11740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2" name="pg11">
              <a:extLst>
                <a:ext uri="{FF2B5EF4-FFF2-40B4-BE49-F238E27FC236}">
                  <a16:creationId xmlns:a16="http://schemas.microsoft.com/office/drawing/2014/main" id="{BB74CD33-6A4A-4CC3-BDE2-9E107B34D31A}"/>
                </a:ext>
              </a:extLst>
            </p:cNvPr>
            <p:cNvSpPr/>
            <p:nvPr/>
          </p:nvSpPr>
          <p:spPr>
            <a:xfrm>
              <a:off x="2697779" y="1115823"/>
              <a:ext cx="117405" cy="117405"/>
            </a:xfrm>
            <a:custGeom>
              <a:avLst/>
              <a:gdLst/>
              <a:ahLst/>
              <a:cxnLst/>
              <a:rect l="0" t="0" r="0" b="0"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3" name="pt12">
              <a:extLst>
                <a:ext uri="{FF2B5EF4-FFF2-40B4-BE49-F238E27FC236}">
                  <a16:creationId xmlns:a16="http://schemas.microsoft.com/office/drawing/2014/main" id="{5F312040-C0B3-4B70-AB5E-2CF50E9138B4}"/>
                </a:ext>
              </a:extLst>
            </p:cNvPr>
            <p:cNvSpPr/>
            <p:nvPr/>
          </p:nvSpPr>
          <p:spPr>
            <a:xfrm>
              <a:off x="1885637" y="1762381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4" name="pt13">
              <a:extLst>
                <a:ext uri="{FF2B5EF4-FFF2-40B4-BE49-F238E27FC236}">
                  <a16:creationId xmlns:a16="http://schemas.microsoft.com/office/drawing/2014/main" id="{C6966B9B-3B1F-46E0-BB34-6AECCC7BE26F}"/>
                </a:ext>
              </a:extLst>
            </p:cNvPr>
            <p:cNvSpPr/>
            <p:nvPr/>
          </p:nvSpPr>
          <p:spPr>
            <a:xfrm>
              <a:off x="1830979" y="1759730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5" name="pt14">
              <a:extLst>
                <a:ext uri="{FF2B5EF4-FFF2-40B4-BE49-F238E27FC236}">
                  <a16:creationId xmlns:a16="http://schemas.microsoft.com/office/drawing/2014/main" id="{622D69C6-D9AD-4D0F-8E5D-71C886D40AE3}"/>
                </a:ext>
              </a:extLst>
            </p:cNvPr>
            <p:cNvSpPr/>
            <p:nvPr/>
          </p:nvSpPr>
          <p:spPr>
            <a:xfrm>
              <a:off x="1725213" y="2092826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6" name="pg15">
              <a:extLst>
                <a:ext uri="{FF2B5EF4-FFF2-40B4-BE49-F238E27FC236}">
                  <a16:creationId xmlns:a16="http://schemas.microsoft.com/office/drawing/2014/main" id="{5B60705C-F59B-442C-8921-AEFC2E401174}"/>
                </a:ext>
              </a:extLst>
            </p:cNvPr>
            <p:cNvSpPr/>
            <p:nvPr/>
          </p:nvSpPr>
          <p:spPr>
            <a:xfrm>
              <a:off x="4077420" y="1194442"/>
              <a:ext cx="2592212" cy="5480875"/>
            </a:xfrm>
            <a:custGeom>
              <a:avLst/>
              <a:gdLst/>
              <a:ahLst/>
              <a:cxnLst/>
              <a:rect l="0" t="0" r="0" b="0"/>
              <a:pathLst>
                <a:path w="2592212" h="5480875">
                  <a:moveTo>
                    <a:pt x="1293943" y="5480875"/>
                  </a:moveTo>
                  <a:lnTo>
                    <a:pt x="1293707" y="5469892"/>
                  </a:lnTo>
                  <a:lnTo>
                    <a:pt x="1293454" y="5458908"/>
                  </a:lnTo>
                  <a:lnTo>
                    <a:pt x="1293177" y="5447924"/>
                  </a:lnTo>
                  <a:lnTo>
                    <a:pt x="1292870" y="5436941"/>
                  </a:lnTo>
                  <a:lnTo>
                    <a:pt x="1292542" y="5425957"/>
                  </a:lnTo>
                  <a:lnTo>
                    <a:pt x="1292190" y="5414973"/>
                  </a:lnTo>
                  <a:lnTo>
                    <a:pt x="1291801" y="5403989"/>
                  </a:lnTo>
                  <a:lnTo>
                    <a:pt x="1291382" y="5393006"/>
                  </a:lnTo>
                  <a:lnTo>
                    <a:pt x="1290936" y="5382022"/>
                  </a:lnTo>
                  <a:lnTo>
                    <a:pt x="1290456" y="5371038"/>
                  </a:lnTo>
                  <a:lnTo>
                    <a:pt x="1289931" y="5360055"/>
                  </a:lnTo>
                  <a:lnTo>
                    <a:pt x="1289374" y="5349071"/>
                  </a:lnTo>
                  <a:lnTo>
                    <a:pt x="1288784" y="5338087"/>
                  </a:lnTo>
                  <a:lnTo>
                    <a:pt x="1288143" y="5327103"/>
                  </a:lnTo>
                  <a:lnTo>
                    <a:pt x="1287459" y="5316120"/>
                  </a:lnTo>
                  <a:lnTo>
                    <a:pt x="1286737" y="5305136"/>
                  </a:lnTo>
                  <a:lnTo>
                    <a:pt x="1285973" y="5294152"/>
                  </a:lnTo>
                  <a:lnTo>
                    <a:pt x="1285147" y="5283169"/>
                  </a:lnTo>
                  <a:lnTo>
                    <a:pt x="1284281" y="5272185"/>
                  </a:lnTo>
                  <a:lnTo>
                    <a:pt x="1283372" y="5261201"/>
                  </a:lnTo>
                  <a:lnTo>
                    <a:pt x="1282402" y="5250217"/>
                  </a:lnTo>
                  <a:lnTo>
                    <a:pt x="1281379" y="5239234"/>
                  </a:lnTo>
                  <a:lnTo>
                    <a:pt x="1280311" y="5228250"/>
                  </a:lnTo>
                  <a:lnTo>
                    <a:pt x="1279195" y="5217266"/>
                  </a:lnTo>
                  <a:lnTo>
                    <a:pt x="1278008" y="5206282"/>
                  </a:lnTo>
                  <a:lnTo>
                    <a:pt x="1276775" y="5195299"/>
                  </a:lnTo>
                  <a:lnTo>
                    <a:pt x="1275497" y="5184315"/>
                  </a:lnTo>
                  <a:lnTo>
                    <a:pt x="1274157" y="5173331"/>
                  </a:lnTo>
                  <a:lnTo>
                    <a:pt x="1272760" y="5162348"/>
                  </a:lnTo>
                  <a:lnTo>
                    <a:pt x="1271318" y="5151364"/>
                  </a:lnTo>
                  <a:lnTo>
                    <a:pt x="1269832" y="5140380"/>
                  </a:lnTo>
                  <a:lnTo>
                    <a:pt x="1268278" y="5129396"/>
                  </a:lnTo>
                  <a:lnTo>
                    <a:pt x="1266683" y="5118413"/>
                  </a:lnTo>
                  <a:lnTo>
                    <a:pt x="1265048" y="5107429"/>
                  </a:lnTo>
                  <a:lnTo>
                    <a:pt x="1263364" y="5096445"/>
                  </a:lnTo>
                  <a:lnTo>
                    <a:pt x="1261634" y="5085462"/>
                  </a:lnTo>
                  <a:lnTo>
                    <a:pt x="1259872" y="5074478"/>
                  </a:lnTo>
                  <a:lnTo>
                    <a:pt x="1258078" y="5063494"/>
                  </a:lnTo>
                  <a:lnTo>
                    <a:pt x="1256240" y="5052510"/>
                  </a:lnTo>
                  <a:lnTo>
                    <a:pt x="1254379" y="5041527"/>
                  </a:lnTo>
                  <a:lnTo>
                    <a:pt x="1252497" y="5030543"/>
                  </a:lnTo>
                  <a:lnTo>
                    <a:pt x="1250592" y="5019559"/>
                  </a:lnTo>
                  <a:lnTo>
                    <a:pt x="1248670" y="5008576"/>
                  </a:lnTo>
                  <a:lnTo>
                    <a:pt x="1246741" y="4997592"/>
                  </a:lnTo>
                  <a:lnTo>
                    <a:pt x="1244805" y="4986608"/>
                  </a:lnTo>
                  <a:lnTo>
                    <a:pt x="1242869" y="4975624"/>
                  </a:lnTo>
                  <a:lnTo>
                    <a:pt x="1240939" y="4964641"/>
                  </a:lnTo>
                  <a:lnTo>
                    <a:pt x="1239019" y="4953657"/>
                  </a:lnTo>
                  <a:lnTo>
                    <a:pt x="1237115" y="4942673"/>
                  </a:lnTo>
                  <a:lnTo>
                    <a:pt x="1235239" y="4931690"/>
                  </a:lnTo>
                  <a:lnTo>
                    <a:pt x="1233389" y="4920706"/>
                  </a:lnTo>
                  <a:lnTo>
                    <a:pt x="1231567" y="4909722"/>
                  </a:lnTo>
                  <a:lnTo>
                    <a:pt x="1229797" y="4898738"/>
                  </a:lnTo>
                  <a:lnTo>
                    <a:pt x="1228075" y="4887755"/>
                  </a:lnTo>
                  <a:lnTo>
                    <a:pt x="1226397" y="4876771"/>
                  </a:lnTo>
                  <a:lnTo>
                    <a:pt x="1224776" y="4865787"/>
                  </a:lnTo>
                  <a:lnTo>
                    <a:pt x="1223238" y="4854803"/>
                  </a:lnTo>
                  <a:lnTo>
                    <a:pt x="1221761" y="4843820"/>
                  </a:lnTo>
                  <a:lnTo>
                    <a:pt x="1220347" y="4832836"/>
                  </a:lnTo>
                  <a:lnTo>
                    <a:pt x="1219032" y="4821852"/>
                  </a:lnTo>
                  <a:lnTo>
                    <a:pt x="1217807" y="4810869"/>
                  </a:lnTo>
                  <a:lnTo>
                    <a:pt x="1216659" y="4799885"/>
                  </a:lnTo>
                  <a:lnTo>
                    <a:pt x="1215598" y="4788901"/>
                  </a:lnTo>
                  <a:lnTo>
                    <a:pt x="1214668" y="4777917"/>
                  </a:lnTo>
                  <a:lnTo>
                    <a:pt x="1213825" y="4766934"/>
                  </a:lnTo>
                  <a:lnTo>
                    <a:pt x="1213073" y="4755950"/>
                  </a:lnTo>
                  <a:lnTo>
                    <a:pt x="1212448" y="4744966"/>
                  </a:lnTo>
                  <a:lnTo>
                    <a:pt x="1211941" y="4733983"/>
                  </a:lnTo>
                  <a:lnTo>
                    <a:pt x="1211530" y="4722999"/>
                  </a:lnTo>
                  <a:lnTo>
                    <a:pt x="1211220" y="4712015"/>
                  </a:lnTo>
                  <a:lnTo>
                    <a:pt x="1211065" y="4701031"/>
                  </a:lnTo>
                  <a:lnTo>
                    <a:pt x="1211008" y="4690048"/>
                  </a:lnTo>
                  <a:lnTo>
                    <a:pt x="1211048" y="4679064"/>
                  </a:lnTo>
                  <a:lnTo>
                    <a:pt x="1211217" y="4668080"/>
                  </a:lnTo>
                  <a:lnTo>
                    <a:pt x="1211510" y="4657097"/>
                  </a:lnTo>
                  <a:lnTo>
                    <a:pt x="1211896" y="4646113"/>
                  </a:lnTo>
                  <a:lnTo>
                    <a:pt x="1212374" y="4635129"/>
                  </a:lnTo>
                  <a:lnTo>
                    <a:pt x="1212998" y="4624145"/>
                  </a:lnTo>
                  <a:lnTo>
                    <a:pt x="1213707" y="4613162"/>
                  </a:lnTo>
                  <a:lnTo>
                    <a:pt x="1214499" y="4602178"/>
                  </a:lnTo>
                  <a:lnTo>
                    <a:pt x="1215394" y="4591194"/>
                  </a:lnTo>
                  <a:lnTo>
                    <a:pt x="1216388" y="4580210"/>
                  </a:lnTo>
                  <a:lnTo>
                    <a:pt x="1217452" y="4569227"/>
                  </a:lnTo>
                  <a:lnTo>
                    <a:pt x="1218582" y="4558243"/>
                  </a:lnTo>
                  <a:lnTo>
                    <a:pt x="1219807" y="4547259"/>
                  </a:lnTo>
                  <a:lnTo>
                    <a:pt x="1221088" y="4536276"/>
                  </a:lnTo>
                  <a:lnTo>
                    <a:pt x="1222418" y="4525292"/>
                  </a:lnTo>
                  <a:lnTo>
                    <a:pt x="1223802" y="4514308"/>
                  </a:lnTo>
                  <a:lnTo>
                    <a:pt x="1225236" y="4503324"/>
                  </a:lnTo>
                  <a:lnTo>
                    <a:pt x="1226698" y="4492341"/>
                  </a:lnTo>
                  <a:lnTo>
                    <a:pt x="1228186" y="4481357"/>
                  </a:lnTo>
                  <a:lnTo>
                    <a:pt x="1229699" y="4470373"/>
                  </a:lnTo>
                  <a:lnTo>
                    <a:pt x="1231220" y="4459390"/>
                  </a:lnTo>
                  <a:lnTo>
                    <a:pt x="1232744" y="4448406"/>
                  </a:lnTo>
                  <a:lnTo>
                    <a:pt x="1234265" y="4437422"/>
                  </a:lnTo>
                  <a:lnTo>
                    <a:pt x="1235767" y="4426438"/>
                  </a:lnTo>
                  <a:lnTo>
                    <a:pt x="1237250" y="4415455"/>
                  </a:lnTo>
                  <a:lnTo>
                    <a:pt x="1238708" y="4404471"/>
                  </a:lnTo>
                  <a:lnTo>
                    <a:pt x="1240119" y="4393487"/>
                  </a:lnTo>
                  <a:lnTo>
                    <a:pt x="1241481" y="4382504"/>
                  </a:lnTo>
                  <a:lnTo>
                    <a:pt x="1242796" y="4371520"/>
                  </a:lnTo>
                  <a:lnTo>
                    <a:pt x="1244053" y="4360536"/>
                  </a:lnTo>
                  <a:lnTo>
                    <a:pt x="1245217" y="4349552"/>
                  </a:lnTo>
                  <a:lnTo>
                    <a:pt x="1246312" y="4338569"/>
                  </a:lnTo>
                  <a:lnTo>
                    <a:pt x="1247334" y="4327585"/>
                  </a:lnTo>
                  <a:lnTo>
                    <a:pt x="1248244" y="4316601"/>
                  </a:lnTo>
                  <a:lnTo>
                    <a:pt x="1249044" y="4305618"/>
                  </a:lnTo>
                  <a:lnTo>
                    <a:pt x="1249751" y="4294634"/>
                  </a:lnTo>
                  <a:lnTo>
                    <a:pt x="1250355" y="4283650"/>
                  </a:lnTo>
                  <a:lnTo>
                    <a:pt x="1250791" y="4272666"/>
                  </a:lnTo>
                  <a:lnTo>
                    <a:pt x="1251113" y="4261683"/>
                  </a:lnTo>
                  <a:lnTo>
                    <a:pt x="1251318" y="4250699"/>
                  </a:lnTo>
                  <a:lnTo>
                    <a:pt x="1251357" y="4239715"/>
                  </a:lnTo>
                  <a:lnTo>
                    <a:pt x="1251227" y="4228731"/>
                  </a:lnTo>
                  <a:lnTo>
                    <a:pt x="1250962" y="4217748"/>
                  </a:lnTo>
                  <a:lnTo>
                    <a:pt x="1250556" y="4206764"/>
                  </a:lnTo>
                  <a:lnTo>
                    <a:pt x="1249909" y="4195780"/>
                  </a:lnTo>
                  <a:lnTo>
                    <a:pt x="1249106" y="4184797"/>
                  </a:lnTo>
                  <a:lnTo>
                    <a:pt x="1248146" y="4173813"/>
                  </a:lnTo>
                  <a:lnTo>
                    <a:pt x="1246971" y="4162829"/>
                  </a:lnTo>
                  <a:lnTo>
                    <a:pt x="1245566" y="4151845"/>
                  </a:lnTo>
                  <a:lnTo>
                    <a:pt x="1243982" y="4140862"/>
                  </a:lnTo>
                  <a:lnTo>
                    <a:pt x="1242216" y="4129878"/>
                  </a:lnTo>
                  <a:lnTo>
                    <a:pt x="1240146" y="4118894"/>
                  </a:lnTo>
                  <a:lnTo>
                    <a:pt x="1237867" y="4107911"/>
                  </a:lnTo>
                  <a:lnTo>
                    <a:pt x="1235384" y="4096927"/>
                  </a:lnTo>
                  <a:lnTo>
                    <a:pt x="1232639" y="4085943"/>
                  </a:lnTo>
                  <a:lnTo>
                    <a:pt x="1229588" y="4074959"/>
                  </a:lnTo>
                  <a:lnTo>
                    <a:pt x="1226309" y="4063976"/>
                  </a:lnTo>
                  <a:lnTo>
                    <a:pt x="1222798" y="4052992"/>
                  </a:lnTo>
                  <a:lnTo>
                    <a:pt x="1218912" y="4042008"/>
                  </a:lnTo>
                  <a:lnTo>
                    <a:pt x="1214747" y="4031025"/>
                  </a:lnTo>
                  <a:lnTo>
                    <a:pt x="1210323" y="4020041"/>
                  </a:lnTo>
                  <a:lnTo>
                    <a:pt x="1205581" y="4009057"/>
                  </a:lnTo>
                  <a:lnTo>
                    <a:pt x="1200433" y="3998073"/>
                  </a:lnTo>
                  <a:lnTo>
                    <a:pt x="1194997" y="3987090"/>
                  </a:lnTo>
                  <a:lnTo>
                    <a:pt x="1189266" y="3976106"/>
                  </a:lnTo>
                  <a:lnTo>
                    <a:pt x="1183078" y="3965122"/>
                  </a:lnTo>
                  <a:lnTo>
                    <a:pt x="1176522" y="3954138"/>
                  </a:lnTo>
                  <a:lnTo>
                    <a:pt x="1169639" y="3943155"/>
                  </a:lnTo>
                  <a:lnTo>
                    <a:pt x="1162375" y="3932171"/>
                  </a:lnTo>
                  <a:lnTo>
                    <a:pt x="1154589" y="3921187"/>
                  </a:lnTo>
                  <a:lnTo>
                    <a:pt x="1146443" y="3910204"/>
                  </a:lnTo>
                  <a:lnTo>
                    <a:pt x="1137934" y="3899220"/>
                  </a:lnTo>
                  <a:lnTo>
                    <a:pt x="1128886" y="3888236"/>
                  </a:lnTo>
                  <a:lnTo>
                    <a:pt x="1119371" y="3877252"/>
                  </a:lnTo>
                  <a:lnTo>
                    <a:pt x="1109463" y="3866269"/>
                  </a:lnTo>
                  <a:lnTo>
                    <a:pt x="1099122" y="3855285"/>
                  </a:lnTo>
                  <a:lnTo>
                    <a:pt x="1088144" y="3844301"/>
                  </a:lnTo>
                  <a:lnTo>
                    <a:pt x="1076750" y="3833318"/>
                  </a:lnTo>
                  <a:lnTo>
                    <a:pt x="1064937" y="3822334"/>
                  </a:lnTo>
                  <a:lnTo>
                    <a:pt x="1052537" y="3811350"/>
                  </a:lnTo>
                  <a:lnTo>
                    <a:pt x="1039597" y="3800366"/>
                  </a:lnTo>
                  <a:lnTo>
                    <a:pt x="1026228" y="3789383"/>
                  </a:lnTo>
                  <a:lnTo>
                    <a:pt x="1012414" y="3778399"/>
                  </a:lnTo>
                  <a:lnTo>
                    <a:pt x="997908" y="3767415"/>
                  </a:lnTo>
                  <a:lnTo>
                    <a:pt x="982978" y="3756432"/>
                  </a:lnTo>
                  <a:lnTo>
                    <a:pt x="967626" y="3745448"/>
                  </a:lnTo>
                  <a:lnTo>
                    <a:pt x="951719" y="3734464"/>
                  </a:lnTo>
                  <a:lnTo>
                    <a:pt x="935281" y="3723480"/>
                  </a:lnTo>
                  <a:lnTo>
                    <a:pt x="918449" y="3712497"/>
                  </a:lnTo>
                  <a:lnTo>
                    <a:pt x="901231" y="3701513"/>
                  </a:lnTo>
                  <a:lnTo>
                    <a:pt x="883414" y="3690529"/>
                  </a:lnTo>
                  <a:lnTo>
                    <a:pt x="865249" y="3679545"/>
                  </a:lnTo>
                  <a:lnTo>
                    <a:pt x="846754" y="3668562"/>
                  </a:lnTo>
                  <a:lnTo>
                    <a:pt x="827861" y="3657578"/>
                  </a:lnTo>
                  <a:lnTo>
                    <a:pt x="808589" y="3646594"/>
                  </a:lnTo>
                  <a:lnTo>
                    <a:pt x="789070" y="3635611"/>
                  </a:lnTo>
                  <a:lnTo>
                    <a:pt x="769318" y="3624627"/>
                  </a:lnTo>
                  <a:lnTo>
                    <a:pt x="749264" y="3613643"/>
                  </a:lnTo>
                  <a:lnTo>
                    <a:pt x="729057" y="3602659"/>
                  </a:lnTo>
                  <a:lnTo>
                    <a:pt x="708731" y="3591676"/>
                  </a:lnTo>
                  <a:lnTo>
                    <a:pt x="688297" y="3580692"/>
                  </a:lnTo>
                  <a:lnTo>
                    <a:pt x="667818" y="3569708"/>
                  </a:lnTo>
                  <a:lnTo>
                    <a:pt x="647357" y="3558725"/>
                  </a:lnTo>
                  <a:lnTo>
                    <a:pt x="626933" y="3547741"/>
                  </a:lnTo>
                  <a:lnTo>
                    <a:pt x="606654" y="3536757"/>
                  </a:lnTo>
                  <a:lnTo>
                    <a:pt x="586558" y="3525773"/>
                  </a:lnTo>
                  <a:lnTo>
                    <a:pt x="566656" y="3514790"/>
                  </a:lnTo>
                  <a:lnTo>
                    <a:pt x="547023" y="3503806"/>
                  </a:lnTo>
                  <a:lnTo>
                    <a:pt x="527835" y="3492822"/>
                  </a:lnTo>
                  <a:lnTo>
                    <a:pt x="509006" y="3481839"/>
                  </a:lnTo>
                  <a:lnTo>
                    <a:pt x="490559" y="3470855"/>
                  </a:lnTo>
                  <a:lnTo>
                    <a:pt x="472757" y="3459871"/>
                  </a:lnTo>
                  <a:lnTo>
                    <a:pt x="455557" y="3448887"/>
                  </a:lnTo>
                  <a:lnTo>
                    <a:pt x="438900" y="3437904"/>
                  </a:lnTo>
                  <a:lnTo>
                    <a:pt x="422882" y="3426920"/>
                  </a:lnTo>
                  <a:lnTo>
                    <a:pt x="407842" y="3415936"/>
                  </a:lnTo>
                  <a:lnTo>
                    <a:pt x="393490" y="3404953"/>
                  </a:lnTo>
                  <a:lnTo>
                    <a:pt x="379846" y="3393969"/>
                  </a:lnTo>
                  <a:lnTo>
                    <a:pt x="367258" y="3382985"/>
                  </a:lnTo>
                  <a:lnTo>
                    <a:pt x="355655" y="3372001"/>
                  </a:lnTo>
                  <a:lnTo>
                    <a:pt x="344874" y="3361018"/>
                  </a:lnTo>
                  <a:lnTo>
                    <a:pt x="334978" y="3350034"/>
                  </a:lnTo>
                  <a:lnTo>
                    <a:pt x="326467" y="3339050"/>
                  </a:lnTo>
                  <a:lnTo>
                    <a:pt x="318852" y="3328066"/>
                  </a:lnTo>
                  <a:lnTo>
                    <a:pt x="312138" y="3317083"/>
                  </a:lnTo>
                  <a:lnTo>
                    <a:pt x="306663" y="3306099"/>
                  </a:lnTo>
                  <a:lnTo>
                    <a:pt x="302380" y="3295115"/>
                  </a:lnTo>
                  <a:lnTo>
                    <a:pt x="299019" y="3284132"/>
                  </a:lnTo>
                  <a:lnTo>
                    <a:pt x="296582" y="3273148"/>
                  </a:lnTo>
                  <a:lnTo>
                    <a:pt x="295644" y="3262164"/>
                  </a:lnTo>
                  <a:lnTo>
                    <a:pt x="295596" y="3251180"/>
                  </a:lnTo>
                  <a:lnTo>
                    <a:pt x="296430" y="3240197"/>
                  </a:lnTo>
                  <a:lnTo>
                    <a:pt x="298384" y="3229213"/>
                  </a:lnTo>
                  <a:lnTo>
                    <a:pt x="301448" y="3218229"/>
                  </a:lnTo>
                  <a:lnTo>
                    <a:pt x="305302" y="3207246"/>
                  </a:lnTo>
                  <a:lnTo>
                    <a:pt x="309929" y="3196262"/>
                  </a:lnTo>
                  <a:lnTo>
                    <a:pt x="315706" y="3185278"/>
                  </a:lnTo>
                  <a:lnTo>
                    <a:pt x="322174" y="3174294"/>
                  </a:lnTo>
                  <a:lnTo>
                    <a:pt x="329270" y="3163311"/>
                  </a:lnTo>
                  <a:lnTo>
                    <a:pt x="337097" y="3152327"/>
                  </a:lnTo>
                  <a:lnTo>
                    <a:pt x="345636" y="3141343"/>
                  </a:lnTo>
                  <a:lnTo>
                    <a:pt x="354623" y="3130360"/>
                  </a:lnTo>
                  <a:lnTo>
                    <a:pt x="364026" y="3119376"/>
                  </a:lnTo>
                  <a:lnTo>
                    <a:pt x="373952" y="3108392"/>
                  </a:lnTo>
                  <a:lnTo>
                    <a:pt x="384152" y="3097408"/>
                  </a:lnTo>
                  <a:lnTo>
                    <a:pt x="394558" y="3086425"/>
                  </a:lnTo>
                  <a:lnTo>
                    <a:pt x="405148" y="3075441"/>
                  </a:lnTo>
                  <a:lnTo>
                    <a:pt x="415825" y="3064457"/>
                  </a:lnTo>
                  <a:lnTo>
                    <a:pt x="426484" y="3053473"/>
                  </a:lnTo>
                  <a:lnTo>
                    <a:pt x="437092" y="3042490"/>
                  </a:lnTo>
                  <a:lnTo>
                    <a:pt x="447506" y="3031506"/>
                  </a:lnTo>
                  <a:lnTo>
                    <a:pt x="457661" y="3020522"/>
                  </a:lnTo>
                  <a:lnTo>
                    <a:pt x="467546" y="3009539"/>
                  </a:lnTo>
                  <a:lnTo>
                    <a:pt x="477074" y="2998555"/>
                  </a:lnTo>
                  <a:lnTo>
                    <a:pt x="485996" y="2987571"/>
                  </a:lnTo>
                  <a:lnTo>
                    <a:pt x="494447" y="2976587"/>
                  </a:lnTo>
                  <a:lnTo>
                    <a:pt x="502400" y="2965604"/>
                  </a:lnTo>
                  <a:lnTo>
                    <a:pt x="509551" y="2954620"/>
                  </a:lnTo>
                  <a:lnTo>
                    <a:pt x="515938" y="2943636"/>
                  </a:lnTo>
                  <a:lnTo>
                    <a:pt x="521661" y="2932653"/>
                  </a:lnTo>
                  <a:lnTo>
                    <a:pt x="526635" y="2921669"/>
                  </a:lnTo>
                  <a:lnTo>
                    <a:pt x="530439" y="2910685"/>
                  </a:lnTo>
                  <a:lnTo>
                    <a:pt x="533453" y="2899701"/>
                  </a:lnTo>
                  <a:lnTo>
                    <a:pt x="535663" y="2888718"/>
                  </a:lnTo>
                  <a:lnTo>
                    <a:pt x="536726" y="2877734"/>
                  </a:lnTo>
                  <a:lnTo>
                    <a:pt x="536695" y="2866750"/>
                  </a:lnTo>
                  <a:lnTo>
                    <a:pt x="535791" y="2855767"/>
                  </a:lnTo>
                  <a:lnTo>
                    <a:pt x="533982" y="2844783"/>
                  </a:lnTo>
                  <a:lnTo>
                    <a:pt x="530728" y="2833799"/>
                  </a:lnTo>
                  <a:lnTo>
                    <a:pt x="526584" y="2822815"/>
                  </a:lnTo>
                  <a:lnTo>
                    <a:pt x="521550" y="2811832"/>
                  </a:lnTo>
                  <a:lnTo>
                    <a:pt x="515348" y="2800848"/>
                  </a:lnTo>
                  <a:lnTo>
                    <a:pt x="508002" y="2789864"/>
                  </a:lnTo>
                  <a:lnTo>
                    <a:pt x="499810" y="2778881"/>
                  </a:lnTo>
                  <a:lnTo>
                    <a:pt x="490782" y="2767897"/>
                  </a:lnTo>
                  <a:lnTo>
                    <a:pt x="480458" y="2756913"/>
                  </a:lnTo>
                  <a:lnTo>
                    <a:pt x="469358" y="2745929"/>
                  </a:lnTo>
                  <a:lnTo>
                    <a:pt x="457522" y="2734946"/>
                  </a:lnTo>
                  <a:lnTo>
                    <a:pt x="444795" y="2723962"/>
                  </a:lnTo>
                  <a:lnTo>
                    <a:pt x="431183" y="2712978"/>
                  </a:lnTo>
                  <a:lnTo>
                    <a:pt x="416978" y="2701994"/>
                  </a:lnTo>
                  <a:lnTo>
                    <a:pt x="402204" y="2691011"/>
                  </a:lnTo>
                  <a:lnTo>
                    <a:pt x="386644" y="2680027"/>
                  </a:lnTo>
                  <a:lnTo>
                    <a:pt x="370626" y="2669043"/>
                  </a:lnTo>
                  <a:lnTo>
                    <a:pt x="354220" y="2658060"/>
                  </a:lnTo>
                  <a:lnTo>
                    <a:pt x="337401" y="2647076"/>
                  </a:lnTo>
                  <a:lnTo>
                    <a:pt x="320217" y="2636092"/>
                  </a:lnTo>
                  <a:lnTo>
                    <a:pt x="302850" y="2625108"/>
                  </a:lnTo>
                  <a:lnTo>
                    <a:pt x="285331" y="2614125"/>
                  </a:lnTo>
                  <a:lnTo>
                    <a:pt x="267700" y="2603141"/>
                  </a:lnTo>
                  <a:lnTo>
                    <a:pt x="250090" y="2592157"/>
                  </a:lnTo>
                  <a:lnTo>
                    <a:pt x="232543" y="2581174"/>
                  </a:lnTo>
                  <a:lnTo>
                    <a:pt x="215124" y="2570190"/>
                  </a:lnTo>
                  <a:lnTo>
                    <a:pt x="198005" y="2559206"/>
                  </a:lnTo>
                  <a:lnTo>
                    <a:pt x="181161" y="2548222"/>
                  </a:lnTo>
                  <a:lnTo>
                    <a:pt x="164625" y="2537239"/>
                  </a:lnTo>
                  <a:lnTo>
                    <a:pt x="148636" y="2526255"/>
                  </a:lnTo>
                  <a:lnTo>
                    <a:pt x="133195" y="2515271"/>
                  </a:lnTo>
                  <a:lnTo>
                    <a:pt x="118255" y="2504288"/>
                  </a:lnTo>
                  <a:lnTo>
                    <a:pt x="103909" y="2493304"/>
                  </a:lnTo>
                  <a:lnTo>
                    <a:pt x="90504" y="2482320"/>
                  </a:lnTo>
                  <a:lnTo>
                    <a:pt x="77768" y="2471336"/>
                  </a:lnTo>
                  <a:lnTo>
                    <a:pt x="65724" y="2460353"/>
                  </a:lnTo>
                  <a:lnTo>
                    <a:pt x="54714" y="2449369"/>
                  </a:lnTo>
                  <a:lnTo>
                    <a:pt x="44688" y="2438385"/>
                  </a:lnTo>
                  <a:lnTo>
                    <a:pt x="35480" y="2427401"/>
                  </a:lnTo>
                  <a:lnTo>
                    <a:pt x="27150" y="2416418"/>
                  </a:lnTo>
                  <a:lnTo>
                    <a:pt x="20216" y="2405434"/>
                  </a:lnTo>
                  <a:lnTo>
                    <a:pt x="14182" y="2394450"/>
                  </a:lnTo>
                  <a:lnTo>
                    <a:pt x="9057" y="2383467"/>
                  </a:lnTo>
                  <a:lnTo>
                    <a:pt x="5176" y="2372483"/>
                  </a:lnTo>
                  <a:lnTo>
                    <a:pt x="2512" y="2361499"/>
                  </a:lnTo>
                  <a:lnTo>
                    <a:pt x="786" y="2350515"/>
                  </a:lnTo>
                  <a:lnTo>
                    <a:pt x="0" y="2339532"/>
                  </a:lnTo>
                  <a:lnTo>
                    <a:pt x="750" y="2328548"/>
                  </a:lnTo>
                  <a:lnTo>
                    <a:pt x="2426" y="2317564"/>
                  </a:lnTo>
                  <a:lnTo>
                    <a:pt x="5017" y="2306581"/>
                  </a:lnTo>
                  <a:lnTo>
                    <a:pt x="8773" y="2295597"/>
                  </a:lnTo>
                  <a:lnTo>
                    <a:pt x="13712" y="2284613"/>
                  </a:lnTo>
                  <a:lnTo>
                    <a:pt x="19500" y="2273629"/>
                  </a:lnTo>
                  <a:lnTo>
                    <a:pt x="26124" y="2262646"/>
                  </a:lnTo>
                  <a:lnTo>
                    <a:pt x="34015" y="2251662"/>
                  </a:lnTo>
                  <a:lnTo>
                    <a:pt x="42700" y="2240678"/>
                  </a:lnTo>
                  <a:lnTo>
                    <a:pt x="52114" y="2229695"/>
                  </a:lnTo>
                  <a:lnTo>
                    <a:pt x="62392" y="2218711"/>
                  </a:lnTo>
                  <a:lnTo>
                    <a:pt x="73575" y="2207727"/>
                  </a:lnTo>
                  <a:lnTo>
                    <a:pt x="85354" y="2196743"/>
                  </a:lnTo>
                  <a:lnTo>
                    <a:pt x="97709" y="2185760"/>
                  </a:lnTo>
                  <a:lnTo>
                    <a:pt x="110863" y="2174776"/>
                  </a:lnTo>
                  <a:lnTo>
                    <a:pt x="124524" y="2163792"/>
                  </a:lnTo>
                  <a:lnTo>
                    <a:pt x="138611" y="2152809"/>
                  </a:lnTo>
                  <a:lnTo>
                    <a:pt x="153161" y="2141825"/>
                  </a:lnTo>
                  <a:lnTo>
                    <a:pt x="168190" y="2130841"/>
                  </a:lnTo>
                  <a:lnTo>
                    <a:pt x="183492" y="2119857"/>
                  </a:lnTo>
                  <a:lnTo>
                    <a:pt x="199045" y="2108874"/>
                  </a:lnTo>
                  <a:lnTo>
                    <a:pt x="214894" y="2097890"/>
                  </a:lnTo>
                  <a:lnTo>
                    <a:pt x="230905" y="2086906"/>
                  </a:lnTo>
                  <a:lnTo>
                    <a:pt x="247024" y="2075922"/>
                  </a:lnTo>
                  <a:lnTo>
                    <a:pt x="263236" y="2064939"/>
                  </a:lnTo>
                  <a:lnTo>
                    <a:pt x="279488" y="2053955"/>
                  </a:lnTo>
                  <a:lnTo>
                    <a:pt x="295723" y="2042971"/>
                  </a:lnTo>
                  <a:lnTo>
                    <a:pt x="311925" y="2031988"/>
                  </a:lnTo>
                  <a:lnTo>
                    <a:pt x="328028" y="2021004"/>
                  </a:lnTo>
                  <a:lnTo>
                    <a:pt x="343998" y="2010020"/>
                  </a:lnTo>
                  <a:lnTo>
                    <a:pt x="359838" y="1999036"/>
                  </a:lnTo>
                  <a:lnTo>
                    <a:pt x="375521" y="1988053"/>
                  </a:lnTo>
                  <a:lnTo>
                    <a:pt x="390929" y="1977069"/>
                  </a:lnTo>
                  <a:lnTo>
                    <a:pt x="406138" y="1966085"/>
                  </a:lnTo>
                  <a:lnTo>
                    <a:pt x="421142" y="1955102"/>
                  </a:lnTo>
                  <a:lnTo>
                    <a:pt x="435846" y="1944118"/>
                  </a:lnTo>
                  <a:lnTo>
                    <a:pt x="450251" y="1933134"/>
                  </a:lnTo>
                  <a:lnTo>
                    <a:pt x="464419" y="1922150"/>
                  </a:lnTo>
                  <a:lnTo>
                    <a:pt x="478340" y="1911167"/>
                  </a:lnTo>
                  <a:lnTo>
                    <a:pt x="491862" y="1900183"/>
                  </a:lnTo>
                  <a:lnTo>
                    <a:pt x="505141" y="1889199"/>
                  </a:lnTo>
                  <a:lnTo>
                    <a:pt x="518179" y="1878216"/>
                  </a:lnTo>
                  <a:lnTo>
                    <a:pt x="530904" y="1867232"/>
                  </a:lnTo>
                  <a:lnTo>
                    <a:pt x="543326" y="1856248"/>
                  </a:lnTo>
                  <a:lnTo>
                    <a:pt x="555530" y="1845264"/>
                  </a:lnTo>
                  <a:lnTo>
                    <a:pt x="567520" y="1834281"/>
                  </a:lnTo>
                  <a:lnTo>
                    <a:pt x="579192" y="1823297"/>
                  </a:lnTo>
                  <a:lnTo>
                    <a:pt x="590678" y="1812313"/>
                  </a:lnTo>
                  <a:lnTo>
                    <a:pt x="601994" y="1801329"/>
                  </a:lnTo>
                  <a:lnTo>
                    <a:pt x="613111" y="1790346"/>
                  </a:lnTo>
                  <a:lnTo>
                    <a:pt x="624040" y="1779362"/>
                  </a:lnTo>
                  <a:lnTo>
                    <a:pt x="634851" y="1768378"/>
                  </a:lnTo>
                  <a:lnTo>
                    <a:pt x="645553" y="1757395"/>
                  </a:lnTo>
                  <a:lnTo>
                    <a:pt x="656115" y="1746411"/>
                  </a:lnTo>
                  <a:lnTo>
                    <a:pt x="666607" y="1735427"/>
                  </a:lnTo>
                  <a:lnTo>
                    <a:pt x="677042" y="1724443"/>
                  </a:lnTo>
                  <a:lnTo>
                    <a:pt x="687426" y="1713460"/>
                  </a:lnTo>
                  <a:lnTo>
                    <a:pt x="697778" y="1702476"/>
                  </a:lnTo>
                  <a:lnTo>
                    <a:pt x="708124" y="1691492"/>
                  </a:lnTo>
                  <a:lnTo>
                    <a:pt x="718470" y="1680509"/>
                  </a:lnTo>
                  <a:lnTo>
                    <a:pt x="728839" y="1669525"/>
                  </a:lnTo>
                  <a:lnTo>
                    <a:pt x="739243" y="1658541"/>
                  </a:lnTo>
                  <a:lnTo>
                    <a:pt x="749684" y="1647557"/>
                  </a:lnTo>
                  <a:lnTo>
                    <a:pt x="760174" y="1636574"/>
                  </a:lnTo>
                  <a:lnTo>
                    <a:pt x="770744" y="1625590"/>
                  </a:lnTo>
                  <a:lnTo>
                    <a:pt x="781372" y="1614606"/>
                  </a:lnTo>
                  <a:lnTo>
                    <a:pt x="792061" y="1603623"/>
                  </a:lnTo>
                  <a:lnTo>
                    <a:pt x="802842" y="1592639"/>
                  </a:lnTo>
                  <a:lnTo>
                    <a:pt x="813700" y="1581655"/>
                  </a:lnTo>
                  <a:lnTo>
                    <a:pt x="824622" y="1570671"/>
                  </a:lnTo>
                  <a:lnTo>
                    <a:pt x="835613" y="1559688"/>
                  </a:lnTo>
                  <a:lnTo>
                    <a:pt x="846692" y="1548704"/>
                  </a:lnTo>
                  <a:lnTo>
                    <a:pt x="857822" y="1537720"/>
                  </a:lnTo>
                  <a:lnTo>
                    <a:pt x="868999" y="1526736"/>
                  </a:lnTo>
                  <a:lnTo>
                    <a:pt x="880231" y="1515753"/>
                  </a:lnTo>
                  <a:lnTo>
                    <a:pt x="891496" y="1504769"/>
                  </a:lnTo>
                  <a:lnTo>
                    <a:pt x="902778" y="1493785"/>
                  </a:lnTo>
                  <a:lnTo>
                    <a:pt x="914073" y="1482802"/>
                  </a:lnTo>
                  <a:lnTo>
                    <a:pt x="925361" y="1471818"/>
                  </a:lnTo>
                  <a:lnTo>
                    <a:pt x="936626" y="1460834"/>
                  </a:lnTo>
                  <a:lnTo>
                    <a:pt x="947864" y="1449850"/>
                  </a:lnTo>
                  <a:lnTo>
                    <a:pt x="959045" y="1438867"/>
                  </a:lnTo>
                  <a:lnTo>
                    <a:pt x="970146" y="1427883"/>
                  </a:lnTo>
                  <a:lnTo>
                    <a:pt x="981173" y="1416899"/>
                  </a:lnTo>
                  <a:lnTo>
                    <a:pt x="992117" y="1405916"/>
                  </a:lnTo>
                  <a:lnTo>
                    <a:pt x="1002894" y="1394932"/>
                  </a:lnTo>
                  <a:lnTo>
                    <a:pt x="1013548" y="1383948"/>
                  </a:lnTo>
                  <a:lnTo>
                    <a:pt x="1024072" y="1372964"/>
                  </a:lnTo>
                  <a:lnTo>
                    <a:pt x="1034414" y="1361981"/>
                  </a:lnTo>
                  <a:lnTo>
                    <a:pt x="1044536" y="1350997"/>
                  </a:lnTo>
                  <a:lnTo>
                    <a:pt x="1054486" y="1340013"/>
                  </a:lnTo>
                  <a:lnTo>
                    <a:pt x="1064256" y="1329030"/>
                  </a:lnTo>
                  <a:lnTo>
                    <a:pt x="1073718" y="1318046"/>
                  </a:lnTo>
                  <a:lnTo>
                    <a:pt x="1082956" y="1307062"/>
                  </a:lnTo>
                  <a:lnTo>
                    <a:pt x="1091980" y="1296078"/>
                  </a:lnTo>
                  <a:lnTo>
                    <a:pt x="1100729" y="1285095"/>
                  </a:lnTo>
                  <a:lnTo>
                    <a:pt x="1109147" y="1274111"/>
                  </a:lnTo>
                  <a:lnTo>
                    <a:pt x="1117323" y="1263127"/>
                  </a:lnTo>
                  <a:lnTo>
                    <a:pt x="1125255" y="1252144"/>
                  </a:lnTo>
                  <a:lnTo>
                    <a:pt x="1132805" y="1241160"/>
                  </a:lnTo>
                  <a:lnTo>
                    <a:pt x="1140068" y="1230176"/>
                  </a:lnTo>
                  <a:lnTo>
                    <a:pt x="1147074" y="1219192"/>
                  </a:lnTo>
                  <a:lnTo>
                    <a:pt x="1153775" y="1208209"/>
                  </a:lnTo>
                  <a:lnTo>
                    <a:pt x="1160094" y="1197225"/>
                  </a:lnTo>
                  <a:lnTo>
                    <a:pt x="1166153" y="1186241"/>
                  </a:lnTo>
                  <a:lnTo>
                    <a:pt x="1171955" y="1175257"/>
                  </a:lnTo>
                  <a:lnTo>
                    <a:pt x="1177379" y="1164274"/>
                  </a:lnTo>
                  <a:lnTo>
                    <a:pt x="1182508" y="1153290"/>
                  </a:lnTo>
                  <a:lnTo>
                    <a:pt x="1187389" y="1142306"/>
                  </a:lnTo>
                  <a:lnTo>
                    <a:pt x="1191995" y="1131323"/>
                  </a:lnTo>
                  <a:lnTo>
                    <a:pt x="1196241" y="1120339"/>
                  </a:lnTo>
                  <a:lnTo>
                    <a:pt x="1200258" y="1109355"/>
                  </a:lnTo>
                  <a:lnTo>
                    <a:pt x="1204050" y="1098371"/>
                  </a:lnTo>
                  <a:lnTo>
                    <a:pt x="1207535" y="1087388"/>
                  </a:lnTo>
                  <a:lnTo>
                    <a:pt x="1210769" y="1076404"/>
                  </a:lnTo>
                  <a:lnTo>
                    <a:pt x="1213805" y="1065420"/>
                  </a:lnTo>
                  <a:lnTo>
                    <a:pt x="1216637" y="1054437"/>
                  </a:lnTo>
                  <a:lnTo>
                    <a:pt x="1219186" y="1043453"/>
                  </a:lnTo>
                  <a:lnTo>
                    <a:pt x="1221570" y="1032469"/>
                  </a:lnTo>
                  <a:lnTo>
                    <a:pt x="1223794" y="1021485"/>
                  </a:lnTo>
                  <a:lnTo>
                    <a:pt x="1225812" y="1010502"/>
                  </a:lnTo>
                  <a:lnTo>
                    <a:pt x="1227657" y="999518"/>
                  </a:lnTo>
                  <a:lnTo>
                    <a:pt x="1229375" y="988534"/>
                  </a:lnTo>
                  <a:lnTo>
                    <a:pt x="1230971" y="977551"/>
                  </a:lnTo>
                  <a:lnTo>
                    <a:pt x="1232391" y="966567"/>
                  </a:lnTo>
                  <a:lnTo>
                    <a:pt x="1233719" y="955583"/>
                  </a:lnTo>
                  <a:lnTo>
                    <a:pt x="1234959" y="944599"/>
                  </a:lnTo>
                  <a:lnTo>
                    <a:pt x="1236095" y="933616"/>
                  </a:lnTo>
                  <a:lnTo>
                    <a:pt x="1237142" y="922632"/>
                  </a:lnTo>
                  <a:lnTo>
                    <a:pt x="1238132" y="911648"/>
                  </a:lnTo>
                  <a:lnTo>
                    <a:pt x="1239069" y="900664"/>
                  </a:lnTo>
                  <a:lnTo>
                    <a:pt x="1239937" y="889681"/>
                  </a:lnTo>
                  <a:lnTo>
                    <a:pt x="1240773" y="878697"/>
                  </a:lnTo>
                  <a:lnTo>
                    <a:pt x="1241580" y="867713"/>
                  </a:lnTo>
                  <a:lnTo>
                    <a:pt x="1242360" y="856730"/>
                  </a:lnTo>
                  <a:lnTo>
                    <a:pt x="1243122" y="845746"/>
                  </a:lnTo>
                  <a:lnTo>
                    <a:pt x="1243877" y="834762"/>
                  </a:lnTo>
                  <a:lnTo>
                    <a:pt x="1244627" y="823778"/>
                  </a:lnTo>
                  <a:lnTo>
                    <a:pt x="1245379" y="812795"/>
                  </a:lnTo>
                  <a:lnTo>
                    <a:pt x="1246139" y="801811"/>
                  </a:lnTo>
                  <a:lnTo>
                    <a:pt x="1246908" y="790827"/>
                  </a:lnTo>
                  <a:lnTo>
                    <a:pt x="1247692" y="779844"/>
                  </a:lnTo>
                  <a:lnTo>
                    <a:pt x="1248498" y="768860"/>
                  </a:lnTo>
                  <a:lnTo>
                    <a:pt x="1249321" y="757876"/>
                  </a:lnTo>
                  <a:lnTo>
                    <a:pt x="1250164" y="746892"/>
                  </a:lnTo>
                  <a:lnTo>
                    <a:pt x="1251036" y="735909"/>
                  </a:lnTo>
                  <a:lnTo>
                    <a:pt x="1251933" y="724925"/>
                  </a:lnTo>
                  <a:lnTo>
                    <a:pt x="1252851" y="713941"/>
                  </a:lnTo>
                  <a:lnTo>
                    <a:pt x="1253794" y="702958"/>
                  </a:lnTo>
                  <a:lnTo>
                    <a:pt x="1254768" y="691974"/>
                  </a:lnTo>
                  <a:lnTo>
                    <a:pt x="1255762" y="680990"/>
                  </a:lnTo>
                  <a:lnTo>
                    <a:pt x="1256776" y="670006"/>
                  </a:lnTo>
                  <a:lnTo>
                    <a:pt x="1257815" y="659023"/>
                  </a:lnTo>
                  <a:lnTo>
                    <a:pt x="1258875" y="648039"/>
                  </a:lnTo>
                  <a:lnTo>
                    <a:pt x="1259948" y="637055"/>
                  </a:lnTo>
                  <a:lnTo>
                    <a:pt x="1261037" y="626072"/>
                  </a:lnTo>
                  <a:lnTo>
                    <a:pt x="1262142" y="615088"/>
                  </a:lnTo>
                  <a:lnTo>
                    <a:pt x="1263255" y="604104"/>
                  </a:lnTo>
                  <a:lnTo>
                    <a:pt x="1264375" y="593120"/>
                  </a:lnTo>
                  <a:lnTo>
                    <a:pt x="1265501" y="582137"/>
                  </a:lnTo>
                  <a:lnTo>
                    <a:pt x="1266629" y="571153"/>
                  </a:lnTo>
                  <a:lnTo>
                    <a:pt x="1267756" y="560169"/>
                  </a:lnTo>
                  <a:lnTo>
                    <a:pt x="1268880" y="549185"/>
                  </a:lnTo>
                  <a:lnTo>
                    <a:pt x="1269996" y="538202"/>
                  </a:lnTo>
                  <a:lnTo>
                    <a:pt x="1271104" y="527218"/>
                  </a:lnTo>
                  <a:lnTo>
                    <a:pt x="1272202" y="516234"/>
                  </a:lnTo>
                  <a:lnTo>
                    <a:pt x="1273285" y="505251"/>
                  </a:lnTo>
                  <a:lnTo>
                    <a:pt x="1274350" y="494267"/>
                  </a:lnTo>
                  <a:lnTo>
                    <a:pt x="1275398" y="483283"/>
                  </a:lnTo>
                  <a:lnTo>
                    <a:pt x="1276430" y="472299"/>
                  </a:lnTo>
                  <a:lnTo>
                    <a:pt x="1277431" y="461316"/>
                  </a:lnTo>
                  <a:lnTo>
                    <a:pt x="1278410" y="450332"/>
                  </a:lnTo>
                  <a:lnTo>
                    <a:pt x="1279368" y="439348"/>
                  </a:lnTo>
                  <a:lnTo>
                    <a:pt x="1280297" y="428365"/>
                  </a:lnTo>
                  <a:lnTo>
                    <a:pt x="1281192" y="417381"/>
                  </a:lnTo>
                  <a:lnTo>
                    <a:pt x="1282063" y="406397"/>
                  </a:lnTo>
                  <a:lnTo>
                    <a:pt x="1282908" y="395413"/>
                  </a:lnTo>
                  <a:lnTo>
                    <a:pt x="1283712" y="384430"/>
                  </a:lnTo>
                  <a:lnTo>
                    <a:pt x="1284488" y="373446"/>
                  </a:lnTo>
                  <a:lnTo>
                    <a:pt x="1285236" y="362462"/>
                  </a:lnTo>
                  <a:lnTo>
                    <a:pt x="1285952" y="351479"/>
                  </a:lnTo>
                  <a:lnTo>
                    <a:pt x="1286628" y="340495"/>
                  </a:lnTo>
                  <a:lnTo>
                    <a:pt x="1287278" y="329511"/>
                  </a:lnTo>
                  <a:lnTo>
                    <a:pt x="1287901" y="318527"/>
                  </a:lnTo>
                  <a:lnTo>
                    <a:pt x="1288484" y="307544"/>
                  </a:lnTo>
                  <a:lnTo>
                    <a:pt x="1289038" y="296560"/>
                  </a:lnTo>
                  <a:lnTo>
                    <a:pt x="1289566" y="285576"/>
                  </a:lnTo>
                  <a:lnTo>
                    <a:pt x="1290064" y="274592"/>
                  </a:lnTo>
                  <a:lnTo>
                    <a:pt x="1290527" y="263609"/>
                  </a:lnTo>
                  <a:lnTo>
                    <a:pt x="1290966" y="252625"/>
                  </a:lnTo>
                  <a:lnTo>
                    <a:pt x="1291382" y="241641"/>
                  </a:lnTo>
                  <a:lnTo>
                    <a:pt x="1291766" y="230658"/>
                  </a:lnTo>
                  <a:lnTo>
                    <a:pt x="1292124" y="219674"/>
                  </a:lnTo>
                  <a:lnTo>
                    <a:pt x="1292462" y="208690"/>
                  </a:lnTo>
                  <a:lnTo>
                    <a:pt x="1292778" y="197706"/>
                  </a:lnTo>
                  <a:lnTo>
                    <a:pt x="1293065" y="186723"/>
                  </a:lnTo>
                  <a:lnTo>
                    <a:pt x="1293335" y="175739"/>
                  </a:lnTo>
                  <a:lnTo>
                    <a:pt x="1293588" y="164755"/>
                  </a:lnTo>
                  <a:lnTo>
                    <a:pt x="1293818" y="153772"/>
                  </a:lnTo>
                  <a:lnTo>
                    <a:pt x="1294029" y="142788"/>
                  </a:lnTo>
                  <a:lnTo>
                    <a:pt x="1294226" y="131804"/>
                  </a:lnTo>
                  <a:lnTo>
                    <a:pt x="1294409" y="120820"/>
                  </a:lnTo>
                  <a:lnTo>
                    <a:pt x="1294572" y="109837"/>
                  </a:lnTo>
                  <a:lnTo>
                    <a:pt x="1294723" y="98853"/>
                  </a:lnTo>
                  <a:lnTo>
                    <a:pt x="1294863" y="87869"/>
                  </a:lnTo>
                  <a:lnTo>
                    <a:pt x="1294989" y="76886"/>
                  </a:lnTo>
                  <a:lnTo>
                    <a:pt x="1295103" y="65902"/>
                  </a:lnTo>
                  <a:lnTo>
                    <a:pt x="1295208" y="54918"/>
                  </a:lnTo>
                  <a:lnTo>
                    <a:pt x="1295305" y="43934"/>
                  </a:lnTo>
                  <a:lnTo>
                    <a:pt x="1295389" y="32951"/>
                  </a:lnTo>
                  <a:lnTo>
                    <a:pt x="1295467" y="21967"/>
                  </a:lnTo>
                  <a:lnTo>
                    <a:pt x="1295538" y="10983"/>
                  </a:lnTo>
                  <a:lnTo>
                    <a:pt x="1295602" y="0"/>
                  </a:lnTo>
                  <a:lnTo>
                    <a:pt x="1296610" y="0"/>
                  </a:lnTo>
                  <a:lnTo>
                    <a:pt x="1296673" y="10983"/>
                  </a:lnTo>
                  <a:lnTo>
                    <a:pt x="1296745" y="21967"/>
                  </a:lnTo>
                  <a:lnTo>
                    <a:pt x="1296822" y="32951"/>
                  </a:lnTo>
                  <a:lnTo>
                    <a:pt x="1296906" y="43934"/>
                  </a:lnTo>
                  <a:lnTo>
                    <a:pt x="1297003" y="54918"/>
                  </a:lnTo>
                  <a:lnTo>
                    <a:pt x="1297108" y="65902"/>
                  </a:lnTo>
                  <a:lnTo>
                    <a:pt x="1297222" y="76886"/>
                  </a:lnTo>
                  <a:lnTo>
                    <a:pt x="1297348" y="87869"/>
                  </a:lnTo>
                  <a:lnTo>
                    <a:pt x="1297488" y="98853"/>
                  </a:lnTo>
                  <a:lnTo>
                    <a:pt x="1297640" y="109837"/>
                  </a:lnTo>
                  <a:lnTo>
                    <a:pt x="1297803" y="120820"/>
                  </a:lnTo>
                  <a:lnTo>
                    <a:pt x="1297985" y="131804"/>
                  </a:lnTo>
                  <a:lnTo>
                    <a:pt x="1298182" y="142788"/>
                  </a:lnTo>
                  <a:lnTo>
                    <a:pt x="1298394" y="153772"/>
                  </a:lnTo>
                  <a:lnTo>
                    <a:pt x="1298624" y="164755"/>
                  </a:lnTo>
                  <a:lnTo>
                    <a:pt x="1298877" y="175739"/>
                  </a:lnTo>
                  <a:lnTo>
                    <a:pt x="1299146" y="186723"/>
                  </a:lnTo>
                  <a:lnTo>
                    <a:pt x="1299434" y="197706"/>
                  </a:lnTo>
                  <a:lnTo>
                    <a:pt x="1299750" y="208690"/>
                  </a:lnTo>
                  <a:lnTo>
                    <a:pt x="1300088" y="219674"/>
                  </a:lnTo>
                  <a:lnTo>
                    <a:pt x="1300446" y="230658"/>
                  </a:lnTo>
                  <a:lnTo>
                    <a:pt x="1300829" y="241641"/>
                  </a:lnTo>
                  <a:lnTo>
                    <a:pt x="1301245" y="252625"/>
                  </a:lnTo>
                  <a:lnTo>
                    <a:pt x="1301685" y="263609"/>
                  </a:lnTo>
                  <a:lnTo>
                    <a:pt x="1302147" y="274592"/>
                  </a:lnTo>
                  <a:lnTo>
                    <a:pt x="1302646" y="285576"/>
                  </a:lnTo>
                  <a:lnTo>
                    <a:pt x="1303174" y="296560"/>
                  </a:lnTo>
                  <a:lnTo>
                    <a:pt x="1303727" y="307544"/>
                  </a:lnTo>
                  <a:lnTo>
                    <a:pt x="1304310" y="318527"/>
                  </a:lnTo>
                  <a:lnTo>
                    <a:pt x="1304933" y="329511"/>
                  </a:lnTo>
                  <a:lnTo>
                    <a:pt x="1305583" y="340495"/>
                  </a:lnTo>
                  <a:lnTo>
                    <a:pt x="1306260" y="351479"/>
                  </a:lnTo>
                  <a:lnTo>
                    <a:pt x="1306975" y="362462"/>
                  </a:lnTo>
                  <a:lnTo>
                    <a:pt x="1307724" y="373446"/>
                  </a:lnTo>
                  <a:lnTo>
                    <a:pt x="1308499" y="384430"/>
                  </a:lnTo>
                  <a:lnTo>
                    <a:pt x="1309303" y="395413"/>
                  </a:lnTo>
                  <a:lnTo>
                    <a:pt x="1310149" y="406397"/>
                  </a:lnTo>
                  <a:lnTo>
                    <a:pt x="1311019" y="417381"/>
                  </a:lnTo>
                  <a:lnTo>
                    <a:pt x="1311915" y="428365"/>
                  </a:lnTo>
                  <a:lnTo>
                    <a:pt x="1312843" y="439348"/>
                  </a:lnTo>
                  <a:lnTo>
                    <a:pt x="1313801" y="450332"/>
                  </a:lnTo>
                  <a:lnTo>
                    <a:pt x="1314781" y="461316"/>
                  </a:lnTo>
                  <a:lnTo>
                    <a:pt x="1315781" y="472299"/>
                  </a:lnTo>
                  <a:lnTo>
                    <a:pt x="1316813" y="483283"/>
                  </a:lnTo>
                  <a:lnTo>
                    <a:pt x="1317862" y="494267"/>
                  </a:lnTo>
                  <a:lnTo>
                    <a:pt x="1318926" y="505251"/>
                  </a:lnTo>
                  <a:lnTo>
                    <a:pt x="1320009" y="516234"/>
                  </a:lnTo>
                  <a:lnTo>
                    <a:pt x="1321108" y="527218"/>
                  </a:lnTo>
                  <a:lnTo>
                    <a:pt x="1322215" y="538202"/>
                  </a:lnTo>
                  <a:lnTo>
                    <a:pt x="1323331" y="549185"/>
                  </a:lnTo>
                  <a:lnTo>
                    <a:pt x="1324456" y="560169"/>
                  </a:lnTo>
                  <a:lnTo>
                    <a:pt x="1325583" y="571153"/>
                  </a:lnTo>
                  <a:lnTo>
                    <a:pt x="1326710" y="582137"/>
                  </a:lnTo>
                  <a:lnTo>
                    <a:pt x="1327836" y="593120"/>
                  </a:lnTo>
                  <a:lnTo>
                    <a:pt x="1328956" y="604104"/>
                  </a:lnTo>
                  <a:lnTo>
                    <a:pt x="1330070" y="615088"/>
                  </a:lnTo>
                  <a:lnTo>
                    <a:pt x="1331175" y="626072"/>
                  </a:lnTo>
                  <a:lnTo>
                    <a:pt x="1332263" y="637055"/>
                  </a:lnTo>
                  <a:lnTo>
                    <a:pt x="1333337" y="648039"/>
                  </a:lnTo>
                  <a:lnTo>
                    <a:pt x="1334396" y="659023"/>
                  </a:lnTo>
                  <a:lnTo>
                    <a:pt x="1335436" y="670006"/>
                  </a:lnTo>
                  <a:lnTo>
                    <a:pt x="1336450" y="680990"/>
                  </a:lnTo>
                  <a:lnTo>
                    <a:pt x="1337444" y="691974"/>
                  </a:lnTo>
                  <a:lnTo>
                    <a:pt x="1338418" y="702958"/>
                  </a:lnTo>
                  <a:lnTo>
                    <a:pt x="1339361" y="713941"/>
                  </a:lnTo>
                  <a:lnTo>
                    <a:pt x="1340279" y="724925"/>
                  </a:lnTo>
                  <a:lnTo>
                    <a:pt x="1341176" y="735909"/>
                  </a:lnTo>
                  <a:lnTo>
                    <a:pt x="1342048" y="746892"/>
                  </a:lnTo>
                  <a:lnTo>
                    <a:pt x="1342890" y="757876"/>
                  </a:lnTo>
                  <a:lnTo>
                    <a:pt x="1343714" y="768860"/>
                  </a:lnTo>
                  <a:lnTo>
                    <a:pt x="1344520" y="779844"/>
                  </a:lnTo>
                  <a:lnTo>
                    <a:pt x="1345303" y="790827"/>
                  </a:lnTo>
                  <a:lnTo>
                    <a:pt x="1346072" y="801811"/>
                  </a:lnTo>
                  <a:lnTo>
                    <a:pt x="1346832" y="812795"/>
                  </a:lnTo>
                  <a:lnTo>
                    <a:pt x="1347585" y="823778"/>
                  </a:lnTo>
                  <a:lnTo>
                    <a:pt x="1348335" y="834762"/>
                  </a:lnTo>
                  <a:lnTo>
                    <a:pt x="1349089" y="845746"/>
                  </a:lnTo>
                  <a:lnTo>
                    <a:pt x="1349851" y="856730"/>
                  </a:lnTo>
                  <a:lnTo>
                    <a:pt x="1350631" y="867713"/>
                  </a:lnTo>
                  <a:lnTo>
                    <a:pt x="1351439" y="878697"/>
                  </a:lnTo>
                  <a:lnTo>
                    <a:pt x="1352275" y="889681"/>
                  </a:lnTo>
                  <a:lnTo>
                    <a:pt x="1353143" y="900664"/>
                  </a:lnTo>
                  <a:lnTo>
                    <a:pt x="1354079" y="911648"/>
                  </a:lnTo>
                  <a:lnTo>
                    <a:pt x="1355069" y="922632"/>
                  </a:lnTo>
                  <a:lnTo>
                    <a:pt x="1356117" y="933616"/>
                  </a:lnTo>
                  <a:lnTo>
                    <a:pt x="1357253" y="944599"/>
                  </a:lnTo>
                  <a:lnTo>
                    <a:pt x="1358492" y="955583"/>
                  </a:lnTo>
                  <a:lnTo>
                    <a:pt x="1359820" y="966567"/>
                  </a:lnTo>
                  <a:lnTo>
                    <a:pt x="1361241" y="977551"/>
                  </a:lnTo>
                  <a:lnTo>
                    <a:pt x="1362837" y="988534"/>
                  </a:lnTo>
                  <a:lnTo>
                    <a:pt x="1364555" y="999518"/>
                  </a:lnTo>
                  <a:lnTo>
                    <a:pt x="1366399" y="1010502"/>
                  </a:lnTo>
                  <a:lnTo>
                    <a:pt x="1368418" y="1021485"/>
                  </a:lnTo>
                  <a:lnTo>
                    <a:pt x="1370642" y="1032469"/>
                  </a:lnTo>
                  <a:lnTo>
                    <a:pt x="1373026" y="1043453"/>
                  </a:lnTo>
                  <a:lnTo>
                    <a:pt x="1375575" y="1054437"/>
                  </a:lnTo>
                  <a:lnTo>
                    <a:pt x="1378407" y="1065420"/>
                  </a:lnTo>
                  <a:lnTo>
                    <a:pt x="1381443" y="1076404"/>
                  </a:lnTo>
                  <a:lnTo>
                    <a:pt x="1384677" y="1087388"/>
                  </a:lnTo>
                  <a:lnTo>
                    <a:pt x="1388162" y="1098371"/>
                  </a:lnTo>
                  <a:lnTo>
                    <a:pt x="1391954" y="1109355"/>
                  </a:lnTo>
                  <a:lnTo>
                    <a:pt x="1395971" y="1120339"/>
                  </a:lnTo>
                  <a:lnTo>
                    <a:pt x="1400216" y="1131323"/>
                  </a:lnTo>
                  <a:lnTo>
                    <a:pt x="1404823" y="1142306"/>
                  </a:lnTo>
                  <a:lnTo>
                    <a:pt x="1409704" y="1153290"/>
                  </a:lnTo>
                  <a:lnTo>
                    <a:pt x="1414833" y="1164274"/>
                  </a:lnTo>
                  <a:lnTo>
                    <a:pt x="1420257" y="1175257"/>
                  </a:lnTo>
                  <a:lnTo>
                    <a:pt x="1426058" y="1186241"/>
                  </a:lnTo>
                  <a:lnTo>
                    <a:pt x="1432118" y="1197225"/>
                  </a:lnTo>
                  <a:lnTo>
                    <a:pt x="1438437" y="1208209"/>
                  </a:lnTo>
                  <a:lnTo>
                    <a:pt x="1445138" y="1219192"/>
                  </a:lnTo>
                  <a:lnTo>
                    <a:pt x="1452144" y="1230176"/>
                  </a:lnTo>
                  <a:lnTo>
                    <a:pt x="1459407" y="1241160"/>
                  </a:lnTo>
                  <a:lnTo>
                    <a:pt x="1466956" y="1252144"/>
                  </a:lnTo>
                  <a:lnTo>
                    <a:pt x="1474888" y="1263127"/>
                  </a:lnTo>
                  <a:lnTo>
                    <a:pt x="1483065" y="1274111"/>
                  </a:lnTo>
                  <a:lnTo>
                    <a:pt x="1491483" y="1285095"/>
                  </a:lnTo>
                  <a:lnTo>
                    <a:pt x="1500232" y="1296078"/>
                  </a:lnTo>
                  <a:lnTo>
                    <a:pt x="1509255" y="1307062"/>
                  </a:lnTo>
                  <a:lnTo>
                    <a:pt x="1518494" y="1318046"/>
                  </a:lnTo>
                  <a:lnTo>
                    <a:pt x="1527956" y="1329030"/>
                  </a:lnTo>
                  <a:lnTo>
                    <a:pt x="1537726" y="1340013"/>
                  </a:lnTo>
                  <a:lnTo>
                    <a:pt x="1547675" y="1350997"/>
                  </a:lnTo>
                  <a:lnTo>
                    <a:pt x="1557798" y="1361981"/>
                  </a:lnTo>
                  <a:lnTo>
                    <a:pt x="1568140" y="1372964"/>
                  </a:lnTo>
                  <a:lnTo>
                    <a:pt x="1578664" y="1383948"/>
                  </a:lnTo>
                  <a:lnTo>
                    <a:pt x="1589317" y="1394932"/>
                  </a:lnTo>
                  <a:lnTo>
                    <a:pt x="1600095" y="1405916"/>
                  </a:lnTo>
                  <a:lnTo>
                    <a:pt x="1611039" y="1416899"/>
                  </a:lnTo>
                  <a:lnTo>
                    <a:pt x="1622065" y="1427883"/>
                  </a:lnTo>
                  <a:lnTo>
                    <a:pt x="1633166" y="1438867"/>
                  </a:lnTo>
                  <a:lnTo>
                    <a:pt x="1644348" y="1449850"/>
                  </a:lnTo>
                  <a:lnTo>
                    <a:pt x="1655585" y="1460834"/>
                  </a:lnTo>
                  <a:lnTo>
                    <a:pt x="1666851" y="1471818"/>
                  </a:lnTo>
                  <a:lnTo>
                    <a:pt x="1678138" y="1482802"/>
                  </a:lnTo>
                  <a:lnTo>
                    <a:pt x="1689433" y="1493785"/>
                  </a:lnTo>
                  <a:lnTo>
                    <a:pt x="1700716" y="1504769"/>
                  </a:lnTo>
                  <a:lnTo>
                    <a:pt x="1711981" y="1515753"/>
                  </a:lnTo>
                  <a:lnTo>
                    <a:pt x="1723212" y="1526736"/>
                  </a:lnTo>
                  <a:lnTo>
                    <a:pt x="1734389" y="1537720"/>
                  </a:lnTo>
                  <a:lnTo>
                    <a:pt x="1745519" y="1548704"/>
                  </a:lnTo>
                  <a:lnTo>
                    <a:pt x="1756599" y="1559688"/>
                  </a:lnTo>
                  <a:lnTo>
                    <a:pt x="1767589" y="1570671"/>
                  </a:lnTo>
                  <a:lnTo>
                    <a:pt x="1778511" y="1581655"/>
                  </a:lnTo>
                  <a:lnTo>
                    <a:pt x="1789370" y="1592639"/>
                  </a:lnTo>
                  <a:lnTo>
                    <a:pt x="1800151" y="1603623"/>
                  </a:lnTo>
                  <a:lnTo>
                    <a:pt x="1810840" y="1614606"/>
                  </a:lnTo>
                  <a:lnTo>
                    <a:pt x="1821468" y="1625590"/>
                  </a:lnTo>
                  <a:lnTo>
                    <a:pt x="1832038" y="1636574"/>
                  </a:lnTo>
                  <a:lnTo>
                    <a:pt x="1842528" y="1647557"/>
                  </a:lnTo>
                  <a:lnTo>
                    <a:pt x="1852968" y="1658541"/>
                  </a:lnTo>
                  <a:lnTo>
                    <a:pt x="1863372" y="1669525"/>
                  </a:lnTo>
                  <a:lnTo>
                    <a:pt x="1873741" y="1680509"/>
                  </a:lnTo>
                  <a:lnTo>
                    <a:pt x="1884087" y="1691492"/>
                  </a:lnTo>
                  <a:lnTo>
                    <a:pt x="1894433" y="1702476"/>
                  </a:lnTo>
                  <a:lnTo>
                    <a:pt x="1904785" y="1713460"/>
                  </a:lnTo>
                  <a:lnTo>
                    <a:pt x="1915169" y="1724443"/>
                  </a:lnTo>
                  <a:lnTo>
                    <a:pt x="1925605" y="1735427"/>
                  </a:lnTo>
                  <a:lnTo>
                    <a:pt x="1936096" y="1746411"/>
                  </a:lnTo>
                  <a:lnTo>
                    <a:pt x="1946659" y="1757395"/>
                  </a:lnTo>
                  <a:lnTo>
                    <a:pt x="1957360" y="1768378"/>
                  </a:lnTo>
                  <a:lnTo>
                    <a:pt x="1968171" y="1779362"/>
                  </a:lnTo>
                  <a:lnTo>
                    <a:pt x="1979101" y="1790346"/>
                  </a:lnTo>
                  <a:lnTo>
                    <a:pt x="1990218" y="1801329"/>
                  </a:lnTo>
                  <a:lnTo>
                    <a:pt x="2001534" y="1812313"/>
                  </a:lnTo>
                  <a:lnTo>
                    <a:pt x="2013020" y="1823297"/>
                  </a:lnTo>
                  <a:lnTo>
                    <a:pt x="2024691" y="1834281"/>
                  </a:lnTo>
                  <a:lnTo>
                    <a:pt x="2036682" y="1845264"/>
                  </a:lnTo>
                  <a:lnTo>
                    <a:pt x="2048885" y="1856248"/>
                  </a:lnTo>
                  <a:lnTo>
                    <a:pt x="2061307" y="1867232"/>
                  </a:lnTo>
                  <a:lnTo>
                    <a:pt x="2074032" y="1878216"/>
                  </a:lnTo>
                  <a:lnTo>
                    <a:pt x="2087070" y="1889199"/>
                  </a:lnTo>
                  <a:lnTo>
                    <a:pt x="2100349" y="1900183"/>
                  </a:lnTo>
                  <a:lnTo>
                    <a:pt x="2113872" y="1911167"/>
                  </a:lnTo>
                  <a:lnTo>
                    <a:pt x="2127793" y="1922150"/>
                  </a:lnTo>
                  <a:lnTo>
                    <a:pt x="2141960" y="1933134"/>
                  </a:lnTo>
                  <a:lnTo>
                    <a:pt x="2156366" y="1944118"/>
                  </a:lnTo>
                  <a:lnTo>
                    <a:pt x="2171069" y="1955102"/>
                  </a:lnTo>
                  <a:lnTo>
                    <a:pt x="2186073" y="1966085"/>
                  </a:lnTo>
                  <a:lnTo>
                    <a:pt x="2201283" y="1977069"/>
                  </a:lnTo>
                  <a:lnTo>
                    <a:pt x="2216690" y="1988053"/>
                  </a:lnTo>
                  <a:lnTo>
                    <a:pt x="2232374" y="1999036"/>
                  </a:lnTo>
                  <a:lnTo>
                    <a:pt x="2248214" y="2010020"/>
                  </a:lnTo>
                  <a:lnTo>
                    <a:pt x="2264183" y="2021004"/>
                  </a:lnTo>
                  <a:lnTo>
                    <a:pt x="2280287" y="2031988"/>
                  </a:lnTo>
                  <a:lnTo>
                    <a:pt x="2296489" y="2042971"/>
                  </a:lnTo>
                  <a:lnTo>
                    <a:pt x="2312724" y="2053955"/>
                  </a:lnTo>
                  <a:lnTo>
                    <a:pt x="2328976" y="2064939"/>
                  </a:lnTo>
                  <a:lnTo>
                    <a:pt x="2345187" y="2075922"/>
                  </a:lnTo>
                  <a:lnTo>
                    <a:pt x="2361307" y="2086906"/>
                  </a:lnTo>
                  <a:lnTo>
                    <a:pt x="2377317" y="2097890"/>
                  </a:lnTo>
                  <a:lnTo>
                    <a:pt x="2393166" y="2108874"/>
                  </a:lnTo>
                  <a:lnTo>
                    <a:pt x="2408720" y="2119857"/>
                  </a:lnTo>
                  <a:lnTo>
                    <a:pt x="2424022" y="2130841"/>
                  </a:lnTo>
                  <a:lnTo>
                    <a:pt x="2439050" y="2141825"/>
                  </a:lnTo>
                  <a:lnTo>
                    <a:pt x="2453601" y="2152809"/>
                  </a:lnTo>
                  <a:lnTo>
                    <a:pt x="2467688" y="2163792"/>
                  </a:lnTo>
                  <a:lnTo>
                    <a:pt x="2481349" y="2174776"/>
                  </a:lnTo>
                  <a:lnTo>
                    <a:pt x="2494502" y="2185760"/>
                  </a:lnTo>
                  <a:lnTo>
                    <a:pt x="2506857" y="2196743"/>
                  </a:lnTo>
                  <a:lnTo>
                    <a:pt x="2518637" y="2207727"/>
                  </a:lnTo>
                  <a:lnTo>
                    <a:pt x="2529820" y="2218711"/>
                  </a:lnTo>
                  <a:lnTo>
                    <a:pt x="2540098" y="2229695"/>
                  </a:lnTo>
                  <a:lnTo>
                    <a:pt x="2549512" y="2240678"/>
                  </a:lnTo>
                  <a:lnTo>
                    <a:pt x="2558196" y="2251662"/>
                  </a:lnTo>
                  <a:lnTo>
                    <a:pt x="2566088" y="2262646"/>
                  </a:lnTo>
                  <a:lnTo>
                    <a:pt x="2572711" y="2273629"/>
                  </a:lnTo>
                  <a:lnTo>
                    <a:pt x="2578499" y="2284613"/>
                  </a:lnTo>
                  <a:lnTo>
                    <a:pt x="2583439" y="2295597"/>
                  </a:lnTo>
                  <a:lnTo>
                    <a:pt x="2587195" y="2306581"/>
                  </a:lnTo>
                  <a:lnTo>
                    <a:pt x="2589785" y="2317564"/>
                  </a:lnTo>
                  <a:lnTo>
                    <a:pt x="2591461" y="2328548"/>
                  </a:lnTo>
                  <a:lnTo>
                    <a:pt x="2592212" y="2339532"/>
                  </a:lnTo>
                  <a:lnTo>
                    <a:pt x="2591425" y="2350515"/>
                  </a:lnTo>
                  <a:lnTo>
                    <a:pt x="2589700" y="2361499"/>
                  </a:lnTo>
                  <a:lnTo>
                    <a:pt x="2587036" y="2372483"/>
                  </a:lnTo>
                  <a:lnTo>
                    <a:pt x="2583155" y="2383467"/>
                  </a:lnTo>
                  <a:lnTo>
                    <a:pt x="2578030" y="2394450"/>
                  </a:lnTo>
                  <a:lnTo>
                    <a:pt x="2571996" y="2405434"/>
                  </a:lnTo>
                  <a:lnTo>
                    <a:pt x="2565061" y="2416418"/>
                  </a:lnTo>
                  <a:lnTo>
                    <a:pt x="2556731" y="2427401"/>
                  </a:lnTo>
                  <a:lnTo>
                    <a:pt x="2547523" y="2438385"/>
                  </a:lnTo>
                  <a:lnTo>
                    <a:pt x="2537498" y="2449369"/>
                  </a:lnTo>
                  <a:lnTo>
                    <a:pt x="2526487" y="2460353"/>
                  </a:lnTo>
                  <a:lnTo>
                    <a:pt x="2514444" y="2471336"/>
                  </a:lnTo>
                  <a:lnTo>
                    <a:pt x="2501708" y="2482320"/>
                  </a:lnTo>
                  <a:lnTo>
                    <a:pt x="2488303" y="2493304"/>
                  </a:lnTo>
                  <a:lnTo>
                    <a:pt x="2473957" y="2504288"/>
                  </a:lnTo>
                  <a:lnTo>
                    <a:pt x="2459017" y="2515271"/>
                  </a:lnTo>
                  <a:lnTo>
                    <a:pt x="2443575" y="2526255"/>
                  </a:lnTo>
                  <a:lnTo>
                    <a:pt x="2427587" y="2537239"/>
                  </a:lnTo>
                  <a:lnTo>
                    <a:pt x="2411050" y="2548222"/>
                  </a:lnTo>
                  <a:lnTo>
                    <a:pt x="2394207" y="2559206"/>
                  </a:lnTo>
                  <a:lnTo>
                    <a:pt x="2377087" y="2570190"/>
                  </a:lnTo>
                  <a:lnTo>
                    <a:pt x="2359668" y="2581174"/>
                  </a:lnTo>
                  <a:lnTo>
                    <a:pt x="2342122" y="2592157"/>
                  </a:lnTo>
                  <a:lnTo>
                    <a:pt x="2324512" y="2603141"/>
                  </a:lnTo>
                  <a:lnTo>
                    <a:pt x="2306881" y="2614125"/>
                  </a:lnTo>
                  <a:lnTo>
                    <a:pt x="2289361" y="2625108"/>
                  </a:lnTo>
                  <a:lnTo>
                    <a:pt x="2271994" y="2636092"/>
                  </a:lnTo>
                  <a:lnTo>
                    <a:pt x="2254811" y="2647076"/>
                  </a:lnTo>
                  <a:lnTo>
                    <a:pt x="2237992" y="2658060"/>
                  </a:lnTo>
                  <a:lnTo>
                    <a:pt x="2221586" y="2669043"/>
                  </a:lnTo>
                  <a:lnTo>
                    <a:pt x="2205568" y="2680027"/>
                  </a:lnTo>
                  <a:lnTo>
                    <a:pt x="2190008" y="2691011"/>
                  </a:lnTo>
                  <a:lnTo>
                    <a:pt x="2175234" y="2701994"/>
                  </a:lnTo>
                  <a:lnTo>
                    <a:pt x="2161029" y="2712978"/>
                  </a:lnTo>
                  <a:lnTo>
                    <a:pt x="2147416" y="2723962"/>
                  </a:lnTo>
                  <a:lnTo>
                    <a:pt x="2134689" y="2734946"/>
                  </a:lnTo>
                  <a:lnTo>
                    <a:pt x="2122854" y="2745929"/>
                  </a:lnTo>
                  <a:lnTo>
                    <a:pt x="2111754" y="2756913"/>
                  </a:lnTo>
                  <a:lnTo>
                    <a:pt x="2101429" y="2767897"/>
                  </a:lnTo>
                  <a:lnTo>
                    <a:pt x="2092402" y="2778881"/>
                  </a:lnTo>
                  <a:lnTo>
                    <a:pt x="2084210" y="2789864"/>
                  </a:lnTo>
                  <a:lnTo>
                    <a:pt x="2076863" y="2800848"/>
                  </a:lnTo>
                  <a:lnTo>
                    <a:pt x="2070661" y="2811832"/>
                  </a:lnTo>
                  <a:lnTo>
                    <a:pt x="2065628" y="2822815"/>
                  </a:lnTo>
                  <a:lnTo>
                    <a:pt x="2061483" y="2833799"/>
                  </a:lnTo>
                  <a:lnTo>
                    <a:pt x="2058230" y="2844783"/>
                  </a:lnTo>
                  <a:lnTo>
                    <a:pt x="2056421" y="2855767"/>
                  </a:lnTo>
                  <a:lnTo>
                    <a:pt x="2055517" y="2866750"/>
                  </a:lnTo>
                  <a:lnTo>
                    <a:pt x="2055486" y="2877734"/>
                  </a:lnTo>
                  <a:lnTo>
                    <a:pt x="2056549" y="2888718"/>
                  </a:lnTo>
                  <a:lnTo>
                    <a:pt x="2058758" y="2899701"/>
                  </a:lnTo>
                  <a:lnTo>
                    <a:pt x="2061772" y="2910685"/>
                  </a:lnTo>
                  <a:lnTo>
                    <a:pt x="2065577" y="2921669"/>
                  </a:lnTo>
                  <a:lnTo>
                    <a:pt x="2070551" y="2932653"/>
                  </a:lnTo>
                  <a:lnTo>
                    <a:pt x="2076273" y="2943636"/>
                  </a:lnTo>
                  <a:lnTo>
                    <a:pt x="2082661" y="2954620"/>
                  </a:lnTo>
                  <a:lnTo>
                    <a:pt x="2089812" y="2965604"/>
                  </a:lnTo>
                  <a:lnTo>
                    <a:pt x="2097764" y="2976587"/>
                  </a:lnTo>
                  <a:lnTo>
                    <a:pt x="2106215" y="2987571"/>
                  </a:lnTo>
                  <a:lnTo>
                    <a:pt x="2115138" y="2998555"/>
                  </a:lnTo>
                  <a:lnTo>
                    <a:pt x="2124666" y="3009539"/>
                  </a:lnTo>
                  <a:lnTo>
                    <a:pt x="2134551" y="3020522"/>
                  </a:lnTo>
                  <a:lnTo>
                    <a:pt x="2144705" y="3031506"/>
                  </a:lnTo>
                  <a:lnTo>
                    <a:pt x="2155119" y="3042490"/>
                  </a:lnTo>
                  <a:lnTo>
                    <a:pt x="2165728" y="3053473"/>
                  </a:lnTo>
                  <a:lnTo>
                    <a:pt x="2176387" y="3064457"/>
                  </a:lnTo>
                  <a:lnTo>
                    <a:pt x="2187064" y="3075441"/>
                  </a:lnTo>
                  <a:lnTo>
                    <a:pt x="2197653" y="3086425"/>
                  </a:lnTo>
                  <a:lnTo>
                    <a:pt x="2208059" y="3097408"/>
                  </a:lnTo>
                  <a:lnTo>
                    <a:pt x="2218260" y="3108392"/>
                  </a:lnTo>
                  <a:lnTo>
                    <a:pt x="2228186" y="3119376"/>
                  </a:lnTo>
                  <a:lnTo>
                    <a:pt x="2237589" y="3130360"/>
                  </a:lnTo>
                  <a:lnTo>
                    <a:pt x="2246575" y="3141343"/>
                  </a:lnTo>
                  <a:lnTo>
                    <a:pt x="2255115" y="3152327"/>
                  </a:lnTo>
                  <a:lnTo>
                    <a:pt x="2262941" y="3163311"/>
                  </a:lnTo>
                  <a:lnTo>
                    <a:pt x="2270037" y="3174294"/>
                  </a:lnTo>
                  <a:lnTo>
                    <a:pt x="2276505" y="3185278"/>
                  </a:lnTo>
                  <a:lnTo>
                    <a:pt x="2282283" y="3196262"/>
                  </a:lnTo>
                  <a:lnTo>
                    <a:pt x="2286910" y="3207246"/>
                  </a:lnTo>
                  <a:lnTo>
                    <a:pt x="2290764" y="3218229"/>
                  </a:lnTo>
                  <a:lnTo>
                    <a:pt x="2293828" y="3229213"/>
                  </a:lnTo>
                  <a:lnTo>
                    <a:pt x="2295782" y="3240197"/>
                  </a:lnTo>
                  <a:lnTo>
                    <a:pt x="2296615" y="3251180"/>
                  </a:lnTo>
                  <a:lnTo>
                    <a:pt x="2296568" y="3262164"/>
                  </a:lnTo>
                  <a:lnTo>
                    <a:pt x="2295629" y="3273148"/>
                  </a:lnTo>
                  <a:lnTo>
                    <a:pt x="2293192" y="3284132"/>
                  </a:lnTo>
                  <a:lnTo>
                    <a:pt x="2289831" y="3295115"/>
                  </a:lnTo>
                  <a:lnTo>
                    <a:pt x="2285549" y="3306099"/>
                  </a:lnTo>
                  <a:lnTo>
                    <a:pt x="2280073" y="3317083"/>
                  </a:lnTo>
                  <a:lnTo>
                    <a:pt x="2273360" y="3328066"/>
                  </a:lnTo>
                  <a:lnTo>
                    <a:pt x="2265744" y="3339050"/>
                  </a:lnTo>
                  <a:lnTo>
                    <a:pt x="2257233" y="3350034"/>
                  </a:lnTo>
                  <a:lnTo>
                    <a:pt x="2247338" y="3361018"/>
                  </a:lnTo>
                  <a:lnTo>
                    <a:pt x="2236556" y="3372001"/>
                  </a:lnTo>
                  <a:lnTo>
                    <a:pt x="2224954" y="3382985"/>
                  </a:lnTo>
                  <a:lnTo>
                    <a:pt x="2212366" y="3393969"/>
                  </a:lnTo>
                  <a:lnTo>
                    <a:pt x="2198722" y="3404953"/>
                  </a:lnTo>
                  <a:lnTo>
                    <a:pt x="2184370" y="3415936"/>
                  </a:lnTo>
                  <a:lnTo>
                    <a:pt x="2169329" y="3426920"/>
                  </a:lnTo>
                  <a:lnTo>
                    <a:pt x="2153311" y="3437904"/>
                  </a:lnTo>
                  <a:lnTo>
                    <a:pt x="2136654" y="3448887"/>
                  </a:lnTo>
                  <a:lnTo>
                    <a:pt x="2119454" y="3459871"/>
                  </a:lnTo>
                  <a:lnTo>
                    <a:pt x="2101652" y="3470855"/>
                  </a:lnTo>
                  <a:lnTo>
                    <a:pt x="2083206" y="3481839"/>
                  </a:lnTo>
                  <a:lnTo>
                    <a:pt x="2064376" y="3492822"/>
                  </a:lnTo>
                  <a:lnTo>
                    <a:pt x="2045188" y="3503806"/>
                  </a:lnTo>
                  <a:lnTo>
                    <a:pt x="2025556" y="3514790"/>
                  </a:lnTo>
                  <a:lnTo>
                    <a:pt x="2005654" y="3525773"/>
                  </a:lnTo>
                  <a:lnTo>
                    <a:pt x="1985557" y="3536757"/>
                  </a:lnTo>
                  <a:lnTo>
                    <a:pt x="1965278" y="3547741"/>
                  </a:lnTo>
                  <a:lnTo>
                    <a:pt x="1944855" y="3558725"/>
                  </a:lnTo>
                  <a:lnTo>
                    <a:pt x="1924393" y="3569708"/>
                  </a:lnTo>
                  <a:lnTo>
                    <a:pt x="1903915" y="3580692"/>
                  </a:lnTo>
                  <a:lnTo>
                    <a:pt x="1883480" y="3591676"/>
                  </a:lnTo>
                  <a:lnTo>
                    <a:pt x="1863154" y="3602659"/>
                  </a:lnTo>
                  <a:lnTo>
                    <a:pt x="1842947" y="3613643"/>
                  </a:lnTo>
                  <a:lnTo>
                    <a:pt x="1822894" y="3624627"/>
                  </a:lnTo>
                  <a:lnTo>
                    <a:pt x="1803142" y="3635611"/>
                  </a:lnTo>
                  <a:lnTo>
                    <a:pt x="1783622" y="3646594"/>
                  </a:lnTo>
                  <a:lnTo>
                    <a:pt x="1764351" y="3657578"/>
                  </a:lnTo>
                  <a:lnTo>
                    <a:pt x="1745458" y="3668562"/>
                  </a:lnTo>
                  <a:lnTo>
                    <a:pt x="1726962" y="3679545"/>
                  </a:lnTo>
                  <a:lnTo>
                    <a:pt x="1708798" y="3690529"/>
                  </a:lnTo>
                  <a:lnTo>
                    <a:pt x="1690981" y="3701513"/>
                  </a:lnTo>
                  <a:lnTo>
                    <a:pt x="1673762" y="3712497"/>
                  </a:lnTo>
                  <a:lnTo>
                    <a:pt x="1656931" y="3723480"/>
                  </a:lnTo>
                  <a:lnTo>
                    <a:pt x="1640492" y="3734464"/>
                  </a:lnTo>
                  <a:lnTo>
                    <a:pt x="1624586" y="3745448"/>
                  </a:lnTo>
                  <a:lnTo>
                    <a:pt x="1609234" y="3756432"/>
                  </a:lnTo>
                  <a:lnTo>
                    <a:pt x="1594304" y="3767415"/>
                  </a:lnTo>
                  <a:lnTo>
                    <a:pt x="1579798" y="3778399"/>
                  </a:lnTo>
                  <a:lnTo>
                    <a:pt x="1565984" y="3789383"/>
                  </a:lnTo>
                  <a:lnTo>
                    <a:pt x="1552614" y="3800366"/>
                  </a:lnTo>
                  <a:lnTo>
                    <a:pt x="1539674" y="3811350"/>
                  </a:lnTo>
                  <a:lnTo>
                    <a:pt x="1527274" y="3822334"/>
                  </a:lnTo>
                  <a:lnTo>
                    <a:pt x="1515462" y="3833318"/>
                  </a:lnTo>
                  <a:lnTo>
                    <a:pt x="1504068" y="3844301"/>
                  </a:lnTo>
                  <a:lnTo>
                    <a:pt x="1493090" y="3855285"/>
                  </a:lnTo>
                  <a:lnTo>
                    <a:pt x="1482748" y="3866269"/>
                  </a:lnTo>
                  <a:lnTo>
                    <a:pt x="1472840" y="3877252"/>
                  </a:lnTo>
                  <a:lnTo>
                    <a:pt x="1463325" y="3888236"/>
                  </a:lnTo>
                  <a:lnTo>
                    <a:pt x="1454277" y="3899220"/>
                  </a:lnTo>
                  <a:lnTo>
                    <a:pt x="1445768" y="3910204"/>
                  </a:lnTo>
                  <a:lnTo>
                    <a:pt x="1437623" y="3921187"/>
                  </a:lnTo>
                  <a:lnTo>
                    <a:pt x="1429836" y="3932171"/>
                  </a:lnTo>
                  <a:lnTo>
                    <a:pt x="1422572" y="3943155"/>
                  </a:lnTo>
                  <a:lnTo>
                    <a:pt x="1415689" y="3954138"/>
                  </a:lnTo>
                  <a:lnTo>
                    <a:pt x="1409133" y="3965122"/>
                  </a:lnTo>
                  <a:lnTo>
                    <a:pt x="1402945" y="3976106"/>
                  </a:lnTo>
                  <a:lnTo>
                    <a:pt x="1397215" y="3987090"/>
                  </a:lnTo>
                  <a:lnTo>
                    <a:pt x="1391778" y="3998073"/>
                  </a:lnTo>
                  <a:lnTo>
                    <a:pt x="1386631" y="4009057"/>
                  </a:lnTo>
                  <a:lnTo>
                    <a:pt x="1381888" y="4020041"/>
                  </a:lnTo>
                  <a:lnTo>
                    <a:pt x="1377464" y="4031025"/>
                  </a:lnTo>
                  <a:lnTo>
                    <a:pt x="1373300" y="4042008"/>
                  </a:lnTo>
                  <a:lnTo>
                    <a:pt x="1369414" y="4052992"/>
                  </a:lnTo>
                  <a:lnTo>
                    <a:pt x="1365903" y="4063976"/>
                  </a:lnTo>
                  <a:lnTo>
                    <a:pt x="1362624" y="4074959"/>
                  </a:lnTo>
                  <a:lnTo>
                    <a:pt x="1359572" y="4085943"/>
                  </a:lnTo>
                  <a:lnTo>
                    <a:pt x="1356827" y="4096927"/>
                  </a:lnTo>
                  <a:lnTo>
                    <a:pt x="1354345" y="4107911"/>
                  </a:lnTo>
                  <a:lnTo>
                    <a:pt x="1352066" y="4118894"/>
                  </a:lnTo>
                  <a:lnTo>
                    <a:pt x="1349995" y="4129878"/>
                  </a:lnTo>
                  <a:lnTo>
                    <a:pt x="1348230" y="4140862"/>
                  </a:lnTo>
                  <a:lnTo>
                    <a:pt x="1346646" y="4151845"/>
                  </a:lnTo>
                  <a:lnTo>
                    <a:pt x="1345240" y="4162829"/>
                  </a:lnTo>
                  <a:lnTo>
                    <a:pt x="1344066" y="4173813"/>
                  </a:lnTo>
                  <a:lnTo>
                    <a:pt x="1343105" y="4184797"/>
                  </a:lnTo>
                  <a:lnTo>
                    <a:pt x="1342303" y="4195780"/>
                  </a:lnTo>
                  <a:lnTo>
                    <a:pt x="1341656" y="4206764"/>
                  </a:lnTo>
                  <a:lnTo>
                    <a:pt x="1341250" y="4217748"/>
                  </a:lnTo>
                  <a:lnTo>
                    <a:pt x="1340984" y="4228731"/>
                  </a:lnTo>
                  <a:lnTo>
                    <a:pt x="1340855" y="4239715"/>
                  </a:lnTo>
                  <a:lnTo>
                    <a:pt x="1340893" y="4250699"/>
                  </a:lnTo>
                  <a:lnTo>
                    <a:pt x="1341099" y="4261683"/>
                  </a:lnTo>
                  <a:lnTo>
                    <a:pt x="1341421" y="4272666"/>
                  </a:lnTo>
                  <a:lnTo>
                    <a:pt x="1341857" y="4283650"/>
                  </a:lnTo>
                  <a:lnTo>
                    <a:pt x="1342460" y="4294634"/>
                  </a:lnTo>
                  <a:lnTo>
                    <a:pt x="1343167" y="4305618"/>
                  </a:lnTo>
                  <a:lnTo>
                    <a:pt x="1343968" y="4316601"/>
                  </a:lnTo>
                  <a:lnTo>
                    <a:pt x="1344878" y="4327585"/>
                  </a:lnTo>
                  <a:lnTo>
                    <a:pt x="1345900" y="4338569"/>
                  </a:lnTo>
                  <a:lnTo>
                    <a:pt x="1346995" y="4349552"/>
                  </a:lnTo>
                  <a:lnTo>
                    <a:pt x="1348159" y="4360536"/>
                  </a:lnTo>
                  <a:lnTo>
                    <a:pt x="1349416" y="4371520"/>
                  </a:lnTo>
                  <a:lnTo>
                    <a:pt x="1350731" y="4382504"/>
                  </a:lnTo>
                  <a:lnTo>
                    <a:pt x="1352093" y="4393487"/>
                  </a:lnTo>
                  <a:lnTo>
                    <a:pt x="1353504" y="4404471"/>
                  </a:lnTo>
                  <a:lnTo>
                    <a:pt x="1354962" y="4415455"/>
                  </a:lnTo>
                  <a:lnTo>
                    <a:pt x="1356444" y="4426438"/>
                  </a:lnTo>
                  <a:lnTo>
                    <a:pt x="1357947" y="4437422"/>
                  </a:lnTo>
                  <a:lnTo>
                    <a:pt x="1359468" y="4448406"/>
                  </a:lnTo>
                  <a:lnTo>
                    <a:pt x="1360992" y="4459390"/>
                  </a:lnTo>
                  <a:lnTo>
                    <a:pt x="1362513" y="4470373"/>
                  </a:lnTo>
                  <a:lnTo>
                    <a:pt x="1364026" y="4481357"/>
                  </a:lnTo>
                  <a:lnTo>
                    <a:pt x="1365513" y="4492341"/>
                  </a:lnTo>
                  <a:lnTo>
                    <a:pt x="1366976" y="4503324"/>
                  </a:lnTo>
                  <a:lnTo>
                    <a:pt x="1368410" y="4514308"/>
                  </a:lnTo>
                  <a:lnTo>
                    <a:pt x="1369793" y="4525292"/>
                  </a:lnTo>
                  <a:lnTo>
                    <a:pt x="1371123" y="4536276"/>
                  </a:lnTo>
                  <a:lnTo>
                    <a:pt x="1372404" y="4547259"/>
                  </a:lnTo>
                  <a:lnTo>
                    <a:pt x="1373629" y="4558243"/>
                  </a:lnTo>
                  <a:lnTo>
                    <a:pt x="1374760" y="4569227"/>
                  </a:lnTo>
                  <a:lnTo>
                    <a:pt x="1375823" y="4580210"/>
                  </a:lnTo>
                  <a:lnTo>
                    <a:pt x="1376818" y="4591194"/>
                  </a:lnTo>
                  <a:lnTo>
                    <a:pt x="1377712" y="4602178"/>
                  </a:lnTo>
                  <a:lnTo>
                    <a:pt x="1378504" y="4613162"/>
                  </a:lnTo>
                  <a:lnTo>
                    <a:pt x="1379213" y="4624145"/>
                  </a:lnTo>
                  <a:lnTo>
                    <a:pt x="1379837" y="4635129"/>
                  </a:lnTo>
                  <a:lnTo>
                    <a:pt x="1380316" y="4646113"/>
                  </a:lnTo>
                  <a:lnTo>
                    <a:pt x="1380702" y="4657097"/>
                  </a:lnTo>
                  <a:lnTo>
                    <a:pt x="1380995" y="4668080"/>
                  </a:lnTo>
                  <a:lnTo>
                    <a:pt x="1381164" y="4679064"/>
                  </a:lnTo>
                  <a:lnTo>
                    <a:pt x="1381204" y="4690048"/>
                  </a:lnTo>
                  <a:lnTo>
                    <a:pt x="1381146" y="4701031"/>
                  </a:lnTo>
                  <a:lnTo>
                    <a:pt x="1380992" y="4712015"/>
                  </a:lnTo>
                  <a:lnTo>
                    <a:pt x="1380681" y="4722999"/>
                  </a:lnTo>
                  <a:lnTo>
                    <a:pt x="1380270" y="4733983"/>
                  </a:lnTo>
                  <a:lnTo>
                    <a:pt x="1379764" y="4744966"/>
                  </a:lnTo>
                  <a:lnTo>
                    <a:pt x="1379139" y="4755950"/>
                  </a:lnTo>
                  <a:lnTo>
                    <a:pt x="1378386" y="4766934"/>
                  </a:lnTo>
                  <a:lnTo>
                    <a:pt x="1377544" y="4777917"/>
                  </a:lnTo>
                  <a:lnTo>
                    <a:pt x="1376614" y="4788901"/>
                  </a:lnTo>
                  <a:lnTo>
                    <a:pt x="1375553" y="4799885"/>
                  </a:lnTo>
                  <a:lnTo>
                    <a:pt x="1374405" y="4810869"/>
                  </a:lnTo>
                  <a:lnTo>
                    <a:pt x="1373179" y="4821852"/>
                  </a:lnTo>
                  <a:lnTo>
                    <a:pt x="1371865" y="4832836"/>
                  </a:lnTo>
                  <a:lnTo>
                    <a:pt x="1370451" y="4843820"/>
                  </a:lnTo>
                  <a:lnTo>
                    <a:pt x="1368974" y="4854803"/>
                  </a:lnTo>
                  <a:lnTo>
                    <a:pt x="1367436" y="4865787"/>
                  </a:lnTo>
                  <a:lnTo>
                    <a:pt x="1365814" y="4876771"/>
                  </a:lnTo>
                  <a:lnTo>
                    <a:pt x="1364137" y="4887755"/>
                  </a:lnTo>
                  <a:lnTo>
                    <a:pt x="1362414" y="4898738"/>
                  </a:lnTo>
                  <a:lnTo>
                    <a:pt x="1360644" y="4909722"/>
                  </a:lnTo>
                  <a:lnTo>
                    <a:pt x="1358823" y="4920706"/>
                  </a:lnTo>
                  <a:lnTo>
                    <a:pt x="1356973" y="4931690"/>
                  </a:lnTo>
                  <a:lnTo>
                    <a:pt x="1355097" y="4942673"/>
                  </a:lnTo>
                  <a:lnTo>
                    <a:pt x="1353193" y="4953657"/>
                  </a:lnTo>
                  <a:lnTo>
                    <a:pt x="1351272" y="4964641"/>
                  </a:lnTo>
                  <a:lnTo>
                    <a:pt x="1349343" y="4975624"/>
                  </a:lnTo>
                  <a:lnTo>
                    <a:pt x="1347407" y="4986608"/>
                  </a:lnTo>
                  <a:lnTo>
                    <a:pt x="1345471" y="4997592"/>
                  </a:lnTo>
                  <a:lnTo>
                    <a:pt x="1343541" y="5008576"/>
                  </a:lnTo>
                  <a:lnTo>
                    <a:pt x="1341619" y="5019559"/>
                  </a:lnTo>
                  <a:lnTo>
                    <a:pt x="1339715" y="5030543"/>
                  </a:lnTo>
                  <a:lnTo>
                    <a:pt x="1337833" y="5041527"/>
                  </a:lnTo>
                  <a:lnTo>
                    <a:pt x="1335971" y="5052510"/>
                  </a:lnTo>
                  <a:lnTo>
                    <a:pt x="1334134" y="5063494"/>
                  </a:lnTo>
                  <a:lnTo>
                    <a:pt x="1332340" y="5074478"/>
                  </a:lnTo>
                  <a:lnTo>
                    <a:pt x="1330577" y="5085462"/>
                  </a:lnTo>
                  <a:lnTo>
                    <a:pt x="1328847" y="5096445"/>
                  </a:lnTo>
                  <a:lnTo>
                    <a:pt x="1327163" y="5107429"/>
                  </a:lnTo>
                  <a:lnTo>
                    <a:pt x="1325529" y="5118413"/>
                  </a:lnTo>
                  <a:lnTo>
                    <a:pt x="1323934" y="5129396"/>
                  </a:lnTo>
                  <a:lnTo>
                    <a:pt x="1322379" y="5140380"/>
                  </a:lnTo>
                  <a:lnTo>
                    <a:pt x="1320893" y="5151364"/>
                  </a:lnTo>
                  <a:lnTo>
                    <a:pt x="1319452" y="5162348"/>
                  </a:lnTo>
                  <a:lnTo>
                    <a:pt x="1318055" y="5173331"/>
                  </a:lnTo>
                  <a:lnTo>
                    <a:pt x="1316714" y="5184315"/>
                  </a:lnTo>
                  <a:lnTo>
                    <a:pt x="1315436" y="5195299"/>
                  </a:lnTo>
                  <a:lnTo>
                    <a:pt x="1314203" y="5206282"/>
                  </a:lnTo>
                  <a:lnTo>
                    <a:pt x="1313016" y="5217266"/>
                  </a:lnTo>
                  <a:lnTo>
                    <a:pt x="1311900" y="5228250"/>
                  </a:lnTo>
                  <a:lnTo>
                    <a:pt x="1310832" y="5239234"/>
                  </a:lnTo>
                  <a:lnTo>
                    <a:pt x="1309809" y="5250217"/>
                  </a:lnTo>
                  <a:lnTo>
                    <a:pt x="1308840" y="5261201"/>
                  </a:lnTo>
                  <a:lnTo>
                    <a:pt x="1307931" y="5272185"/>
                  </a:lnTo>
                  <a:lnTo>
                    <a:pt x="1307064" y="5283169"/>
                  </a:lnTo>
                  <a:lnTo>
                    <a:pt x="1306239" y="5294152"/>
                  </a:lnTo>
                  <a:lnTo>
                    <a:pt x="1305474" y="5305136"/>
                  </a:lnTo>
                  <a:lnTo>
                    <a:pt x="1304753" y="5316120"/>
                  </a:lnTo>
                  <a:lnTo>
                    <a:pt x="1304069" y="5327103"/>
                  </a:lnTo>
                  <a:lnTo>
                    <a:pt x="1303428" y="5338087"/>
                  </a:lnTo>
                  <a:lnTo>
                    <a:pt x="1302838" y="5349071"/>
                  </a:lnTo>
                  <a:lnTo>
                    <a:pt x="1302280" y="5360055"/>
                  </a:lnTo>
                  <a:lnTo>
                    <a:pt x="1301755" y="5371038"/>
                  </a:lnTo>
                  <a:lnTo>
                    <a:pt x="1301275" y="5382022"/>
                  </a:lnTo>
                  <a:lnTo>
                    <a:pt x="1300829" y="5393006"/>
                  </a:lnTo>
                  <a:lnTo>
                    <a:pt x="1300410" y="5403989"/>
                  </a:lnTo>
                  <a:lnTo>
                    <a:pt x="1300021" y="5414973"/>
                  </a:lnTo>
                  <a:lnTo>
                    <a:pt x="1299670" y="5425957"/>
                  </a:lnTo>
                  <a:lnTo>
                    <a:pt x="1299341" y="5436941"/>
                  </a:lnTo>
                  <a:lnTo>
                    <a:pt x="1299035" y="5447924"/>
                  </a:lnTo>
                  <a:lnTo>
                    <a:pt x="1298758" y="5458908"/>
                  </a:lnTo>
                  <a:lnTo>
                    <a:pt x="1298505" y="5469892"/>
                  </a:lnTo>
                  <a:lnTo>
                    <a:pt x="1298269" y="5480875"/>
                  </a:lnTo>
                  <a:close/>
                </a:path>
              </a:pathLst>
            </a:custGeom>
            <a:solidFill>
              <a:srgbClr val="B8D5B8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7" name="pl16">
              <a:extLst>
                <a:ext uri="{FF2B5EF4-FFF2-40B4-BE49-F238E27FC236}">
                  <a16:creationId xmlns:a16="http://schemas.microsoft.com/office/drawing/2014/main" id="{8BF6F1F8-35C2-411B-9367-E8BF2B085CCB}"/>
                </a:ext>
              </a:extLst>
            </p:cNvPr>
            <p:cNvSpPr/>
            <p:nvPr/>
          </p:nvSpPr>
          <p:spPr>
            <a:xfrm>
              <a:off x="4271259" y="3750932"/>
              <a:ext cx="2204533" cy="0"/>
            </a:xfrm>
            <a:custGeom>
              <a:avLst/>
              <a:gdLst/>
              <a:ahLst/>
              <a:cxnLst/>
              <a:rect l="0" t="0" r="0" b="0"/>
              <a:pathLst>
                <a:path w="2204533">
                  <a:moveTo>
                    <a:pt x="0" y="0"/>
                  </a:moveTo>
                  <a:lnTo>
                    <a:pt x="220453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68" name="pt17">
              <a:extLst>
                <a:ext uri="{FF2B5EF4-FFF2-40B4-BE49-F238E27FC236}">
                  <a16:creationId xmlns:a16="http://schemas.microsoft.com/office/drawing/2014/main" id="{84C292AB-DE72-45E5-9940-F15112F18994}"/>
                </a:ext>
              </a:extLst>
            </p:cNvPr>
            <p:cNvSpPr/>
            <p:nvPr/>
          </p:nvSpPr>
          <p:spPr>
            <a:xfrm>
              <a:off x="5937423" y="4938670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69" name="pg18">
              <a:extLst>
                <a:ext uri="{FF2B5EF4-FFF2-40B4-BE49-F238E27FC236}">
                  <a16:creationId xmlns:a16="http://schemas.microsoft.com/office/drawing/2014/main" id="{0187DAB2-EF9E-4F1C-83A2-ECD33441510E}"/>
                </a:ext>
              </a:extLst>
            </p:cNvPr>
            <p:cNvSpPr/>
            <p:nvPr/>
          </p:nvSpPr>
          <p:spPr>
            <a:xfrm>
              <a:off x="5262511" y="2662079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0" name="pt19">
              <a:extLst>
                <a:ext uri="{FF2B5EF4-FFF2-40B4-BE49-F238E27FC236}">
                  <a16:creationId xmlns:a16="http://schemas.microsoft.com/office/drawing/2014/main" id="{ED65E0D8-1662-49EF-81B4-1549D1930D14}"/>
                </a:ext>
              </a:extLst>
            </p:cNvPr>
            <p:cNvSpPr/>
            <p:nvPr/>
          </p:nvSpPr>
          <p:spPr>
            <a:xfrm>
              <a:off x="5344885" y="3535790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1" name="pg20">
              <a:extLst>
                <a:ext uri="{FF2B5EF4-FFF2-40B4-BE49-F238E27FC236}">
                  <a16:creationId xmlns:a16="http://schemas.microsoft.com/office/drawing/2014/main" id="{5BA0788B-761A-42EB-874D-1A27CE7AC836}"/>
                </a:ext>
              </a:extLst>
            </p:cNvPr>
            <p:cNvSpPr/>
            <p:nvPr/>
          </p:nvSpPr>
          <p:spPr>
            <a:xfrm>
              <a:off x="5486135" y="4475430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2" name="pt21">
              <a:extLst>
                <a:ext uri="{FF2B5EF4-FFF2-40B4-BE49-F238E27FC236}">
                  <a16:creationId xmlns:a16="http://schemas.microsoft.com/office/drawing/2014/main" id="{9A8904CB-9E5C-4806-8907-55ABA844EB2C}"/>
                </a:ext>
              </a:extLst>
            </p:cNvPr>
            <p:cNvSpPr/>
            <p:nvPr/>
          </p:nvSpPr>
          <p:spPr>
            <a:xfrm>
              <a:off x="5763156" y="3295058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3" name="pg22">
              <a:extLst>
                <a:ext uri="{FF2B5EF4-FFF2-40B4-BE49-F238E27FC236}">
                  <a16:creationId xmlns:a16="http://schemas.microsoft.com/office/drawing/2014/main" id="{1E4FDD93-B892-48FD-A24F-8BF8DC03182F}"/>
                </a:ext>
              </a:extLst>
            </p:cNvPr>
            <p:cNvSpPr/>
            <p:nvPr/>
          </p:nvSpPr>
          <p:spPr>
            <a:xfrm>
              <a:off x="5286671" y="2812834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4" name="pg23">
              <a:extLst>
                <a:ext uri="{FF2B5EF4-FFF2-40B4-BE49-F238E27FC236}">
                  <a16:creationId xmlns:a16="http://schemas.microsoft.com/office/drawing/2014/main" id="{9D910AFE-D207-4EF8-B2EF-2012222478C5}"/>
                </a:ext>
              </a:extLst>
            </p:cNvPr>
            <p:cNvSpPr/>
            <p:nvPr/>
          </p:nvSpPr>
          <p:spPr>
            <a:xfrm>
              <a:off x="5254401" y="3052288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5" name="pt24">
              <a:extLst>
                <a:ext uri="{FF2B5EF4-FFF2-40B4-BE49-F238E27FC236}">
                  <a16:creationId xmlns:a16="http://schemas.microsoft.com/office/drawing/2014/main" id="{530E6743-D6F3-48C8-95AC-2B589315D8D3}"/>
                </a:ext>
              </a:extLst>
            </p:cNvPr>
            <p:cNvSpPr/>
            <p:nvPr/>
          </p:nvSpPr>
          <p:spPr>
            <a:xfrm>
              <a:off x="5985210" y="3452704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6" name="pg25">
              <a:extLst>
                <a:ext uri="{FF2B5EF4-FFF2-40B4-BE49-F238E27FC236}">
                  <a16:creationId xmlns:a16="http://schemas.microsoft.com/office/drawing/2014/main" id="{7CF1B6EB-2654-4AF9-AC69-55744FDFC234}"/>
                </a:ext>
              </a:extLst>
            </p:cNvPr>
            <p:cNvSpPr/>
            <p:nvPr/>
          </p:nvSpPr>
          <p:spPr>
            <a:xfrm>
              <a:off x="5262080" y="369465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7" name="pt26">
              <a:extLst>
                <a:ext uri="{FF2B5EF4-FFF2-40B4-BE49-F238E27FC236}">
                  <a16:creationId xmlns:a16="http://schemas.microsoft.com/office/drawing/2014/main" id="{4BF038F1-C8FA-4FDD-9F17-7C81C29BB48F}"/>
                </a:ext>
              </a:extLst>
            </p:cNvPr>
            <p:cNvSpPr/>
            <p:nvPr/>
          </p:nvSpPr>
          <p:spPr>
            <a:xfrm>
              <a:off x="5025691" y="3626861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8" name="pg27">
              <a:extLst>
                <a:ext uri="{FF2B5EF4-FFF2-40B4-BE49-F238E27FC236}">
                  <a16:creationId xmlns:a16="http://schemas.microsoft.com/office/drawing/2014/main" id="{432B8B75-8528-42E1-971F-C864DD3D2779}"/>
                </a:ext>
              </a:extLst>
            </p:cNvPr>
            <p:cNvSpPr/>
            <p:nvPr/>
          </p:nvSpPr>
          <p:spPr>
            <a:xfrm>
              <a:off x="5233442" y="4455039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79" name="pt28">
              <a:extLst>
                <a:ext uri="{FF2B5EF4-FFF2-40B4-BE49-F238E27FC236}">
                  <a16:creationId xmlns:a16="http://schemas.microsoft.com/office/drawing/2014/main" id="{67A7973A-A84F-4B4B-A932-52E167FC7393}"/>
                </a:ext>
              </a:extLst>
            </p:cNvPr>
            <p:cNvSpPr/>
            <p:nvPr/>
          </p:nvSpPr>
          <p:spPr>
            <a:xfrm>
              <a:off x="5540985" y="3448535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0" name="pg29">
              <a:extLst>
                <a:ext uri="{FF2B5EF4-FFF2-40B4-BE49-F238E27FC236}">
                  <a16:creationId xmlns:a16="http://schemas.microsoft.com/office/drawing/2014/main" id="{9A6F9B0B-53FA-40E2-BB2F-1C366322EB22}"/>
                </a:ext>
              </a:extLst>
            </p:cNvPr>
            <p:cNvSpPr/>
            <p:nvPr/>
          </p:nvSpPr>
          <p:spPr>
            <a:xfrm>
              <a:off x="4689407" y="5919939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1" name="pt30">
              <a:extLst>
                <a:ext uri="{FF2B5EF4-FFF2-40B4-BE49-F238E27FC236}">
                  <a16:creationId xmlns:a16="http://schemas.microsoft.com/office/drawing/2014/main" id="{D8DF9E5A-6E79-4150-BA01-7F151FCCB34A}"/>
                </a:ext>
              </a:extLst>
            </p:cNvPr>
            <p:cNvSpPr/>
            <p:nvPr/>
          </p:nvSpPr>
          <p:spPr>
            <a:xfrm>
              <a:off x="5173987" y="3408585"/>
              <a:ext cx="117405" cy="1174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2" name="pg31">
              <a:extLst>
                <a:ext uri="{FF2B5EF4-FFF2-40B4-BE49-F238E27FC236}">
                  <a16:creationId xmlns:a16="http://schemas.microsoft.com/office/drawing/2014/main" id="{EA0A055E-7AC1-48DD-A4D3-5913E7D7F0EC}"/>
                </a:ext>
              </a:extLst>
            </p:cNvPr>
            <p:cNvSpPr/>
            <p:nvPr/>
          </p:nvSpPr>
          <p:spPr>
            <a:xfrm>
              <a:off x="5509630" y="4130666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3" name="pt32">
              <a:extLst>
                <a:ext uri="{FF2B5EF4-FFF2-40B4-BE49-F238E27FC236}">
                  <a16:creationId xmlns:a16="http://schemas.microsoft.com/office/drawing/2014/main" id="{9B1808E9-BE58-4422-A5CF-C78C43FAC0C5}"/>
                </a:ext>
              </a:extLst>
            </p:cNvPr>
            <p:cNvSpPr/>
            <p:nvPr/>
          </p:nvSpPr>
          <p:spPr>
            <a:xfrm>
              <a:off x="5967621" y="4354681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4" name="pt33">
              <a:extLst>
                <a:ext uri="{FF2B5EF4-FFF2-40B4-BE49-F238E27FC236}">
                  <a16:creationId xmlns:a16="http://schemas.microsoft.com/office/drawing/2014/main" id="{FE45A0DB-69F2-4D6A-934B-48D8617734DC}"/>
                </a:ext>
              </a:extLst>
            </p:cNvPr>
            <p:cNvSpPr/>
            <p:nvPr/>
          </p:nvSpPr>
          <p:spPr>
            <a:xfrm>
              <a:off x="4735136" y="3445363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5" name="pt34">
              <a:extLst>
                <a:ext uri="{FF2B5EF4-FFF2-40B4-BE49-F238E27FC236}">
                  <a16:creationId xmlns:a16="http://schemas.microsoft.com/office/drawing/2014/main" id="{5AE5FA6B-EBF9-4B57-89D9-8696A1081711}"/>
                </a:ext>
              </a:extLst>
            </p:cNvPr>
            <p:cNvSpPr/>
            <p:nvPr/>
          </p:nvSpPr>
          <p:spPr>
            <a:xfrm>
              <a:off x="5750650" y="3445906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6" name="pt35">
              <a:extLst>
                <a:ext uri="{FF2B5EF4-FFF2-40B4-BE49-F238E27FC236}">
                  <a16:creationId xmlns:a16="http://schemas.microsoft.com/office/drawing/2014/main" id="{48F9997C-A6A8-4996-BCAA-B53C7B718316}"/>
                </a:ext>
              </a:extLst>
            </p:cNvPr>
            <p:cNvSpPr/>
            <p:nvPr/>
          </p:nvSpPr>
          <p:spPr>
            <a:xfrm>
              <a:off x="5966578" y="3446917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7" name="pt36">
              <a:extLst>
                <a:ext uri="{FF2B5EF4-FFF2-40B4-BE49-F238E27FC236}">
                  <a16:creationId xmlns:a16="http://schemas.microsoft.com/office/drawing/2014/main" id="{47B278A6-EAFB-411C-9D39-3511D1322710}"/>
                </a:ext>
              </a:extLst>
            </p:cNvPr>
            <p:cNvSpPr/>
            <p:nvPr/>
          </p:nvSpPr>
          <p:spPr>
            <a:xfrm>
              <a:off x="5027777" y="3421270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8" name="pt37">
              <a:extLst>
                <a:ext uri="{FF2B5EF4-FFF2-40B4-BE49-F238E27FC236}">
                  <a16:creationId xmlns:a16="http://schemas.microsoft.com/office/drawing/2014/main" id="{823CAD99-0769-4FE0-80B5-5DA5C954CF1B}"/>
                </a:ext>
              </a:extLst>
            </p:cNvPr>
            <p:cNvSpPr/>
            <p:nvPr/>
          </p:nvSpPr>
          <p:spPr>
            <a:xfrm>
              <a:off x="5091468" y="3409512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89" name="pt38">
              <a:extLst>
                <a:ext uri="{FF2B5EF4-FFF2-40B4-BE49-F238E27FC236}">
                  <a16:creationId xmlns:a16="http://schemas.microsoft.com/office/drawing/2014/main" id="{DC4B5967-13EC-4590-817F-F0E57D4E47B5}"/>
                </a:ext>
              </a:extLst>
            </p:cNvPr>
            <p:cNvSpPr/>
            <p:nvPr/>
          </p:nvSpPr>
          <p:spPr>
            <a:xfrm>
              <a:off x="4545496" y="4356948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0" name="pg39">
              <a:extLst>
                <a:ext uri="{FF2B5EF4-FFF2-40B4-BE49-F238E27FC236}">
                  <a16:creationId xmlns:a16="http://schemas.microsoft.com/office/drawing/2014/main" id="{D657DA85-7439-442D-A1C8-F994DDD8FE32}"/>
                </a:ext>
              </a:extLst>
            </p:cNvPr>
            <p:cNvSpPr/>
            <p:nvPr/>
          </p:nvSpPr>
          <p:spPr>
            <a:xfrm>
              <a:off x="4560636" y="471279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1" name="pg40">
              <a:extLst>
                <a:ext uri="{FF2B5EF4-FFF2-40B4-BE49-F238E27FC236}">
                  <a16:creationId xmlns:a16="http://schemas.microsoft.com/office/drawing/2014/main" id="{D95B743D-FA3C-4D24-8278-86ADD71EAFDF}"/>
                </a:ext>
              </a:extLst>
            </p:cNvPr>
            <p:cNvSpPr/>
            <p:nvPr/>
          </p:nvSpPr>
          <p:spPr>
            <a:xfrm>
              <a:off x="5702261" y="441412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2" name="pg41">
              <a:extLst>
                <a:ext uri="{FF2B5EF4-FFF2-40B4-BE49-F238E27FC236}">
                  <a16:creationId xmlns:a16="http://schemas.microsoft.com/office/drawing/2014/main" id="{CA312F84-27DF-430C-B0D1-D7492A3CEAE6}"/>
                </a:ext>
              </a:extLst>
            </p:cNvPr>
            <p:cNvSpPr/>
            <p:nvPr/>
          </p:nvSpPr>
          <p:spPr>
            <a:xfrm>
              <a:off x="4844646" y="2849798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3" name="pg42">
              <a:extLst>
                <a:ext uri="{FF2B5EF4-FFF2-40B4-BE49-F238E27FC236}">
                  <a16:creationId xmlns:a16="http://schemas.microsoft.com/office/drawing/2014/main" id="{C9EC424F-C053-4C96-AE84-9732FA6E1B90}"/>
                </a:ext>
              </a:extLst>
            </p:cNvPr>
            <p:cNvSpPr/>
            <p:nvPr/>
          </p:nvSpPr>
          <p:spPr>
            <a:xfrm>
              <a:off x="4505536" y="359237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4" name="pg43">
              <a:extLst>
                <a:ext uri="{FF2B5EF4-FFF2-40B4-BE49-F238E27FC236}">
                  <a16:creationId xmlns:a16="http://schemas.microsoft.com/office/drawing/2014/main" id="{8F86BF11-4E58-4FCF-B852-91DF71BC9D4F}"/>
                </a:ext>
              </a:extLst>
            </p:cNvPr>
            <p:cNvSpPr/>
            <p:nvPr/>
          </p:nvSpPr>
          <p:spPr>
            <a:xfrm>
              <a:off x="5983482" y="408099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5" name="pg44">
              <a:extLst>
                <a:ext uri="{FF2B5EF4-FFF2-40B4-BE49-F238E27FC236}">
                  <a16:creationId xmlns:a16="http://schemas.microsoft.com/office/drawing/2014/main" id="{C16E0005-7430-4116-A5BD-87DC0CD69EE7}"/>
                </a:ext>
              </a:extLst>
            </p:cNvPr>
            <p:cNvSpPr/>
            <p:nvPr/>
          </p:nvSpPr>
          <p:spPr>
            <a:xfrm>
              <a:off x="5601147" y="4455127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6" name="pt45">
              <a:extLst>
                <a:ext uri="{FF2B5EF4-FFF2-40B4-BE49-F238E27FC236}">
                  <a16:creationId xmlns:a16="http://schemas.microsoft.com/office/drawing/2014/main" id="{E04585AA-E264-4AC8-9491-CCF102F5C24E}"/>
                </a:ext>
              </a:extLst>
            </p:cNvPr>
            <p:cNvSpPr/>
            <p:nvPr/>
          </p:nvSpPr>
          <p:spPr>
            <a:xfrm>
              <a:off x="4564025" y="443244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7" name="pg46">
              <a:extLst>
                <a:ext uri="{FF2B5EF4-FFF2-40B4-BE49-F238E27FC236}">
                  <a16:creationId xmlns:a16="http://schemas.microsoft.com/office/drawing/2014/main" id="{046BD45B-11F9-481E-A89E-054A603DFBF4}"/>
                </a:ext>
              </a:extLst>
            </p:cNvPr>
            <p:cNvSpPr/>
            <p:nvPr/>
          </p:nvSpPr>
          <p:spPr>
            <a:xfrm>
              <a:off x="5393746" y="3070654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8" name="pg47">
              <a:extLst>
                <a:ext uri="{FF2B5EF4-FFF2-40B4-BE49-F238E27FC236}">
                  <a16:creationId xmlns:a16="http://schemas.microsoft.com/office/drawing/2014/main" id="{8DEB1AD1-C338-4CAD-9E0C-3BAFF3D4C894}"/>
                </a:ext>
              </a:extLst>
            </p:cNvPr>
            <p:cNvSpPr/>
            <p:nvPr/>
          </p:nvSpPr>
          <p:spPr>
            <a:xfrm>
              <a:off x="4742238" y="2644371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99" name="pg48">
              <a:extLst>
                <a:ext uri="{FF2B5EF4-FFF2-40B4-BE49-F238E27FC236}">
                  <a16:creationId xmlns:a16="http://schemas.microsoft.com/office/drawing/2014/main" id="{848CAB24-A79C-4161-8C91-2AF3D92191DD}"/>
                </a:ext>
              </a:extLst>
            </p:cNvPr>
            <p:cNvSpPr/>
            <p:nvPr/>
          </p:nvSpPr>
          <p:spPr>
            <a:xfrm>
              <a:off x="5158144" y="2718273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0" name="pg49">
              <a:extLst>
                <a:ext uri="{FF2B5EF4-FFF2-40B4-BE49-F238E27FC236}">
                  <a16:creationId xmlns:a16="http://schemas.microsoft.com/office/drawing/2014/main" id="{AA755B03-5421-4DF2-859C-7D2853DBEA1D}"/>
                </a:ext>
              </a:extLst>
            </p:cNvPr>
            <p:cNvSpPr/>
            <p:nvPr/>
          </p:nvSpPr>
          <p:spPr>
            <a:xfrm>
              <a:off x="4597328" y="441233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1" name="pg50">
              <a:extLst>
                <a:ext uri="{FF2B5EF4-FFF2-40B4-BE49-F238E27FC236}">
                  <a16:creationId xmlns:a16="http://schemas.microsoft.com/office/drawing/2014/main" id="{9E98335F-EE4E-4404-B2E7-E845D2ABDA13}"/>
                </a:ext>
              </a:extLst>
            </p:cNvPr>
            <p:cNvSpPr/>
            <p:nvPr/>
          </p:nvSpPr>
          <p:spPr>
            <a:xfrm>
              <a:off x="4827019" y="4474293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2" name="pg51">
              <a:extLst>
                <a:ext uri="{FF2B5EF4-FFF2-40B4-BE49-F238E27FC236}">
                  <a16:creationId xmlns:a16="http://schemas.microsoft.com/office/drawing/2014/main" id="{7E103231-17AC-466F-A599-D5CA0977C7FB}"/>
                </a:ext>
              </a:extLst>
            </p:cNvPr>
            <p:cNvSpPr/>
            <p:nvPr/>
          </p:nvSpPr>
          <p:spPr>
            <a:xfrm>
              <a:off x="4922470" y="4412326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3" name="pg52">
              <a:extLst>
                <a:ext uri="{FF2B5EF4-FFF2-40B4-BE49-F238E27FC236}">
                  <a16:creationId xmlns:a16="http://schemas.microsoft.com/office/drawing/2014/main" id="{A81ABD51-2942-40FD-9AB8-5A8A42001126}"/>
                </a:ext>
              </a:extLst>
            </p:cNvPr>
            <p:cNvSpPr/>
            <p:nvPr/>
          </p:nvSpPr>
          <p:spPr>
            <a:xfrm>
              <a:off x="5276974" y="4476601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4" name="pg53">
              <a:extLst>
                <a:ext uri="{FF2B5EF4-FFF2-40B4-BE49-F238E27FC236}">
                  <a16:creationId xmlns:a16="http://schemas.microsoft.com/office/drawing/2014/main" id="{2793F72C-3074-48E7-9CC2-E96836453C43}"/>
                </a:ext>
              </a:extLst>
            </p:cNvPr>
            <p:cNvSpPr/>
            <p:nvPr/>
          </p:nvSpPr>
          <p:spPr>
            <a:xfrm>
              <a:off x="4996875" y="3686178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5" name="pg54">
              <a:extLst>
                <a:ext uri="{FF2B5EF4-FFF2-40B4-BE49-F238E27FC236}">
                  <a16:creationId xmlns:a16="http://schemas.microsoft.com/office/drawing/2014/main" id="{84D85B36-BA87-4CA4-A602-6EFDFE570D0B}"/>
                </a:ext>
              </a:extLst>
            </p:cNvPr>
            <p:cNvSpPr/>
            <p:nvPr/>
          </p:nvSpPr>
          <p:spPr>
            <a:xfrm>
              <a:off x="5981146" y="4475480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6" name="pg55">
              <a:extLst>
                <a:ext uri="{FF2B5EF4-FFF2-40B4-BE49-F238E27FC236}">
                  <a16:creationId xmlns:a16="http://schemas.microsoft.com/office/drawing/2014/main" id="{97F863F4-8C2D-44A0-AA50-0D0EA5C9CE70}"/>
                </a:ext>
              </a:extLst>
            </p:cNvPr>
            <p:cNvSpPr/>
            <p:nvPr/>
          </p:nvSpPr>
          <p:spPr>
            <a:xfrm>
              <a:off x="5223224" y="4476898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7" name="pg56">
              <a:extLst>
                <a:ext uri="{FF2B5EF4-FFF2-40B4-BE49-F238E27FC236}">
                  <a16:creationId xmlns:a16="http://schemas.microsoft.com/office/drawing/2014/main" id="{87B7A075-124D-40A5-82BE-A7D6589E3D37}"/>
                </a:ext>
              </a:extLst>
            </p:cNvPr>
            <p:cNvSpPr/>
            <p:nvPr/>
          </p:nvSpPr>
          <p:spPr>
            <a:xfrm>
              <a:off x="5862407" y="3686643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8" name="pg57">
              <a:extLst>
                <a:ext uri="{FF2B5EF4-FFF2-40B4-BE49-F238E27FC236}">
                  <a16:creationId xmlns:a16="http://schemas.microsoft.com/office/drawing/2014/main" id="{5D93B1AC-62BA-4148-9834-B6FCABD1226C}"/>
                </a:ext>
              </a:extLst>
            </p:cNvPr>
            <p:cNvSpPr/>
            <p:nvPr/>
          </p:nvSpPr>
          <p:spPr>
            <a:xfrm>
              <a:off x="5450052" y="3675027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09" name="pt58">
              <a:extLst>
                <a:ext uri="{FF2B5EF4-FFF2-40B4-BE49-F238E27FC236}">
                  <a16:creationId xmlns:a16="http://schemas.microsoft.com/office/drawing/2014/main" id="{463DFD9E-FBB2-4E20-8F85-B2E9010B0058}"/>
                </a:ext>
              </a:extLst>
            </p:cNvPr>
            <p:cNvSpPr/>
            <p:nvPr/>
          </p:nvSpPr>
          <p:spPr>
            <a:xfrm>
              <a:off x="4717923" y="3749535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0" name="pt59">
              <a:extLst>
                <a:ext uri="{FF2B5EF4-FFF2-40B4-BE49-F238E27FC236}">
                  <a16:creationId xmlns:a16="http://schemas.microsoft.com/office/drawing/2014/main" id="{589CC497-FE05-4F7B-B56F-2A643BE1D5BC}"/>
                </a:ext>
              </a:extLst>
            </p:cNvPr>
            <p:cNvSpPr/>
            <p:nvPr/>
          </p:nvSpPr>
          <p:spPr>
            <a:xfrm>
              <a:off x="5585502" y="4356688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1" name="pt60">
              <a:extLst>
                <a:ext uri="{FF2B5EF4-FFF2-40B4-BE49-F238E27FC236}">
                  <a16:creationId xmlns:a16="http://schemas.microsoft.com/office/drawing/2014/main" id="{E28C6DCA-5A20-4654-9C4A-4967F3AFC209}"/>
                </a:ext>
              </a:extLst>
            </p:cNvPr>
            <p:cNvSpPr/>
            <p:nvPr/>
          </p:nvSpPr>
          <p:spPr>
            <a:xfrm>
              <a:off x="4930796" y="3500010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2" name="pt61">
              <a:extLst>
                <a:ext uri="{FF2B5EF4-FFF2-40B4-BE49-F238E27FC236}">
                  <a16:creationId xmlns:a16="http://schemas.microsoft.com/office/drawing/2014/main" id="{07C79195-D7E8-4A72-B447-904BBD788CD2}"/>
                </a:ext>
              </a:extLst>
            </p:cNvPr>
            <p:cNvSpPr/>
            <p:nvPr/>
          </p:nvSpPr>
          <p:spPr>
            <a:xfrm>
              <a:off x="4513384" y="4357634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3" name="pt62">
              <a:extLst>
                <a:ext uri="{FF2B5EF4-FFF2-40B4-BE49-F238E27FC236}">
                  <a16:creationId xmlns:a16="http://schemas.microsoft.com/office/drawing/2014/main" id="{FD9EBD2B-242F-4834-AC99-EC4A4346355A}"/>
                </a:ext>
              </a:extLst>
            </p:cNvPr>
            <p:cNvSpPr/>
            <p:nvPr/>
          </p:nvSpPr>
          <p:spPr>
            <a:xfrm>
              <a:off x="5300708" y="4357965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4" name="pt63">
              <a:extLst>
                <a:ext uri="{FF2B5EF4-FFF2-40B4-BE49-F238E27FC236}">
                  <a16:creationId xmlns:a16="http://schemas.microsoft.com/office/drawing/2014/main" id="{EA649375-1BDA-42DE-BDA9-C3923C6C6058}"/>
                </a:ext>
              </a:extLst>
            </p:cNvPr>
            <p:cNvSpPr/>
            <p:nvPr/>
          </p:nvSpPr>
          <p:spPr>
            <a:xfrm>
              <a:off x="5300738" y="4355535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5" name="pt64">
              <a:extLst>
                <a:ext uri="{FF2B5EF4-FFF2-40B4-BE49-F238E27FC236}">
                  <a16:creationId xmlns:a16="http://schemas.microsoft.com/office/drawing/2014/main" id="{0F4C38A6-41EA-4E5F-98F1-0F1F087AF26F}"/>
                </a:ext>
              </a:extLst>
            </p:cNvPr>
            <p:cNvSpPr/>
            <p:nvPr/>
          </p:nvSpPr>
          <p:spPr>
            <a:xfrm>
              <a:off x="5775733" y="443447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6" name="pg65">
              <a:extLst>
                <a:ext uri="{FF2B5EF4-FFF2-40B4-BE49-F238E27FC236}">
                  <a16:creationId xmlns:a16="http://schemas.microsoft.com/office/drawing/2014/main" id="{5FBCB580-AF02-4B02-B2AA-53E60339E557}"/>
                </a:ext>
              </a:extLst>
            </p:cNvPr>
            <p:cNvSpPr/>
            <p:nvPr/>
          </p:nvSpPr>
          <p:spPr>
            <a:xfrm>
              <a:off x="6037464" y="3542286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7" name="pg66">
              <a:extLst>
                <a:ext uri="{FF2B5EF4-FFF2-40B4-BE49-F238E27FC236}">
                  <a16:creationId xmlns:a16="http://schemas.microsoft.com/office/drawing/2014/main" id="{C53C2F81-B28C-44A0-BC73-4BC38609224B}"/>
                </a:ext>
              </a:extLst>
            </p:cNvPr>
            <p:cNvSpPr/>
            <p:nvPr/>
          </p:nvSpPr>
          <p:spPr>
            <a:xfrm>
              <a:off x="4583860" y="3456882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8" name="pt67">
              <a:extLst>
                <a:ext uri="{FF2B5EF4-FFF2-40B4-BE49-F238E27FC236}">
                  <a16:creationId xmlns:a16="http://schemas.microsoft.com/office/drawing/2014/main" id="{37B7E739-6D6A-4227-B77A-027047E25456}"/>
                </a:ext>
              </a:extLst>
            </p:cNvPr>
            <p:cNvSpPr/>
            <p:nvPr/>
          </p:nvSpPr>
          <p:spPr>
            <a:xfrm>
              <a:off x="4568447" y="3178738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19" name="pt68">
              <a:extLst>
                <a:ext uri="{FF2B5EF4-FFF2-40B4-BE49-F238E27FC236}">
                  <a16:creationId xmlns:a16="http://schemas.microsoft.com/office/drawing/2014/main" id="{B00E418A-FDE9-4682-AE8E-F8DE1233F812}"/>
                </a:ext>
              </a:extLst>
            </p:cNvPr>
            <p:cNvSpPr/>
            <p:nvPr/>
          </p:nvSpPr>
          <p:spPr>
            <a:xfrm>
              <a:off x="6148556" y="3501084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0" name="pt69">
              <a:extLst>
                <a:ext uri="{FF2B5EF4-FFF2-40B4-BE49-F238E27FC236}">
                  <a16:creationId xmlns:a16="http://schemas.microsoft.com/office/drawing/2014/main" id="{916E5019-4416-40B9-8745-FF19E4B3894D}"/>
                </a:ext>
              </a:extLst>
            </p:cNvPr>
            <p:cNvSpPr/>
            <p:nvPr/>
          </p:nvSpPr>
          <p:spPr>
            <a:xfrm>
              <a:off x="4862983" y="3374569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1" name="pt70">
              <a:extLst>
                <a:ext uri="{FF2B5EF4-FFF2-40B4-BE49-F238E27FC236}">
                  <a16:creationId xmlns:a16="http://schemas.microsoft.com/office/drawing/2014/main" id="{2CC91D71-FAF0-4B35-A27F-511B37616768}"/>
                </a:ext>
              </a:extLst>
            </p:cNvPr>
            <p:cNvSpPr/>
            <p:nvPr/>
          </p:nvSpPr>
          <p:spPr>
            <a:xfrm>
              <a:off x="5309437" y="3594963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2" name="pg71">
              <a:extLst>
                <a:ext uri="{FF2B5EF4-FFF2-40B4-BE49-F238E27FC236}">
                  <a16:creationId xmlns:a16="http://schemas.microsoft.com/office/drawing/2014/main" id="{8AFC11B0-E86D-430C-8E90-53E339574B51}"/>
                </a:ext>
              </a:extLst>
            </p:cNvPr>
            <p:cNvSpPr/>
            <p:nvPr/>
          </p:nvSpPr>
          <p:spPr>
            <a:xfrm>
              <a:off x="5775662" y="3814818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3" name="pg72">
              <a:extLst>
                <a:ext uri="{FF2B5EF4-FFF2-40B4-BE49-F238E27FC236}">
                  <a16:creationId xmlns:a16="http://schemas.microsoft.com/office/drawing/2014/main" id="{9192C782-0C6F-4E9C-983E-B02DB8C32F3C}"/>
                </a:ext>
              </a:extLst>
            </p:cNvPr>
            <p:cNvSpPr/>
            <p:nvPr/>
          </p:nvSpPr>
          <p:spPr>
            <a:xfrm>
              <a:off x="5331940" y="4182215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4" name="pg73">
              <a:extLst>
                <a:ext uri="{FF2B5EF4-FFF2-40B4-BE49-F238E27FC236}">
                  <a16:creationId xmlns:a16="http://schemas.microsoft.com/office/drawing/2014/main" id="{14508A3D-B669-4612-B448-CCDB8A8A69AB}"/>
                </a:ext>
              </a:extLst>
            </p:cNvPr>
            <p:cNvSpPr/>
            <p:nvPr/>
          </p:nvSpPr>
          <p:spPr>
            <a:xfrm>
              <a:off x="5455002" y="3295167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5" name="pg74">
              <a:extLst>
                <a:ext uri="{FF2B5EF4-FFF2-40B4-BE49-F238E27FC236}">
                  <a16:creationId xmlns:a16="http://schemas.microsoft.com/office/drawing/2014/main" id="{1704D3F3-7EE4-4A3C-9060-DC88DDB11890}"/>
                </a:ext>
              </a:extLst>
            </p:cNvPr>
            <p:cNvSpPr/>
            <p:nvPr/>
          </p:nvSpPr>
          <p:spPr>
            <a:xfrm>
              <a:off x="5608374" y="4653629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6" name="pg75">
              <a:extLst>
                <a:ext uri="{FF2B5EF4-FFF2-40B4-BE49-F238E27FC236}">
                  <a16:creationId xmlns:a16="http://schemas.microsoft.com/office/drawing/2014/main" id="{3D5B06A1-8CBC-4C8F-BFE3-20FB401C8F20}"/>
                </a:ext>
              </a:extLst>
            </p:cNvPr>
            <p:cNvSpPr/>
            <p:nvPr/>
          </p:nvSpPr>
          <p:spPr>
            <a:xfrm>
              <a:off x="6122173" y="2830847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7" name="pg76">
              <a:extLst>
                <a:ext uri="{FF2B5EF4-FFF2-40B4-BE49-F238E27FC236}">
                  <a16:creationId xmlns:a16="http://schemas.microsoft.com/office/drawing/2014/main" id="{7D702A16-ED81-46BB-9528-5D1D66C92944}"/>
                </a:ext>
              </a:extLst>
            </p:cNvPr>
            <p:cNvSpPr/>
            <p:nvPr/>
          </p:nvSpPr>
          <p:spPr>
            <a:xfrm>
              <a:off x="4600885" y="2791960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8" name="pg77">
              <a:extLst>
                <a:ext uri="{FF2B5EF4-FFF2-40B4-BE49-F238E27FC236}">
                  <a16:creationId xmlns:a16="http://schemas.microsoft.com/office/drawing/2014/main" id="{312AD8A3-243E-453D-B027-22D0F85E66C7}"/>
                </a:ext>
              </a:extLst>
            </p:cNvPr>
            <p:cNvSpPr/>
            <p:nvPr/>
          </p:nvSpPr>
          <p:spPr>
            <a:xfrm>
              <a:off x="4761765" y="3674053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29" name="pg78">
              <a:extLst>
                <a:ext uri="{FF2B5EF4-FFF2-40B4-BE49-F238E27FC236}">
                  <a16:creationId xmlns:a16="http://schemas.microsoft.com/office/drawing/2014/main" id="{0250D7CA-F7E5-4530-B97F-B0E9385B37DF}"/>
                </a:ext>
              </a:extLst>
            </p:cNvPr>
            <p:cNvSpPr/>
            <p:nvPr/>
          </p:nvSpPr>
          <p:spPr>
            <a:xfrm>
              <a:off x="6084988" y="1931879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0" name="pt79">
              <a:extLst>
                <a:ext uri="{FF2B5EF4-FFF2-40B4-BE49-F238E27FC236}">
                  <a16:creationId xmlns:a16="http://schemas.microsoft.com/office/drawing/2014/main" id="{41A877EE-40C9-4F53-BE90-9CF622335D8E}"/>
                </a:ext>
              </a:extLst>
            </p:cNvPr>
            <p:cNvSpPr/>
            <p:nvPr/>
          </p:nvSpPr>
          <p:spPr>
            <a:xfrm>
              <a:off x="5693357" y="3307949"/>
              <a:ext cx="117405" cy="11740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1" name="pt80">
              <a:extLst>
                <a:ext uri="{FF2B5EF4-FFF2-40B4-BE49-F238E27FC236}">
                  <a16:creationId xmlns:a16="http://schemas.microsoft.com/office/drawing/2014/main" id="{0AA4DB5F-7AD8-4F26-8143-6480D332DE04}"/>
                </a:ext>
              </a:extLst>
            </p:cNvPr>
            <p:cNvSpPr/>
            <p:nvPr/>
          </p:nvSpPr>
          <p:spPr>
            <a:xfrm>
              <a:off x="4699495" y="5737457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2" name="pt81">
              <a:extLst>
                <a:ext uri="{FF2B5EF4-FFF2-40B4-BE49-F238E27FC236}">
                  <a16:creationId xmlns:a16="http://schemas.microsoft.com/office/drawing/2014/main" id="{3F626DD2-812E-423B-B0AA-04466155E127}"/>
                </a:ext>
              </a:extLst>
            </p:cNvPr>
            <p:cNvSpPr/>
            <p:nvPr/>
          </p:nvSpPr>
          <p:spPr>
            <a:xfrm>
              <a:off x="5683437" y="4357781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3" name="pt82">
              <a:extLst>
                <a:ext uri="{FF2B5EF4-FFF2-40B4-BE49-F238E27FC236}">
                  <a16:creationId xmlns:a16="http://schemas.microsoft.com/office/drawing/2014/main" id="{EA0E1D5F-C5A5-45FC-90CA-6A2E9ACACFC7}"/>
                </a:ext>
              </a:extLst>
            </p:cNvPr>
            <p:cNvSpPr/>
            <p:nvPr/>
          </p:nvSpPr>
          <p:spPr>
            <a:xfrm>
              <a:off x="5474825" y="2877458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4" name="pt83">
              <a:extLst>
                <a:ext uri="{FF2B5EF4-FFF2-40B4-BE49-F238E27FC236}">
                  <a16:creationId xmlns:a16="http://schemas.microsoft.com/office/drawing/2014/main" id="{A0A6F3C0-8043-464C-BD62-2814B3CE5A39}"/>
                </a:ext>
              </a:extLst>
            </p:cNvPr>
            <p:cNvSpPr/>
            <p:nvPr/>
          </p:nvSpPr>
          <p:spPr>
            <a:xfrm>
              <a:off x="4956982" y="3210847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5" name="pt84">
              <a:extLst>
                <a:ext uri="{FF2B5EF4-FFF2-40B4-BE49-F238E27FC236}">
                  <a16:creationId xmlns:a16="http://schemas.microsoft.com/office/drawing/2014/main" id="{E6A61A75-CDFF-4CB5-95B2-C798C9A4487D}"/>
                </a:ext>
              </a:extLst>
            </p:cNvPr>
            <p:cNvSpPr/>
            <p:nvPr/>
          </p:nvSpPr>
          <p:spPr>
            <a:xfrm>
              <a:off x="4910786" y="3539680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6" name="pt85">
              <a:extLst>
                <a:ext uri="{FF2B5EF4-FFF2-40B4-BE49-F238E27FC236}">
                  <a16:creationId xmlns:a16="http://schemas.microsoft.com/office/drawing/2014/main" id="{B8155542-1E71-4A5E-865F-4915F22C1E0B}"/>
                </a:ext>
              </a:extLst>
            </p:cNvPr>
            <p:cNvSpPr/>
            <p:nvPr/>
          </p:nvSpPr>
          <p:spPr>
            <a:xfrm>
              <a:off x="4724282" y="2879170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7" name="pt86">
              <a:extLst>
                <a:ext uri="{FF2B5EF4-FFF2-40B4-BE49-F238E27FC236}">
                  <a16:creationId xmlns:a16="http://schemas.microsoft.com/office/drawing/2014/main" id="{9FE180C2-7F27-4A97-8623-5DC3F30975A6}"/>
                </a:ext>
              </a:extLst>
            </p:cNvPr>
            <p:cNvSpPr/>
            <p:nvPr/>
          </p:nvSpPr>
          <p:spPr>
            <a:xfrm>
              <a:off x="5514714" y="3211779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8" name="pt87">
              <a:extLst>
                <a:ext uri="{FF2B5EF4-FFF2-40B4-BE49-F238E27FC236}">
                  <a16:creationId xmlns:a16="http://schemas.microsoft.com/office/drawing/2014/main" id="{86669929-FE84-4BA5-A6CF-A47A3C7891B9}"/>
                </a:ext>
              </a:extLst>
            </p:cNvPr>
            <p:cNvSpPr/>
            <p:nvPr/>
          </p:nvSpPr>
          <p:spPr>
            <a:xfrm>
              <a:off x="4929005" y="3541589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39" name="tx88">
              <a:extLst>
                <a:ext uri="{FF2B5EF4-FFF2-40B4-BE49-F238E27FC236}">
                  <a16:creationId xmlns:a16="http://schemas.microsoft.com/office/drawing/2014/main" id="{0028B087-D917-4609-A840-65C4593EAA60}"/>
                </a:ext>
              </a:extLst>
            </p:cNvPr>
            <p:cNvSpPr/>
            <p:nvPr/>
          </p:nvSpPr>
          <p:spPr>
            <a:xfrm>
              <a:off x="2048107" y="270786"/>
              <a:ext cx="745529" cy="1478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National</a:t>
              </a:r>
            </a:p>
          </p:txBody>
        </p:sp>
        <p:sp>
          <p:nvSpPr>
            <p:cNvPr id="440" name="tx89">
              <a:extLst>
                <a:ext uri="{FF2B5EF4-FFF2-40B4-BE49-F238E27FC236}">
                  <a16:creationId xmlns:a16="http://schemas.microsoft.com/office/drawing/2014/main" id="{56E4E356-CFAA-4AF1-A48F-D1417FA62C8C}"/>
                </a:ext>
              </a:extLst>
            </p:cNvPr>
            <p:cNvSpPr/>
            <p:nvPr/>
          </p:nvSpPr>
          <p:spPr>
            <a:xfrm>
              <a:off x="4836852" y="268206"/>
              <a:ext cx="1073348" cy="1504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Subnational</a:t>
              </a:r>
            </a:p>
          </p:txBody>
        </p:sp>
        <p:sp>
          <p:nvSpPr>
            <p:cNvPr id="441" name="pl90">
              <a:extLst>
                <a:ext uri="{FF2B5EF4-FFF2-40B4-BE49-F238E27FC236}">
                  <a16:creationId xmlns:a16="http://schemas.microsoft.com/office/drawing/2014/main" id="{AC303FD9-9BA1-4DF2-9667-45F5A93AED6D}"/>
                </a:ext>
              </a:extLst>
            </p:cNvPr>
            <p:cNvSpPr/>
            <p:nvPr/>
          </p:nvSpPr>
          <p:spPr>
            <a:xfrm>
              <a:off x="995155" y="520980"/>
              <a:ext cx="0" cy="6457600"/>
            </a:xfrm>
            <a:custGeom>
              <a:avLst/>
              <a:gdLst/>
              <a:ahLst/>
              <a:cxnLst/>
              <a:rect l="0" t="0" r="0" b="0"/>
              <a:pathLst>
                <a:path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2" name="tx91">
              <a:extLst>
                <a:ext uri="{FF2B5EF4-FFF2-40B4-BE49-F238E27FC236}">
                  <a16:creationId xmlns:a16="http://schemas.microsoft.com/office/drawing/2014/main" id="{12024FCF-8AA2-45B3-9786-46D133E0944A}"/>
                </a:ext>
              </a:extLst>
            </p:cNvPr>
            <p:cNvSpPr/>
            <p:nvPr/>
          </p:nvSpPr>
          <p:spPr>
            <a:xfrm>
              <a:off x="805173" y="6614496"/>
              <a:ext cx="98883" cy="1277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443" name="tx92">
              <a:extLst>
                <a:ext uri="{FF2B5EF4-FFF2-40B4-BE49-F238E27FC236}">
                  <a16:creationId xmlns:a16="http://schemas.microsoft.com/office/drawing/2014/main" id="{077D8FF5-E798-433E-A0BF-6D9BA7D05915}"/>
                </a:ext>
              </a:extLst>
            </p:cNvPr>
            <p:cNvSpPr/>
            <p:nvPr/>
          </p:nvSpPr>
          <p:spPr>
            <a:xfrm>
              <a:off x="706289" y="5146289"/>
              <a:ext cx="1977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44" name="tx93">
              <a:extLst>
                <a:ext uri="{FF2B5EF4-FFF2-40B4-BE49-F238E27FC236}">
                  <a16:creationId xmlns:a16="http://schemas.microsoft.com/office/drawing/2014/main" id="{115ADFB9-2842-456D-B914-D065607E3754}"/>
                </a:ext>
              </a:extLst>
            </p:cNvPr>
            <p:cNvSpPr/>
            <p:nvPr/>
          </p:nvSpPr>
          <p:spPr>
            <a:xfrm>
              <a:off x="607405" y="3680253"/>
              <a:ext cx="296651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45" name="tx94">
              <a:extLst>
                <a:ext uri="{FF2B5EF4-FFF2-40B4-BE49-F238E27FC236}">
                  <a16:creationId xmlns:a16="http://schemas.microsoft.com/office/drawing/2014/main" id="{00593D21-ABA3-4766-A514-DDA6D90D836A}"/>
                </a:ext>
              </a:extLst>
            </p:cNvPr>
            <p:cNvSpPr/>
            <p:nvPr/>
          </p:nvSpPr>
          <p:spPr>
            <a:xfrm>
              <a:off x="508521" y="2214216"/>
              <a:ext cx="395535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446" name="tx95">
              <a:extLst>
                <a:ext uri="{FF2B5EF4-FFF2-40B4-BE49-F238E27FC236}">
                  <a16:creationId xmlns:a16="http://schemas.microsoft.com/office/drawing/2014/main" id="{DD65FA72-6B4D-4BC2-856E-2E24C972A7CF}"/>
                </a:ext>
              </a:extLst>
            </p:cNvPr>
            <p:cNvSpPr/>
            <p:nvPr/>
          </p:nvSpPr>
          <p:spPr>
            <a:xfrm>
              <a:off x="409637" y="748179"/>
              <a:ext cx="494419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447" name="tx96">
              <a:extLst>
                <a:ext uri="{FF2B5EF4-FFF2-40B4-BE49-F238E27FC236}">
                  <a16:creationId xmlns:a16="http://schemas.microsoft.com/office/drawing/2014/main" id="{E773AAB8-8AD5-49F1-B769-D4DD7B753743}"/>
                </a:ext>
              </a:extLst>
            </p:cNvPr>
            <p:cNvSpPr/>
            <p:nvPr/>
          </p:nvSpPr>
          <p:spPr>
            <a:xfrm rot="-5400000">
              <a:off x="-874460" y="3654430"/>
              <a:ext cx="219075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facilities (log)</a:t>
              </a:r>
            </a:p>
          </p:txBody>
        </p:sp>
        <p:sp>
          <p:nvSpPr>
            <p:cNvPr id="448" name="pg97">
              <a:extLst>
                <a:ext uri="{FF2B5EF4-FFF2-40B4-BE49-F238E27FC236}">
                  <a16:creationId xmlns:a16="http://schemas.microsoft.com/office/drawing/2014/main" id="{FFFB503D-4C18-4EEF-9F98-F2036FD9D737}"/>
                </a:ext>
              </a:extLst>
            </p:cNvPr>
            <p:cNvSpPr/>
            <p:nvPr/>
          </p:nvSpPr>
          <p:spPr>
            <a:xfrm>
              <a:off x="7859057" y="1406338"/>
              <a:ext cx="2638221" cy="4602303"/>
            </a:xfrm>
            <a:custGeom>
              <a:avLst/>
              <a:gdLst/>
              <a:ahLst/>
              <a:cxnLst/>
              <a:rect l="0" t="0" r="0" b="0"/>
              <a:pathLst>
                <a:path w="2638221" h="4602303">
                  <a:moveTo>
                    <a:pt x="1316094" y="4602303"/>
                  </a:moveTo>
                  <a:lnTo>
                    <a:pt x="1315605" y="4593297"/>
                  </a:lnTo>
                  <a:lnTo>
                    <a:pt x="1315051" y="4584290"/>
                  </a:lnTo>
                  <a:lnTo>
                    <a:pt x="1314429" y="4575284"/>
                  </a:lnTo>
                  <a:lnTo>
                    <a:pt x="1313735" y="4566277"/>
                  </a:lnTo>
                  <a:lnTo>
                    <a:pt x="1312934" y="4557271"/>
                  </a:lnTo>
                  <a:lnTo>
                    <a:pt x="1312027" y="4548264"/>
                  </a:lnTo>
                  <a:lnTo>
                    <a:pt x="1311020" y="4539258"/>
                  </a:lnTo>
                  <a:lnTo>
                    <a:pt x="1309906" y="4530252"/>
                  </a:lnTo>
                  <a:lnTo>
                    <a:pt x="1308649" y="4521245"/>
                  </a:lnTo>
                  <a:lnTo>
                    <a:pt x="1307232" y="4512239"/>
                  </a:lnTo>
                  <a:lnTo>
                    <a:pt x="1305673" y="4503232"/>
                  </a:lnTo>
                  <a:lnTo>
                    <a:pt x="1303967" y="4494226"/>
                  </a:lnTo>
                  <a:lnTo>
                    <a:pt x="1302079" y="4485219"/>
                  </a:lnTo>
                  <a:lnTo>
                    <a:pt x="1299963" y="4476213"/>
                  </a:lnTo>
                  <a:lnTo>
                    <a:pt x="1297661" y="4467206"/>
                  </a:lnTo>
                  <a:lnTo>
                    <a:pt x="1295165" y="4458200"/>
                  </a:lnTo>
                  <a:lnTo>
                    <a:pt x="1292456" y="4449193"/>
                  </a:lnTo>
                  <a:lnTo>
                    <a:pt x="1289443" y="4440187"/>
                  </a:lnTo>
                  <a:lnTo>
                    <a:pt x="1286201" y="4431180"/>
                  </a:lnTo>
                  <a:lnTo>
                    <a:pt x="1282723" y="4422174"/>
                  </a:lnTo>
                  <a:lnTo>
                    <a:pt x="1279003" y="4413167"/>
                  </a:lnTo>
                  <a:lnTo>
                    <a:pt x="1274924" y="4404161"/>
                  </a:lnTo>
                  <a:lnTo>
                    <a:pt x="1270575" y="4395155"/>
                  </a:lnTo>
                  <a:lnTo>
                    <a:pt x="1265963" y="4386148"/>
                  </a:lnTo>
                  <a:lnTo>
                    <a:pt x="1261084" y="4377142"/>
                  </a:lnTo>
                  <a:lnTo>
                    <a:pt x="1255842" y="4368135"/>
                  </a:lnTo>
                  <a:lnTo>
                    <a:pt x="1250299" y="4359129"/>
                  </a:lnTo>
                  <a:lnTo>
                    <a:pt x="1244488" y="4350122"/>
                  </a:lnTo>
                  <a:lnTo>
                    <a:pt x="1238412" y="4341116"/>
                  </a:lnTo>
                  <a:lnTo>
                    <a:pt x="1232010" y="4332109"/>
                  </a:lnTo>
                  <a:lnTo>
                    <a:pt x="1225310" y="4323103"/>
                  </a:lnTo>
                  <a:lnTo>
                    <a:pt x="1218374" y="4314096"/>
                  </a:lnTo>
                  <a:lnTo>
                    <a:pt x="1211211" y="4305090"/>
                  </a:lnTo>
                  <a:lnTo>
                    <a:pt x="1203799" y="4296083"/>
                  </a:lnTo>
                  <a:lnTo>
                    <a:pt x="1196145" y="4287077"/>
                  </a:lnTo>
                  <a:lnTo>
                    <a:pt x="1188327" y="4278071"/>
                  </a:lnTo>
                  <a:lnTo>
                    <a:pt x="1180361" y="4269064"/>
                  </a:lnTo>
                  <a:lnTo>
                    <a:pt x="1172258" y="4260058"/>
                  </a:lnTo>
                  <a:lnTo>
                    <a:pt x="1164031" y="4251051"/>
                  </a:lnTo>
                  <a:lnTo>
                    <a:pt x="1155750" y="4242045"/>
                  </a:lnTo>
                  <a:lnTo>
                    <a:pt x="1147437" y="4233038"/>
                  </a:lnTo>
                  <a:lnTo>
                    <a:pt x="1139116" y="4224032"/>
                  </a:lnTo>
                  <a:lnTo>
                    <a:pt x="1130848" y="4215025"/>
                  </a:lnTo>
                  <a:lnTo>
                    <a:pt x="1122662" y="4206019"/>
                  </a:lnTo>
                  <a:lnTo>
                    <a:pt x="1114581" y="4197012"/>
                  </a:lnTo>
                  <a:lnTo>
                    <a:pt x="1106633" y="4188006"/>
                  </a:lnTo>
                  <a:lnTo>
                    <a:pt x="1098921" y="4178999"/>
                  </a:lnTo>
                  <a:lnTo>
                    <a:pt x="1091444" y="4169993"/>
                  </a:lnTo>
                  <a:lnTo>
                    <a:pt x="1084209" y="4160986"/>
                  </a:lnTo>
                  <a:lnTo>
                    <a:pt x="1077238" y="4151980"/>
                  </a:lnTo>
                  <a:lnTo>
                    <a:pt x="1070646" y="4142974"/>
                  </a:lnTo>
                  <a:lnTo>
                    <a:pt x="1064435" y="4133967"/>
                  </a:lnTo>
                  <a:lnTo>
                    <a:pt x="1058571" y="4124961"/>
                  </a:lnTo>
                  <a:lnTo>
                    <a:pt x="1053066" y="4115954"/>
                  </a:lnTo>
                  <a:lnTo>
                    <a:pt x="1048009" y="4106948"/>
                  </a:lnTo>
                  <a:lnTo>
                    <a:pt x="1043438" y="4097941"/>
                  </a:lnTo>
                  <a:lnTo>
                    <a:pt x="1039258" y="4088935"/>
                  </a:lnTo>
                  <a:lnTo>
                    <a:pt x="1035467" y="4079928"/>
                  </a:lnTo>
                  <a:lnTo>
                    <a:pt x="1032110" y="4070922"/>
                  </a:lnTo>
                  <a:lnTo>
                    <a:pt x="1029257" y="4061915"/>
                  </a:lnTo>
                  <a:lnTo>
                    <a:pt x="1026761" y="4052909"/>
                  </a:lnTo>
                  <a:lnTo>
                    <a:pt x="1024608" y="4043902"/>
                  </a:lnTo>
                  <a:lnTo>
                    <a:pt x="1022791" y="4034896"/>
                  </a:lnTo>
                  <a:lnTo>
                    <a:pt x="1021385" y="4025889"/>
                  </a:lnTo>
                  <a:lnTo>
                    <a:pt x="1020221" y="4016883"/>
                  </a:lnTo>
                  <a:lnTo>
                    <a:pt x="1019274" y="4007877"/>
                  </a:lnTo>
                  <a:lnTo>
                    <a:pt x="1018513" y="3998870"/>
                  </a:lnTo>
                  <a:lnTo>
                    <a:pt x="1017935" y="3989864"/>
                  </a:lnTo>
                  <a:lnTo>
                    <a:pt x="1017428" y="3980857"/>
                  </a:lnTo>
                  <a:lnTo>
                    <a:pt x="1016948" y="3971851"/>
                  </a:lnTo>
                  <a:lnTo>
                    <a:pt x="1016457" y="3962844"/>
                  </a:lnTo>
                  <a:lnTo>
                    <a:pt x="1015871" y="3953838"/>
                  </a:lnTo>
                  <a:lnTo>
                    <a:pt x="1015123" y="3944831"/>
                  </a:lnTo>
                  <a:lnTo>
                    <a:pt x="1014182" y="3935825"/>
                  </a:lnTo>
                  <a:lnTo>
                    <a:pt x="1013010" y="3926818"/>
                  </a:lnTo>
                  <a:lnTo>
                    <a:pt x="1011485" y="3917812"/>
                  </a:lnTo>
                  <a:lnTo>
                    <a:pt x="1009528" y="3908805"/>
                  </a:lnTo>
                  <a:lnTo>
                    <a:pt x="1007169" y="3899799"/>
                  </a:lnTo>
                  <a:lnTo>
                    <a:pt x="1004375" y="3890792"/>
                  </a:lnTo>
                  <a:lnTo>
                    <a:pt x="1001035" y="3881786"/>
                  </a:lnTo>
                  <a:lnTo>
                    <a:pt x="997004" y="3872780"/>
                  </a:lnTo>
                  <a:lnTo>
                    <a:pt x="992407" y="3863773"/>
                  </a:lnTo>
                  <a:lnTo>
                    <a:pt x="987223" y="3854767"/>
                  </a:lnTo>
                  <a:lnTo>
                    <a:pt x="981389" y="3845760"/>
                  </a:lnTo>
                  <a:lnTo>
                    <a:pt x="974665" y="3836754"/>
                  </a:lnTo>
                  <a:lnTo>
                    <a:pt x="967283" y="3827747"/>
                  </a:lnTo>
                  <a:lnTo>
                    <a:pt x="959236" y="3818741"/>
                  </a:lnTo>
                  <a:lnTo>
                    <a:pt x="950517" y="3809734"/>
                  </a:lnTo>
                  <a:lnTo>
                    <a:pt x="940831" y="3800728"/>
                  </a:lnTo>
                  <a:lnTo>
                    <a:pt x="930463" y="3791721"/>
                  </a:lnTo>
                  <a:lnTo>
                    <a:pt x="919433" y="3782715"/>
                  </a:lnTo>
                  <a:lnTo>
                    <a:pt x="907750" y="3773708"/>
                  </a:lnTo>
                  <a:lnTo>
                    <a:pt x="895211" y="3764702"/>
                  </a:lnTo>
                  <a:lnTo>
                    <a:pt x="882000" y="3755696"/>
                  </a:lnTo>
                  <a:lnTo>
                    <a:pt x="868204" y="3746689"/>
                  </a:lnTo>
                  <a:lnTo>
                    <a:pt x="853841" y="3737683"/>
                  </a:lnTo>
                  <a:lnTo>
                    <a:pt x="838801" y="3728676"/>
                  </a:lnTo>
                  <a:lnTo>
                    <a:pt x="823172" y="3719670"/>
                  </a:lnTo>
                  <a:lnTo>
                    <a:pt x="807083" y="3710663"/>
                  </a:lnTo>
                  <a:lnTo>
                    <a:pt x="790559" y="3701657"/>
                  </a:lnTo>
                  <a:lnTo>
                    <a:pt x="773560" y="3692650"/>
                  </a:lnTo>
                  <a:lnTo>
                    <a:pt x="756111" y="3683644"/>
                  </a:lnTo>
                  <a:lnTo>
                    <a:pt x="738349" y="3674637"/>
                  </a:lnTo>
                  <a:lnTo>
                    <a:pt x="720301" y="3665631"/>
                  </a:lnTo>
                  <a:lnTo>
                    <a:pt x="701972" y="3656624"/>
                  </a:lnTo>
                  <a:lnTo>
                    <a:pt x="683360" y="3647618"/>
                  </a:lnTo>
                  <a:lnTo>
                    <a:pt x="664582" y="3638611"/>
                  </a:lnTo>
                  <a:lnTo>
                    <a:pt x="645662" y="3629605"/>
                  </a:lnTo>
                  <a:lnTo>
                    <a:pt x="626623" y="3620599"/>
                  </a:lnTo>
                  <a:lnTo>
                    <a:pt x="607477" y="3611592"/>
                  </a:lnTo>
                  <a:lnTo>
                    <a:pt x="588296" y="3602586"/>
                  </a:lnTo>
                  <a:lnTo>
                    <a:pt x="569101" y="3593579"/>
                  </a:lnTo>
                  <a:lnTo>
                    <a:pt x="549914" y="3584573"/>
                  </a:lnTo>
                  <a:lnTo>
                    <a:pt x="530784" y="3575566"/>
                  </a:lnTo>
                  <a:lnTo>
                    <a:pt x="511735" y="3566560"/>
                  </a:lnTo>
                  <a:lnTo>
                    <a:pt x="492783" y="3557553"/>
                  </a:lnTo>
                  <a:lnTo>
                    <a:pt x="473945" y="3548547"/>
                  </a:lnTo>
                  <a:lnTo>
                    <a:pt x="455289" y="3539540"/>
                  </a:lnTo>
                  <a:lnTo>
                    <a:pt x="436832" y="3530534"/>
                  </a:lnTo>
                  <a:lnTo>
                    <a:pt x="418567" y="3521527"/>
                  </a:lnTo>
                  <a:lnTo>
                    <a:pt x="400510" y="3512521"/>
                  </a:lnTo>
                  <a:lnTo>
                    <a:pt x="382731" y="3503514"/>
                  </a:lnTo>
                  <a:lnTo>
                    <a:pt x="365272" y="3494508"/>
                  </a:lnTo>
                  <a:lnTo>
                    <a:pt x="348091" y="3485502"/>
                  </a:lnTo>
                  <a:lnTo>
                    <a:pt x="331202" y="3476495"/>
                  </a:lnTo>
                  <a:lnTo>
                    <a:pt x="314662" y="3467489"/>
                  </a:lnTo>
                  <a:lnTo>
                    <a:pt x="298566" y="3458482"/>
                  </a:lnTo>
                  <a:lnTo>
                    <a:pt x="282824" y="3449476"/>
                  </a:lnTo>
                  <a:lnTo>
                    <a:pt x="267448" y="3440469"/>
                  </a:lnTo>
                  <a:lnTo>
                    <a:pt x="252465" y="3431463"/>
                  </a:lnTo>
                  <a:lnTo>
                    <a:pt x="238043" y="3422456"/>
                  </a:lnTo>
                  <a:lnTo>
                    <a:pt x="224033" y="3413450"/>
                  </a:lnTo>
                  <a:lnTo>
                    <a:pt x="210442" y="3404443"/>
                  </a:lnTo>
                  <a:lnTo>
                    <a:pt x="197275" y="3395437"/>
                  </a:lnTo>
                  <a:lnTo>
                    <a:pt x="184722" y="3386430"/>
                  </a:lnTo>
                  <a:lnTo>
                    <a:pt x="172627" y="3377424"/>
                  </a:lnTo>
                  <a:lnTo>
                    <a:pt x="160972" y="3368418"/>
                  </a:lnTo>
                  <a:lnTo>
                    <a:pt x="149756" y="3359411"/>
                  </a:lnTo>
                  <a:lnTo>
                    <a:pt x="139119" y="3350405"/>
                  </a:lnTo>
                  <a:lnTo>
                    <a:pt x="128966" y="3341398"/>
                  </a:lnTo>
                  <a:lnTo>
                    <a:pt x="119235" y="3332392"/>
                  </a:lnTo>
                  <a:lnTo>
                    <a:pt x="109919" y="3323385"/>
                  </a:lnTo>
                  <a:lnTo>
                    <a:pt x="101103" y="3314379"/>
                  </a:lnTo>
                  <a:lnTo>
                    <a:pt x="92754" y="3305372"/>
                  </a:lnTo>
                  <a:lnTo>
                    <a:pt x="84776" y="3296366"/>
                  </a:lnTo>
                  <a:lnTo>
                    <a:pt x="77158" y="3287359"/>
                  </a:lnTo>
                  <a:lnTo>
                    <a:pt x="69939" y="3278353"/>
                  </a:lnTo>
                  <a:lnTo>
                    <a:pt x="63144" y="3269346"/>
                  </a:lnTo>
                  <a:lnTo>
                    <a:pt x="56658" y="3260340"/>
                  </a:lnTo>
                  <a:lnTo>
                    <a:pt x="50473" y="3251333"/>
                  </a:lnTo>
                  <a:lnTo>
                    <a:pt x="44601" y="3242327"/>
                  </a:lnTo>
                  <a:lnTo>
                    <a:pt x="39116" y="3233321"/>
                  </a:lnTo>
                  <a:lnTo>
                    <a:pt x="33907" y="3224314"/>
                  </a:lnTo>
                  <a:lnTo>
                    <a:pt x="28972" y="3215308"/>
                  </a:lnTo>
                  <a:lnTo>
                    <a:pt x="24313" y="3206301"/>
                  </a:lnTo>
                  <a:lnTo>
                    <a:pt x="20066" y="3197295"/>
                  </a:lnTo>
                  <a:lnTo>
                    <a:pt x="16125" y="3188288"/>
                  </a:lnTo>
                  <a:lnTo>
                    <a:pt x="12501" y="3179282"/>
                  </a:lnTo>
                  <a:lnTo>
                    <a:pt x="9211" y="3170275"/>
                  </a:lnTo>
                  <a:lnTo>
                    <a:pt x="6418" y="3161269"/>
                  </a:lnTo>
                  <a:lnTo>
                    <a:pt x="4077" y="3152262"/>
                  </a:lnTo>
                  <a:lnTo>
                    <a:pt x="2184" y="3143256"/>
                  </a:lnTo>
                  <a:lnTo>
                    <a:pt x="769" y="3134249"/>
                  </a:lnTo>
                  <a:lnTo>
                    <a:pt x="29" y="3125243"/>
                  </a:lnTo>
                  <a:lnTo>
                    <a:pt x="0" y="3116236"/>
                  </a:lnTo>
                  <a:lnTo>
                    <a:pt x="625" y="3107230"/>
                  </a:lnTo>
                  <a:lnTo>
                    <a:pt x="1948" y="3098224"/>
                  </a:lnTo>
                  <a:lnTo>
                    <a:pt x="4169" y="3089217"/>
                  </a:lnTo>
                  <a:lnTo>
                    <a:pt x="7452" y="3080211"/>
                  </a:lnTo>
                  <a:lnTo>
                    <a:pt x="11637" y="3071204"/>
                  </a:lnTo>
                  <a:lnTo>
                    <a:pt x="16767" y="3062198"/>
                  </a:lnTo>
                  <a:lnTo>
                    <a:pt x="22996" y="3053191"/>
                  </a:lnTo>
                  <a:lnTo>
                    <a:pt x="30671" y="3044185"/>
                  </a:lnTo>
                  <a:lnTo>
                    <a:pt x="39474" y="3035178"/>
                  </a:lnTo>
                  <a:lnTo>
                    <a:pt x="49435" y="3026172"/>
                  </a:lnTo>
                  <a:lnTo>
                    <a:pt x="60607" y="3017165"/>
                  </a:lnTo>
                  <a:lnTo>
                    <a:pt x="73555" y="3008159"/>
                  </a:lnTo>
                  <a:lnTo>
                    <a:pt x="87767" y="2999152"/>
                  </a:lnTo>
                  <a:lnTo>
                    <a:pt x="103251" y="2990146"/>
                  </a:lnTo>
                  <a:lnTo>
                    <a:pt x="120014" y="2981140"/>
                  </a:lnTo>
                  <a:lnTo>
                    <a:pt x="138557" y="2972133"/>
                  </a:lnTo>
                  <a:lnTo>
                    <a:pt x="158445" y="2963127"/>
                  </a:lnTo>
                  <a:lnTo>
                    <a:pt x="179574" y="2954120"/>
                  </a:lnTo>
                  <a:lnTo>
                    <a:pt x="201923" y="2945114"/>
                  </a:lnTo>
                  <a:lnTo>
                    <a:pt x="225806" y="2936107"/>
                  </a:lnTo>
                  <a:lnTo>
                    <a:pt x="250965" y="2927101"/>
                  </a:lnTo>
                  <a:lnTo>
                    <a:pt x="277174" y="2918094"/>
                  </a:lnTo>
                  <a:lnTo>
                    <a:pt x="304384" y="2909088"/>
                  </a:lnTo>
                  <a:lnTo>
                    <a:pt x="332725" y="2900081"/>
                  </a:lnTo>
                  <a:lnTo>
                    <a:pt x="362076" y="2891075"/>
                  </a:lnTo>
                  <a:lnTo>
                    <a:pt x="392150" y="2882068"/>
                  </a:lnTo>
                  <a:lnTo>
                    <a:pt x="422878" y="2873062"/>
                  </a:lnTo>
                  <a:lnTo>
                    <a:pt x="454249" y="2864055"/>
                  </a:lnTo>
                  <a:lnTo>
                    <a:pt x="486192" y="2855049"/>
                  </a:lnTo>
                  <a:lnTo>
                    <a:pt x="518446" y="2846043"/>
                  </a:lnTo>
                  <a:lnTo>
                    <a:pt x="550935" y="2837036"/>
                  </a:lnTo>
                  <a:lnTo>
                    <a:pt x="583585" y="2828030"/>
                  </a:lnTo>
                  <a:lnTo>
                    <a:pt x="616253" y="2819023"/>
                  </a:lnTo>
                  <a:lnTo>
                    <a:pt x="648805" y="2810017"/>
                  </a:lnTo>
                  <a:lnTo>
                    <a:pt x="681170" y="2801010"/>
                  </a:lnTo>
                  <a:lnTo>
                    <a:pt x="713278" y="2792004"/>
                  </a:lnTo>
                  <a:lnTo>
                    <a:pt x="744849" y="2782997"/>
                  </a:lnTo>
                  <a:lnTo>
                    <a:pt x="775913" y="2773991"/>
                  </a:lnTo>
                  <a:lnTo>
                    <a:pt x="806425" y="2764984"/>
                  </a:lnTo>
                  <a:lnTo>
                    <a:pt x="836331" y="2755978"/>
                  </a:lnTo>
                  <a:lnTo>
                    <a:pt x="865318" y="2746971"/>
                  </a:lnTo>
                  <a:lnTo>
                    <a:pt x="893443" y="2737965"/>
                  </a:lnTo>
                  <a:lnTo>
                    <a:pt x="920756" y="2728958"/>
                  </a:lnTo>
                  <a:lnTo>
                    <a:pt x="947221" y="2719952"/>
                  </a:lnTo>
                  <a:lnTo>
                    <a:pt x="972572" y="2710946"/>
                  </a:lnTo>
                  <a:lnTo>
                    <a:pt x="996798" y="2701939"/>
                  </a:lnTo>
                  <a:lnTo>
                    <a:pt x="1020069" y="2692933"/>
                  </a:lnTo>
                  <a:lnTo>
                    <a:pt x="1042373" y="2683926"/>
                  </a:lnTo>
                  <a:lnTo>
                    <a:pt x="1063535" y="2674920"/>
                  </a:lnTo>
                  <a:lnTo>
                    <a:pt x="1083425" y="2665913"/>
                  </a:lnTo>
                  <a:lnTo>
                    <a:pt x="1102334" y="2656907"/>
                  </a:lnTo>
                  <a:lnTo>
                    <a:pt x="1120267" y="2647900"/>
                  </a:lnTo>
                  <a:lnTo>
                    <a:pt x="1137155" y="2638894"/>
                  </a:lnTo>
                  <a:lnTo>
                    <a:pt x="1152743" y="2629887"/>
                  </a:lnTo>
                  <a:lnTo>
                    <a:pt x="1167413" y="2620881"/>
                  </a:lnTo>
                  <a:lnTo>
                    <a:pt x="1181185" y="2611874"/>
                  </a:lnTo>
                  <a:lnTo>
                    <a:pt x="1194077" y="2602868"/>
                  </a:lnTo>
                  <a:lnTo>
                    <a:pt x="1205750" y="2593861"/>
                  </a:lnTo>
                  <a:lnTo>
                    <a:pt x="1216625" y="2584855"/>
                  </a:lnTo>
                  <a:lnTo>
                    <a:pt x="1226731" y="2575849"/>
                  </a:lnTo>
                  <a:lnTo>
                    <a:pt x="1236093" y="2566842"/>
                  </a:lnTo>
                  <a:lnTo>
                    <a:pt x="1244497" y="2557836"/>
                  </a:lnTo>
                  <a:lnTo>
                    <a:pt x="1252193" y="2548829"/>
                  </a:lnTo>
                  <a:lnTo>
                    <a:pt x="1259269" y="2539823"/>
                  </a:lnTo>
                  <a:lnTo>
                    <a:pt x="1265752" y="2530816"/>
                  </a:lnTo>
                  <a:lnTo>
                    <a:pt x="1271524" y="2521810"/>
                  </a:lnTo>
                  <a:lnTo>
                    <a:pt x="1276701" y="2512803"/>
                  </a:lnTo>
                  <a:lnTo>
                    <a:pt x="1281402" y="2503797"/>
                  </a:lnTo>
                  <a:lnTo>
                    <a:pt x="1285651" y="2494790"/>
                  </a:lnTo>
                  <a:lnTo>
                    <a:pt x="1289395" y="2485784"/>
                  </a:lnTo>
                  <a:lnTo>
                    <a:pt x="1292657" y="2476777"/>
                  </a:lnTo>
                  <a:lnTo>
                    <a:pt x="1295564" y="2467771"/>
                  </a:lnTo>
                  <a:lnTo>
                    <a:pt x="1298135" y="2458765"/>
                  </a:lnTo>
                  <a:lnTo>
                    <a:pt x="1300355" y="2449758"/>
                  </a:lnTo>
                  <a:lnTo>
                    <a:pt x="1302189" y="2440752"/>
                  </a:lnTo>
                  <a:lnTo>
                    <a:pt x="1303758" y="2431745"/>
                  </a:lnTo>
                  <a:lnTo>
                    <a:pt x="1305072" y="2422739"/>
                  </a:lnTo>
                  <a:lnTo>
                    <a:pt x="1306139" y="2413732"/>
                  </a:lnTo>
                  <a:lnTo>
                    <a:pt x="1306884" y="2404726"/>
                  </a:lnTo>
                  <a:lnTo>
                    <a:pt x="1307419" y="2395719"/>
                  </a:lnTo>
                  <a:lnTo>
                    <a:pt x="1307748" y="2386713"/>
                  </a:lnTo>
                  <a:lnTo>
                    <a:pt x="1307876" y="2377706"/>
                  </a:lnTo>
                  <a:lnTo>
                    <a:pt x="1307734" y="2368700"/>
                  </a:lnTo>
                  <a:lnTo>
                    <a:pt x="1307391" y="2359693"/>
                  </a:lnTo>
                  <a:lnTo>
                    <a:pt x="1306858" y="2350687"/>
                  </a:lnTo>
                  <a:lnTo>
                    <a:pt x="1306135" y="2341680"/>
                  </a:lnTo>
                  <a:lnTo>
                    <a:pt x="1305162" y="2332674"/>
                  </a:lnTo>
                  <a:lnTo>
                    <a:pt x="1303964" y="2323668"/>
                  </a:lnTo>
                  <a:lnTo>
                    <a:pt x="1302567" y="2314661"/>
                  </a:lnTo>
                  <a:lnTo>
                    <a:pt x="1300966" y="2305655"/>
                  </a:lnTo>
                  <a:lnTo>
                    <a:pt x="1299107" y="2296648"/>
                  </a:lnTo>
                  <a:lnTo>
                    <a:pt x="1296976" y="2287642"/>
                  </a:lnTo>
                  <a:lnTo>
                    <a:pt x="1294617" y="2278635"/>
                  </a:lnTo>
                  <a:lnTo>
                    <a:pt x="1292022" y="2269629"/>
                  </a:lnTo>
                  <a:lnTo>
                    <a:pt x="1289149" y="2260622"/>
                  </a:lnTo>
                  <a:lnTo>
                    <a:pt x="1285940" y="2251616"/>
                  </a:lnTo>
                  <a:lnTo>
                    <a:pt x="1282465" y="2242609"/>
                  </a:lnTo>
                  <a:lnTo>
                    <a:pt x="1278717" y="2233603"/>
                  </a:lnTo>
                  <a:lnTo>
                    <a:pt x="1274672" y="2224596"/>
                  </a:lnTo>
                  <a:lnTo>
                    <a:pt x="1270220" y="2215590"/>
                  </a:lnTo>
                  <a:lnTo>
                    <a:pt x="1265468" y="2206583"/>
                  </a:lnTo>
                  <a:lnTo>
                    <a:pt x="1260411" y="2197577"/>
                  </a:lnTo>
                  <a:lnTo>
                    <a:pt x="1255045" y="2188571"/>
                  </a:lnTo>
                  <a:lnTo>
                    <a:pt x="1249228" y="2179564"/>
                  </a:lnTo>
                  <a:lnTo>
                    <a:pt x="1243084" y="2170558"/>
                  </a:lnTo>
                  <a:lnTo>
                    <a:pt x="1236621" y="2161551"/>
                  </a:lnTo>
                  <a:lnTo>
                    <a:pt x="1229840" y="2152545"/>
                  </a:lnTo>
                  <a:lnTo>
                    <a:pt x="1222633" y="2143538"/>
                  </a:lnTo>
                  <a:lnTo>
                    <a:pt x="1215080" y="2134532"/>
                  </a:lnTo>
                  <a:lnTo>
                    <a:pt x="1207224" y="2125525"/>
                  </a:lnTo>
                  <a:lnTo>
                    <a:pt x="1199070" y="2116519"/>
                  </a:lnTo>
                  <a:lnTo>
                    <a:pt x="1190554" y="2107512"/>
                  </a:lnTo>
                  <a:lnTo>
                    <a:pt x="1181714" y="2098506"/>
                  </a:lnTo>
                  <a:lnTo>
                    <a:pt x="1172621" y="2089499"/>
                  </a:lnTo>
                  <a:lnTo>
                    <a:pt x="1163286" y="2080493"/>
                  </a:lnTo>
                  <a:lnTo>
                    <a:pt x="1153688" y="2071487"/>
                  </a:lnTo>
                  <a:lnTo>
                    <a:pt x="1143840" y="2062480"/>
                  </a:lnTo>
                  <a:lnTo>
                    <a:pt x="1133822" y="2053474"/>
                  </a:lnTo>
                  <a:lnTo>
                    <a:pt x="1123653" y="2044467"/>
                  </a:lnTo>
                  <a:lnTo>
                    <a:pt x="1113344" y="2035461"/>
                  </a:lnTo>
                  <a:lnTo>
                    <a:pt x="1102909" y="2026454"/>
                  </a:lnTo>
                  <a:lnTo>
                    <a:pt x="1092418" y="2017448"/>
                  </a:lnTo>
                  <a:lnTo>
                    <a:pt x="1081892" y="2008441"/>
                  </a:lnTo>
                  <a:lnTo>
                    <a:pt x="1071354" y="1999435"/>
                  </a:lnTo>
                  <a:lnTo>
                    <a:pt x="1060859" y="1990428"/>
                  </a:lnTo>
                  <a:lnTo>
                    <a:pt x="1050435" y="1981422"/>
                  </a:lnTo>
                  <a:lnTo>
                    <a:pt x="1040105" y="1972415"/>
                  </a:lnTo>
                  <a:lnTo>
                    <a:pt x="1029891" y="1963409"/>
                  </a:lnTo>
                  <a:lnTo>
                    <a:pt x="1019890" y="1954402"/>
                  </a:lnTo>
                  <a:lnTo>
                    <a:pt x="1010098" y="1945396"/>
                  </a:lnTo>
                  <a:lnTo>
                    <a:pt x="1000525" y="1936390"/>
                  </a:lnTo>
                  <a:lnTo>
                    <a:pt x="991191" y="1927383"/>
                  </a:lnTo>
                  <a:lnTo>
                    <a:pt x="982203" y="1918377"/>
                  </a:lnTo>
                  <a:lnTo>
                    <a:pt x="973568" y="1909370"/>
                  </a:lnTo>
                  <a:lnTo>
                    <a:pt x="965257" y="1900364"/>
                  </a:lnTo>
                  <a:lnTo>
                    <a:pt x="957287" y="1891357"/>
                  </a:lnTo>
                  <a:lnTo>
                    <a:pt x="949753" y="1882351"/>
                  </a:lnTo>
                  <a:lnTo>
                    <a:pt x="942705" y="1873344"/>
                  </a:lnTo>
                  <a:lnTo>
                    <a:pt x="936061" y="1864338"/>
                  </a:lnTo>
                  <a:lnTo>
                    <a:pt x="929833" y="1855331"/>
                  </a:lnTo>
                  <a:lnTo>
                    <a:pt x="924087" y="1846325"/>
                  </a:lnTo>
                  <a:lnTo>
                    <a:pt x="918936" y="1837318"/>
                  </a:lnTo>
                  <a:lnTo>
                    <a:pt x="914244" y="1828312"/>
                  </a:lnTo>
                  <a:lnTo>
                    <a:pt x="910017" y="1819305"/>
                  </a:lnTo>
                  <a:lnTo>
                    <a:pt x="906279" y="1810299"/>
                  </a:lnTo>
                  <a:lnTo>
                    <a:pt x="903224" y="1801293"/>
                  </a:lnTo>
                  <a:lnTo>
                    <a:pt x="900658" y="1792286"/>
                  </a:lnTo>
                  <a:lnTo>
                    <a:pt x="898583" y="1783280"/>
                  </a:lnTo>
                  <a:lnTo>
                    <a:pt x="897001" y="1774273"/>
                  </a:lnTo>
                  <a:lnTo>
                    <a:pt x="896120" y="1765267"/>
                  </a:lnTo>
                  <a:lnTo>
                    <a:pt x="895763" y="1756260"/>
                  </a:lnTo>
                  <a:lnTo>
                    <a:pt x="895905" y="1747254"/>
                  </a:lnTo>
                  <a:lnTo>
                    <a:pt x="896547" y="1738247"/>
                  </a:lnTo>
                  <a:lnTo>
                    <a:pt x="897847" y="1729241"/>
                  </a:lnTo>
                  <a:lnTo>
                    <a:pt x="899710" y="1720234"/>
                  </a:lnTo>
                  <a:lnTo>
                    <a:pt x="902066" y="1711228"/>
                  </a:lnTo>
                  <a:lnTo>
                    <a:pt x="904910" y="1702221"/>
                  </a:lnTo>
                  <a:lnTo>
                    <a:pt x="908354" y="1693215"/>
                  </a:lnTo>
                  <a:lnTo>
                    <a:pt x="912379" y="1684209"/>
                  </a:lnTo>
                  <a:lnTo>
                    <a:pt x="916872" y="1675202"/>
                  </a:lnTo>
                  <a:lnTo>
                    <a:pt x="921826" y="1666196"/>
                  </a:lnTo>
                  <a:lnTo>
                    <a:pt x="927301" y="1657189"/>
                  </a:lnTo>
                  <a:lnTo>
                    <a:pt x="933346" y="1648183"/>
                  </a:lnTo>
                  <a:lnTo>
                    <a:pt x="939812" y="1639176"/>
                  </a:lnTo>
                  <a:lnTo>
                    <a:pt x="946688" y="1630170"/>
                  </a:lnTo>
                  <a:lnTo>
                    <a:pt x="953987" y="1621163"/>
                  </a:lnTo>
                  <a:lnTo>
                    <a:pt x="961805" y="1612157"/>
                  </a:lnTo>
                  <a:lnTo>
                    <a:pt x="969971" y="1603150"/>
                  </a:lnTo>
                  <a:lnTo>
                    <a:pt x="978469" y="1594144"/>
                  </a:lnTo>
                  <a:lnTo>
                    <a:pt x="987282" y="1585137"/>
                  </a:lnTo>
                  <a:lnTo>
                    <a:pt x="996502" y="1576131"/>
                  </a:lnTo>
                  <a:lnTo>
                    <a:pt x="1005975" y="1567124"/>
                  </a:lnTo>
                  <a:lnTo>
                    <a:pt x="1015675" y="1558118"/>
                  </a:lnTo>
                  <a:lnTo>
                    <a:pt x="1025581" y="1549112"/>
                  </a:lnTo>
                  <a:lnTo>
                    <a:pt x="1035720" y="1540105"/>
                  </a:lnTo>
                  <a:lnTo>
                    <a:pt x="1046002" y="1531099"/>
                  </a:lnTo>
                  <a:lnTo>
                    <a:pt x="1056389" y="1522092"/>
                  </a:lnTo>
                  <a:lnTo>
                    <a:pt x="1066856" y="1513086"/>
                  </a:lnTo>
                  <a:lnTo>
                    <a:pt x="1077384" y="1504079"/>
                  </a:lnTo>
                  <a:lnTo>
                    <a:pt x="1087917" y="1495073"/>
                  </a:lnTo>
                  <a:lnTo>
                    <a:pt x="1098426" y="1486066"/>
                  </a:lnTo>
                  <a:lnTo>
                    <a:pt x="1108889" y="1477060"/>
                  </a:lnTo>
                  <a:lnTo>
                    <a:pt x="1119262" y="1468053"/>
                  </a:lnTo>
                  <a:lnTo>
                    <a:pt x="1129490" y="1459047"/>
                  </a:lnTo>
                  <a:lnTo>
                    <a:pt x="1139575" y="1450040"/>
                  </a:lnTo>
                  <a:lnTo>
                    <a:pt x="1149500" y="1441034"/>
                  </a:lnTo>
                  <a:lnTo>
                    <a:pt x="1159224" y="1432027"/>
                  </a:lnTo>
                  <a:lnTo>
                    <a:pt x="1168661" y="1423021"/>
                  </a:lnTo>
                  <a:lnTo>
                    <a:pt x="1177862" y="1414015"/>
                  </a:lnTo>
                  <a:lnTo>
                    <a:pt x="1186814" y="1405008"/>
                  </a:lnTo>
                  <a:lnTo>
                    <a:pt x="1195503" y="1396002"/>
                  </a:lnTo>
                  <a:lnTo>
                    <a:pt x="1203787" y="1386995"/>
                  </a:lnTo>
                  <a:lnTo>
                    <a:pt x="1211777" y="1377989"/>
                  </a:lnTo>
                  <a:lnTo>
                    <a:pt x="1219467" y="1368982"/>
                  </a:lnTo>
                  <a:lnTo>
                    <a:pt x="1226851" y="1359976"/>
                  </a:lnTo>
                  <a:lnTo>
                    <a:pt x="1233801" y="1350969"/>
                  </a:lnTo>
                  <a:lnTo>
                    <a:pt x="1240412" y="1341963"/>
                  </a:lnTo>
                  <a:lnTo>
                    <a:pt x="1246706" y="1332956"/>
                  </a:lnTo>
                  <a:lnTo>
                    <a:pt x="1252684" y="1323950"/>
                  </a:lnTo>
                  <a:lnTo>
                    <a:pt x="1258254" y="1314943"/>
                  </a:lnTo>
                  <a:lnTo>
                    <a:pt x="1263468" y="1305937"/>
                  </a:lnTo>
                  <a:lnTo>
                    <a:pt x="1268379" y="1296930"/>
                  </a:lnTo>
                  <a:lnTo>
                    <a:pt x="1272993" y="1287924"/>
                  </a:lnTo>
                  <a:lnTo>
                    <a:pt x="1277255" y="1278918"/>
                  </a:lnTo>
                  <a:lnTo>
                    <a:pt x="1281172" y="1269911"/>
                  </a:lnTo>
                  <a:lnTo>
                    <a:pt x="1284823" y="1260905"/>
                  </a:lnTo>
                  <a:lnTo>
                    <a:pt x="1288214" y="1251898"/>
                  </a:lnTo>
                  <a:lnTo>
                    <a:pt x="1291323" y="1242892"/>
                  </a:lnTo>
                  <a:lnTo>
                    <a:pt x="1294120" y="1233885"/>
                  </a:lnTo>
                  <a:lnTo>
                    <a:pt x="1296695" y="1224879"/>
                  </a:lnTo>
                  <a:lnTo>
                    <a:pt x="1299058" y="1215872"/>
                  </a:lnTo>
                  <a:lnTo>
                    <a:pt x="1301206" y="1206866"/>
                  </a:lnTo>
                  <a:lnTo>
                    <a:pt x="1303087" y="1197859"/>
                  </a:lnTo>
                  <a:lnTo>
                    <a:pt x="1304792" y="1188853"/>
                  </a:lnTo>
                  <a:lnTo>
                    <a:pt x="1306327" y="1179846"/>
                  </a:lnTo>
                  <a:lnTo>
                    <a:pt x="1307701" y="1170840"/>
                  </a:lnTo>
                  <a:lnTo>
                    <a:pt x="1308863" y="1161834"/>
                  </a:lnTo>
                  <a:lnTo>
                    <a:pt x="1309880" y="1152827"/>
                  </a:lnTo>
                  <a:lnTo>
                    <a:pt x="1310764" y="1143821"/>
                  </a:lnTo>
                  <a:lnTo>
                    <a:pt x="1311520" y="1134814"/>
                  </a:lnTo>
                  <a:lnTo>
                    <a:pt x="1312114" y="1125808"/>
                  </a:lnTo>
                  <a:lnTo>
                    <a:pt x="1312579" y="1116801"/>
                  </a:lnTo>
                  <a:lnTo>
                    <a:pt x="1312933" y="1107795"/>
                  </a:lnTo>
                  <a:lnTo>
                    <a:pt x="1313178" y="1098788"/>
                  </a:lnTo>
                  <a:lnTo>
                    <a:pt x="1313289" y="1089782"/>
                  </a:lnTo>
                  <a:lnTo>
                    <a:pt x="1313274" y="1080775"/>
                  </a:lnTo>
                  <a:lnTo>
                    <a:pt x="1313153" y="1071769"/>
                  </a:lnTo>
                  <a:lnTo>
                    <a:pt x="1312926" y="1062762"/>
                  </a:lnTo>
                  <a:lnTo>
                    <a:pt x="1312574" y="1053756"/>
                  </a:lnTo>
                  <a:lnTo>
                    <a:pt x="1312078" y="1044749"/>
                  </a:lnTo>
                  <a:lnTo>
                    <a:pt x="1311466" y="1035743"/>
                  </a:lnTo>
                  <a:lnTo>
                    <a:pt x="1310735" y="1026737"/>
                  </a:lnTo>
                  <a:lnTo>
                    <a:pt x="1309870" y="1017730"/>
                  </a:lnTo>
                  <a:lnTo>
                    <a:pt x="1308824" y="1008724"/>
                  </a:lnTo>
                  <a:lnTo>
                    <a:pt x="1307636" y="999717"/>
                  </a:lnTo>
                  <a:lnTo>
                    <a:pt x="1306301" y="990711"/>
                  </a:lnTo>
                  <a:lnTo>
                    <a:pt x="1304814" y="981704"/>
                  </a:lnTo>
                  <a:lnTo>
                    <a:pt x="1303089" y="972698"/>
                  </a:lnTo>
                  <a:lnTo>
                    <a:pt x="1301186" y="963691"/>
                  </a:lnTo>
                  <a:lnTo>
                    <a:pt x="1299099" y="954685"/>
                  </a:lnTo>
                  <a:lnTo>
                    <a:pt x="1296820" y="945678"/>
                  </a:lnTo>
                  <a:lnTo>
                    <a:pt x="1294266" y="936672"/>
                  </a:lnTo>
                  <a:lnTo>
                    <a:pt x="1291475" y="927665"/>
                  </a:lnTo>
                  <a:lnTo>
                    <a:pt x="1288460" y="918659"/>
                  </a:lnTo>
                  <a:lnTo>
                    <a:pt x="1285216" y="909652"/>
                  </a:lnTo>
                  <a:lnTo>
                    <a:pt x="1281665" y="900646"/>
                  </a:lnTo>
                  <a:lnTo>
                    <a:pt x="1277819" y="891640"/>
                  </a:lnTo>
                  <a:lnTo>
                    <a:pt x="1273718" y="882633"/>
                  </a:lnTo>
                  <a:lnTo>
                    <a:pt x="1269356" y="873627"/>
                  </a:lnTo>
                  <a:lnTo>
                    <a:pt x="1264680" y="864620"/>
                  </a:lnTo>
                  <a:lnTo>
                    <a:pt x="1259664" y="855614"/>
                  </a:lnTo>
                  <a:lnTo>
                    <a:pt x="1254381" y="846607"/>
                  </a:lnTo>
                  <a:lnTo>
                    <a:pt x="1248830" y="837601"/>
                  </a:lnTo>
                  <a:lnTo>
                    <a:pt x="1242985" y="828594"/>
                  </a:lnTo>
                  <a:lnTo>
                    <a:pt x="1236791" y="819588"/>
                  </a:lnTo>
                  <a:lnTo>
                    <a:pt x="1230349" y="810581"/>
                  </a:lnTo>
                  <a:lnTo>
                    <a:pt x="1223666" y="801575"/>
                  </a:lnTo>
                  <a:lnTo>
                    <a:pt x="1216746" y="792568"/>
                  </a:lnTo>
                  <a:lnTo>
                    <a:pt x="1209523" y="783562"/>
                  </a:lnTo>
                  <a:lnTo>
                    <a:pt x="1202111" y="774556"/>
                  </a:lnTo>
                  <a:lnTo>
                    <a:pt x="1194529" y="765549"/>
                  </a:lnTo>
                  <a:lnTo>
                    <a:pt x="1186791" y="756543"/>
                  </a:lnTo>
                  <a:lnTo>
                    <a:pt x="1178881" y="747536"/>
                  </a:lnTo>
                  <a:lnTo>
                    <a:pt x="1170881" y="738530"/>
                  </a:lnTo>
                  <a:lnTo>
                    <a:pt x="1162823" y="729523"/>
                  </a:lnTo>
                  <a:lnTo>
                    <a:pt x="1154729" y="720517"/>
                  </a:lnTo>
                  <a:lnTo>
                    <a:pt x="1146641" y="711510"/>
                  </a:lnTo>
                  <a:lnTo>
                    <a:pt x="1138615" y="702504"/>
                  </a:lnTo>
                  <a:lnTo>
                    <a:pt x="1130677" y="693497"/>
                  </a:lnTo>
                  <a:lnTo>
                    <a:pt x="1122858" y="684491"/>
                  </a:lnTo>
                  <a:lnTo>
                    <a:pt x="1115232" y="675484"/>
                  </a:lnTo>
                  <a:lnTo>
                    <a:pt x="1107869" y="666478"/>
                  </a:lnTo>
                  <a:lnTo>
                    <a:pt x="1100759" y="657471"/>
                  </a:lnTo>
                  <a:lnTo>
                    <a:pt x="1093933" y="648465"/>
                  </a:lnTo>
                  <a:lnTo>
                    <a:pt x="1087471" y="639459"/>
                  </a:lnTo>
                  <a:lnTo>
                    <a:pt x="1081496" y="630452"/>
                  </a:lnTo>
                  <a:lnTo>
                    <a:pt x="1075933" y="621446"/>
                  </a:lnTo>
                  <a:lnTo>
                    <a:pt x="1070804" y="612439"/>
                  </a:lnTo>
                  <a:lnTo>
                    <a:pt x="1066162" y="603433"/>
                  </a:lnTo>
                  <a:lnTo>
                    <a:pt x="1062223" y="594426"/>
                  </a:lnTo>
                  <a:lnTo>
                    <a:pt x="1058815" y="585420"/>
                  </a:lnTo>
                  <a:lnTo>
                    <a:pt x="1055955" y="576413"/>
                  </a:lnTo>
                  <a:lnTo>
                    <a:pt x="1053656" y="567407"/>
                  </a:lnTo>
                  <a:lnTo>
                    <a:pt x="1052185" y="558400"/>
                  </a:lnTo>
                  <a:lnTo>
                    <a:pt x="1051327" y="549394"/>
                  </a:lnTo>
                  <a:lnTo>
                    <a:pt x="1051066" y="540387"/>
                  </a:lnTo>
                  <a:lnTo>
                    <a:pt x="1051404" y="531381"/>
                  </a:lnTo>
                  <a:lnTo>
                    <a:pt x="1052541" y="522374"/>
                  </a:lnTo>
                  <a:lnTo>
                    <a:pt x="1054335" y="513368"/>
                  </a:lnTo>
                  <a:lnTo>
                    <a:pt x="1056704" y="504362"/>
                  </a:lnTo>
                  <a:lnTo>
                    <a:pt x="1059637" y="495355"/>
                  </a:lnTo>
                  <a:lnTo>
                    <a:pt x="1063255" y="486349"/>
                  </a:lnTo>
                  <a:lnTo>
                    <a:pt x="1067490" y="477342"/>
                  </a:lnTo>
                  <a:lnTo>
                    <a:pt x="1072212" y="468336"/>
                  </a:lnTo>
                  <a:lnTo>
                    <a:pt x="1077399" y="459329"/>
                  </a:lnTo>
                  <a:lnTo>
                    <a:pt x="1083095" y="450323"/>
                  </a:lnTo>
                  <a:lnTo>
                    <a:pt x="1089292" y="441316"/>
                  </a:lnTo>
                  <a:lnTo>
                    <a:pt x="1095836" y="432310"/>
                  </a:lnTo>
                  <a:lnTo>
                    <a:pt x="1102700" y="423303"/>
                  </a:lnTo>
                  <a:lnTo>
                    <a:pt x="1109875" y="414297"/>
                  </a:lnTo>
                  <a:lnTo>
                    <a:pt x="1117370" y="405290"/>
                  </a:lnTo>
                  <a:lnTo>
                    <a:pt x="1125050" y="396284"/>
                  </a:lnTo>
                  <a:lnTo>
                    <a:pt x="1132884" y="387278"/>
                  </a:lnTo>
                  <a:lnTo>
                    <a:pt x="1140844" y="378271"/>
                  </a:lnTo>
                  <a:lnTo>
                    <a:pt x="1148910" y="369265"/>
                  </a:lnTo>
                  <a:lnTo>
                    <a:pt x="1157000" y="360258"/>
                  </a:lnTo>
                  <a:lnTo>
                    <a:pt x="1165087" y="351252"/>
                  </a:lnTo>
                  <a:lnTo>
                    <a:pt x="1173146" y="342245"/>
                  </a:lnTo>
                  <a:lnTo>
                    <a:pt x="1181110" y="333239"/>
                  </a:lnTo>
                  <a:lnTo>
                    <a:pt x="1188957" y="324232"/>
                  </a:lnTo>
                  <a:lnTo>
                    <a:pt x="1196672" y="315226"/>
                  </a:lnTo>
                  <a:lnTo>
                    <a:pt x="1204238" y="306219"/>
                  </a:lnTo>
                  <a:lnTo>
                    <a:pt x="1211577" y="297213"/>
                  </a:lnTo>
                  <a:lnTo>
                    <a:pt x="1218680" y="288206"/>
                  </a:lnTo>
                  <a:lnTo>
                    <a:pt x="1225564" y="279200"/>
                  </a:lnTo>
                  <a:lnTo>
                    <a:pt x="1232219" y="270193"/>
                  </a:lnTo>
                  <a:lnTo>
                    <a:pt x="1238585" y="261187"/>
                  </a:lnTo>
                  <a:lnTo>
                    <a:pt x="1244631" y="252181"/>
                  </a:lnTo>
                  <a:lnTo>
                    <a:pt x="1250416" y="243174"/>
                  </a:lnTo>
                  <a:lnTo>
                    <a:pt x="1255938" y="234168"/>
                  </a:lnTo>
                  <a:lnTo>
                    <a:pt x="1261162" y="225161"/>
                  </a:lnTo>
                  <a:lnTo>
                    <a:pt x="1266027" y="216155"/>
                  </a:lnTo>
                  <a:lnTo>
                    <a:pt x="1270627" y="207148"/>
                  </a:lnTo>
                  <a:lnTo>
                    <a:pt x="1274966" y="198142"/>
                  </a:lnTo>
                  <a:lnTo>
                    <a:pt x="1279037" y="189135"/>
                  </a:lnTo>
                  <a:lnTo>
                    <a:pt x="1282751" y="180129"/>
                  </a:lnTo>
                  <a:lnTo>
                    <a:pt x="1286223" y="171122"/>
                  </a:lnTo>
                  <a:lnTo>
                    <a:pt x="1289461" y="162116"/>
                  </a:lnTo>
                  <a:lnTo>
                    <a:pt x="1292470" y="153109"/>
                  </a:lnTo>
                  <a:lnTo>
                    <a:pt x="1295177" y="144103"/>
                  </a:lnTo>
                  <a:lnTo>
                    <a:pt x="1297670" y="135096"/>
                  </a:lnTo>
                  <a:lnTo>
                    <a:pt x="1299970" y="126090"/>
                  </a:lnTo>
                  <a:lnTo>
                    <a:pt x="1302085" y="117084"/>
                  </a:lnTo>
                  <a:lnTo>
                    <a:pt x="1303971" y="108077"/>
                  </a:lnTo>
                  <a:lnTo>
                    <a:pt x="1305677" y="99071"/>
                  </a:lnTo>
                  <a:lnTo>
                    <a:pt x="1307235" y="90064"/>
                  </a:lnTo>
                  <a:lnTo>
                    <a:pt x="1308651" y="81058"/>
                  </a:lnTo>
                  <a:lnTo>
                    <a:pt x="1309908" y="72051"/>
                  </a:lnTo>
                  <a:lnTo>
                    <a:pt x="1311022" y="63045"/>
                  </a:lnTo>
                  <a:lnTo>
                    <a:pt x="1312028" y="54038"/>
                  </a:lnTo>
                  <a:lnTo>
                    <a:pt x="1312935" y="45032"/>
                  </a:lnTo>
                  <a:lnTo>
                    <a:pt x="1313736" y="36025"/>
                  </a:lnTo>
                  <a:lnTo>
                    <a:pt x="1314430" y="27019"/>
                  </a:lnTo>
                  <a:lnTo>
                    <a:pt x="1315051" y="18012"/>
                  </a:lnTo>
                  <a:lnTo>
                    <a:pt x="1315606" y="9006"/>
                  </a:lnTo>
                  <a:lnTo>
                    <a:pt x="1316094" y="0"/>
                  </a:lnTo>
                  <a:lnTo>
                    <a:pt x="1322127" y="0"/>
                  </a:lnTo>
                  <a:lnTo>
                    <a:pt x="1322615" y="9006"/>
                  </a:lnTo>
                  <a:lnTo>
                    <a:pt x="1323169" y="18012"/>
                  </a:lnTo>
                  <a:lnTo>
                    <a:pt x="1323791" y="27019"/>
                  </a:lnTo>
                  <a:lnTo>
                    <a:pt x="1324485" y="36025"/>
                  </a:lnTo>
                  <a:lnTo>
                    <a:pt x="1325286" y="45032"/>
                  </a:lnTo>
                  <a:lnTo>
                    <a:pt x="1326192" y="54038"/>
                  </a:lnTo>
                  <a:lnTo>
                    <a:pt x="1327199" y="63045"/>
                  </a:lnTo>
                  <a:lnTo>
                    <a:pt x="1328313" y="72051"/>
                  </a:lnTo>
                  <a:lnTo>
                    <a:pt x="1329569" y="81058"/>
                  </a:lnTo>
                  <a:lnTo>
                    <a:pt x="1330986" y="90064"/>
                  </a:lnTo>
                  <a:lnTo>
                    <a:pt x="1332544" y="99071"/>
                  </a:lnTo>
                  <a:lnTo>
                    <a:pt x="1334250" y="108077"/>
                  </a:lnTo>
                  <a:lnTo>
                    <a:pt x="1336136" y="117084"/>
                  </a:lnTo>
                  <a:lnTo>
                    <a:pt x="1338251" y="126090"/>
                  </a:lnTo>
                  <a:lnTo>
                    <a:pt x="1340551" y="135096"/>
                  </a:lnTo>
                  <a:lnTo>
                    <a:pt x="1343044" y="144103"/>
                  </a:lnTo>
                  <a:lnTo>
                    <a:pt x="1345751" y="153109"/>
                  </a:lnTo>
                  <a:lnTo>
                    <a:pt x="1348760" y="162116"/>
                  </a:lnTo>
                  <a:lnTo>
                    <a:pt x="1351998" y="171122"/>
                  </a:lnTo>
                  <a:lnTo>
                    <a:pt x="1355470" y="180129"/>
                  </a:lnTo>
                  <a:lnTo>
                    <a:pt x="1359184" y="189135"/>
                  </a:lnTo>
                  <a:lnTo>
                    <a:pt x="1363255" y="198142"/>
                  </a:lnTo>
                  <a:lnTo>
                    <a:pt x="1367593" y="207148"/>
                  </a:lnTo>
                  <a:lnTo>
                    <a:pt x="1372194" y="216155"/>
                  </a:lnTo>
                  <a:lnTo>
                    <a:pt x="1377059" y="225161"/>
                  </a:lnTo>
                  <a:lnTo>
                    <a:pt x="1382283" y="234168"/>
                  </a:lnTo>
                  <a:lnTo>
                    <a:pt x="1387805" y="243174"/>
                  </a:lnTo>
                  <a:lnTo>
                    <a:pt x="1393590" y="252181"/>
                  </a:lnTo>
                  <a:lnTo>
                    <a:pt x="1399636" y="261187"/>
                  </a:lnTo>
                  <a:lnTo>
                    <a:pt x="1406002" y="270193"/>
                  </a:lnTo>
                  <a:lnTo>
                    <a:pt x="1412657" y="279200"/>
                  </a:lnTo>
                  <a:lnTo>
                    <a:pt x="1419541" y="288206"/>
                  </a:lnTo>
                  <a:lnTo>
                    <a:pt x="1426644" y="297213"/>
                  </a:lnTo>
                  <a:lnTo>
                    <a:pt x="1433983" y="306219"/>
                  </a:lnTo>
                  <a:lnTo>
                    <a:pt x="1441549" y="315226"/>
                  </a:lnTo>
                  <a:lnTo>
                    <a:pt x="1449264" y="324232"/>
                  </a:lnTo>
                  <a:lnTo>
                    <a:pt x="1457111" y="333239"/>
                  </a:lnTo>
                  <a:lnTo>
                    <a:pt x="1465075" y="342245"/>
                  </a:lnTo>
                  <a:lnTo>
                    <a:pt x="1473134" y="351252"/>
                  </a:lnTo>
                  <a:lnTo>
                    <a:pt x="1481221" y="360258"/>
                  </a:lnTo>
                  <a:lnTo>
                    <a:pt x="1489310" y="369265"/>
                  </a:lnTo>
                  <a:lnTo>
                    <a:pt x="1497377" y="378271"/>
                  </a:lnTo>
                  <a:lnTo>
                    <a:pt x="1505337" y="387278"/>
                  </a:lnTo>
                  <a:lnTo>
                    <a:pt x="1513171" y="396284"/>
                  </a:lnTo>
                  <a:lnTo>
                    <a:pt x="1520851" y="405290"/>
                  </a:lnTo>
                  <a:lnTo>
                    <a:pt x="1528346" y="414297"/>
                  </a:lnTo>
                  <a:lnTo>
                    <a:pt x="1535521" y="423303"/>
                  </a:lnTo>
                  <a:lnTo>
                    <a:pt x="1542385" y="432310"/>
                  </a:lnTo>
                  <a:lnTo>
                    <a:pt x="1548929" y="441316"/>
                  </a:lnTo>
                  <a:lnTo>
                    <a:pt x="1555126" y="450323"/>
                  </a:lnTo>
                  <a:lnTo>
                    <a:pt x="1560822" y="459329"/>
                  </a:lnTo>
                  <a:lnTo>
                    <a:pt x="1566009" y="468336"/>
                  </a:lnTo>
                  <a:lnTo>
                    <a:pt x="1570731" y="477342"/>
                  </a:lnTo>
                  <a:lnTo>
                    <a:pt x="1574966" y="486349"/>
                  </a:lnTo>
                  <a:lnTo>
                    <a:pt x="1578584" y="495355"/>
                  </a:lnTo>
                  <a:lnTo>
                    <a:pt x="1581517" y="504362"/>
                  </a:lnTo>
                  <a:lnTo>
                    <a:pt x="1583886" y="513368"/>
                  </a:lnTo>
                  <a:lnTo>
                    <a:pt x="1585679" y="522374"/>
                  </a:lnTo>
                  <a:lnTo>
                    <a:pt x="1586817" y="531381"/>
                  </a:lnTo>
                  <a:lnTo>
                    <a:pt x="1587155" y="540387"/>
                  </a:lnTo>
                  <a:lnTo>
                    <a:pt x="1586894" y="549394"/>
                  </a:lnTo>
                  <a:lnTo>
                    <a:pt x="1586036" y="558400"/>
                  </a:lnTo>
                  <a:lnTo>
                    <a:pt x="1584565" y="567407"/>
                  </a:lnTo>
                  <a:lnTo>
                    <a:pt x="1582266" y="576413"/>
                  </a:lnTo>
                  <a:lnTo>
                    <a:pt x="1579406" y="585420"/>
                  </a:lnTo>
                  <a:lnTo>
                    <a:pt x="1575998" y="594426"/>
                  </a:lnTo>
                  <a:lnTo>
                    <a:pt x="1572059" y="603433"/>
                  </a:lnTo>
                  <a:lnTo>
                    <a:pt x="1567417" y="612439"/>
                  </a:lnTo>
                  <a:lnTo>
                    <a:pt x="1562288" y="621446"/>
                  </a:lnTo>
                  <a:lnTo>
                    <a:pt x="1556725" y="630452"/>
                  </a:lnTo>
                  <a:lnTo>
                    <a:pt x="1550750" y="639459"/>
                  </a:lnTo>
                  <a:lnTo>
                    <a:pt x="1544287" y="648465"/>
                  </a:lnTo>
                  <a:lnTo>
                    <a:pt x="1537462" y="657471"/>
                  </a:lnTo>
                  <a:lnTo>
                    <a:pt x="1530352" y="666478"/>
                  </a:lnTo>
                  <a:lnTo>
                    <a:pt x="1522989" y="675484"/>
                  </a:lnTo>
                  <a:lnTo>
                    <a:pt x="1515363" y="684491"/>
                  </a:lnTo>
                  <a:lnTo>
                    <a:pt x="1507543" y="693497"/>
                  </a:lnTo>
                  <a:lnTo>
                    <a:pt x="1499606" y="702504"/>
                  </a:lnTo>
                  <a:lnTo>
                    <a:pt x="1491580" y="711510"/>
                  </a:lnTo>
                  <a:lnTo>
                    <a:pt x="1483492" y="720517"/>
                  </a:lnTo>
                  <a:lnTo>
                    <a:pt x="1475398" y="729523"/>
                  </a:lnTo>
                  <a:lnTo>
                    <a:pt x="1467340" y="738530"/>
                  </a:lnTo>
                  <a:lnTo>
                    <a:pt x="1459340" y="747536"/>
                  </a:lnTo>
                  <a:lnTo>
                    <a:pt x="1451430" y="756543"/>
                  </a:lnTo>
                  <a:lnTo>
                    <a:pt x="1443692" y="765549"/>
                  </a:lnTo>
                  <a:lnTo>
                    <a:pt x="1436109" y="774556"/>
                  </a:lnTo>
                  <a:lnTo>
                    <a:pt x="1428698" y="783562"/>
                  </a:lnTo>
                  <a:lnTo>
                    <a:pt x="1421474" y="792568"/>
                  </a:lnTo>
                  <a:lnTo>
                    <a:pt x="1414555" y="801575"/>
                  </a:lnTo>
                  <a:lnTo>
                    <a:pt x="1407872" y="810581"/>
                  </a:lnTo>
                  <a:lnTo>
                    <a:pt x="1401430" y="819588"/>
                  </a:lnTo>
                  <a:lnTo>
                    <a:pt x="1395236" y="828594"/>
                  </a:lnTo>
                  <a:lnTo>
                    <a:pt x="1389391" y="837601"/>
                  </a:lnTo>
                  <a:lnTo>
                    <a:pt x="1383840" y="846607"/>
                  </a:lnTo>
                  <a:lnTo>
                    <a:pt x="1378557" y="855614"/>
                  </a:lnTo>
                  <a:lnTo>
                    <a:pt x="1373541" y="864620"/>
                  </a:lnTo>
                  <a:lnTo>
                    <a:pt x="1368865" y="873627"/>
                  </a:lnTo>
                  <a:lnTo>
                    <a:pt x="1364503" y="882633"/>
                  </a:lnTo>
                  <a:lnTo>
                    <a:pt x="1360402" y="891640"/>
                  </a:lnTo>
                  <a:lnTo>
                    <a:pt x="1356556" y="900646"/>
                  </a:lnTo>
                  <a:lnTo>
                    <a:pt x="1353005" y="909652"/>
                  </a:lnTo>
                  <a:lnTo>
                    <a:pt x="1349760" y="918659"/>
                  </a:lnTo>
                  <a:lnTo>
                    <a:pt x="1346746" y="927665"/>
                  </a:lnTo>
                  <a:lnTo>
                    <a:pt x="1343955" y="936672"/>
                  </a:lnTo>
                  <a:lnTo>
                    <a:pt x="1341400" y="945678"/>
                  </a:lnTo>
                  <a:lnTo>
                    <a:pt x="1339122" y="954685"/>
                  </a:lnTo>
                  <a:lnTo>
                    <a:pt x="1337035" y="963691"/>
                  </a:lnTo>
                  <a:lnTo>
                    <a:pt x="1335131" y="972698"/>
                  </a:lnTo>
                  <a:lnTo>
                    <a:pt x="1333407" y="981704"/>
                  </a:lnTo>
                  <a:lnTo>
                    <a:pt x="1331919" y="990711"/>
                  </a:lnTo>
                  <a:lnTo>
                    <a:pt x="1330585" y="999717"/>
                  </a:lnTo>
                  <a:lnTo>
                    <a:pt x="1329397" y="1008724"/>
                  </a:lnTo>
                  <a:lnTo>
                    <a:pt x="1328351" y="1017730"/>
                  </a:lnTo>
                  <a:lnTo>
                    <a:pt x="1327486" y="1026737"/>
                  </a:lnTo>
                  <a:lnTo>
                    <a:pt x="1326755" y="1035743"/>
                  </a:lnTo>
                  <a:lnTo>
                    <a:pt x="1326143" y="1044749"/>
                  </a:lnTo>
                  <a:lnTo>
                    <a:pt x="1325647" y="1053756"/>
                  </a:lnTo>
                  <a:lnTo>
                    <a:pt x="1325295" y="1062762"/>
                  </a:lnTo>
                  <a:lnTo>
                    <a:pt x="1325068" y="1071769"/>
                  </a:lnTo>
                  <a:lnTo>
                    <a:pt x="1324947" y="1080775"/>
                  </a:lnTo>
                  <a:lnTo>
                    <a:pt x="1324931" y="1089782"/>
                  </a:lnTo>
                  <a:lnTo>
                    <a:pt x="1325043" y="1098788"/>
                  </a:lnTo>
                  <a:lnTo>
                    <a:pt x="1325288" y="1107795"/>
                  </a:lnTo>
                  <a:lnTo>
                    <a:pt x="1325642" y="1116801"/>
                  </a:lnTo>
                  <a:lnTo>
                    <a:pt x="1326107" y="1125808"/>
                  </a:lnTo>
                  <a:lnTo>
                    <a:pt x="1326701" y="1134814"/>
                  </a:lnTo>
                  <a:lnTo>
                    <a:pt x="1327457" y="1143821"/>
                  </a:lnTo>
                  <a:lnTo>
                    <a:pt x="1328341" y="1152827"/>
                  </a:lnTo>
                  <a:lnTo>
                    <a:pt x="1329358" y="1161834"/>
                  </a:lnTo>
                  <a:lnTo>
                    <a:pt x="1330519" y="1170840"/>
                  </a:lnTo>
                  <a:lnTo>
                    <a:pt x="1331893" y="1179846"/>
                  </a:lnTo>
                  <a:lnTo>
                    <a:pt x="1333429" y="1188853"/>
                  </a:lnTo>
                  <a:lnTo>
                    <a:pt x="1335134" y="1197859"/>
                  </a:lnTo>
                  <a:lnTo>
                    <a:pt x="1337014" y="1206866"/>
                  </a:lnTo>
                  <a:lnTo>
                    <a:pt x="1339163" y="1215872"/>
                  </a:lnTo>
                  <a:lnTo>
                    <a:pt x="1341525" y="1224879"/>
                  </a:lnTo>
                  <a:lnTo>
                    <a:pt x="1344101" y="1233885"/>
                  </a:lnTo>
                  <a:lnTo>
                    <a:pt x="1346898" y="1242892"/>
                  </a:lnTo>
                  <a:lnTo>
                    <a:pt x="1350007" y="1251898"/>
                  </a:lnTo>
                  <a:lnTo>
                    <a:pt x="1353398" y="1260905"/>
                  </a:lnTo>
                  <a:lnTo>
                    <a:pt x="1357049" y="1269911"/>
                  </a:lnTo>
                  <a:lnTo>
                    <a:pt x="1360966" y="1278918"/>
                  </a:lnTo>
                  <a:lnTo>
                    <a:pt x="1365228" y="1287924"/>
                  </a:lnTo>
                  <a:lnTo>
                    <a:pt x="1369842" y="1296930"/>
                  </a:lnTo>
                  <a:lnTo>
                    <a:pt x="1374753" y="1305937"/>
                  </a:lnTo>
                  <a:lnTo>
                    <a:pt x="1379967" y="1314943"/>
                  </a:lnTo>
                  <a:lnTo>
                    <a:pt x="1385537" y="1323950"/>
                  </a:lnTo>
                  <a:lnTo>
                    <a:pt x="1391515" y="1332956"/>
                  </a:lnTo>
                  <a:lnTo>
                    <a:pt x="1397809" y="1341963"/>
                  </a:lnTo>
                  <a:lnTo>
                    <a:pt x="1404420" y="1350969"/>
                  </a:lnTo>
                  <a:lnTo>
                    <a:pt x="1411370" y="1359976"/>
                  </a:lnTo>
                  <a:lnTo>
                    <a:pt x="1418754" y="1368982"/>
                  </a:lnTo>
                  <a:lnTo>
                    <a:pt x="1426444" y="1377989"/>
                  </a:lnTo>
                  <a:lnTo>
                    <a:pt x="1434434" y="1386995"/>
                  </a:lnTo>
                  <a:lnTo>
                    <a:pt x="1442718" y="1396002"/>
                  </a:lnTo>
                  <a:lnTo>
                    <a:pt x="1451407" y="1405008"/>
                  </a:lnTo>
                  <a:lnTo>
                    <a:pt x="1460359" y="1414015"/>
                  </a:lnTo>
                  <a:lnTo>
                    <a:pt x="1469560" y="1423021"/>
                  </a:lnTo>
                  <a:lnTo>
                    <a:pt x="1478997" y="1432027"/>
                  </a:lnTo>
                  <a:lnTo>
                    <a:pt x="1488721" y="1441034"/>
                  </a:lnTo>
                  <a:lnTo>
                    <a:pt x="1498646" y="1450040"/>
                  </a:lnTo>
                  <a:lnTo>
                    <a:pt x="1508731" y="1459047"/>
                  </a:lnTo>
                  <a:lnTo>
                    <a:pt x="1518959" y="1468053"/>
                  </a:lnTo>
                  <a:lnTo>
                    <a:pt x="1529332" y="1477060"/>
                  </a:lnTo>
                  <a:lnTo>
                    <a:pt x="1539794" y="1486066"/>
                  </a:lnTo>
                  <a:lnTo>
                    <a:pt x="1550303" y="1495073"/>
                  </a:lnTo>
                  <a:lnTo>
                    <a:pt x="1560837" y="1504079"/>
                  </a:lnTo>
                  <a:lnTo>
                    <a:pt x="1571364" y="1513086"/>
                  </a:lnTo>
                  <a:lnTo>
                    <a:pt x="1581832" y="1522092"/>
                  </a:lnTo>
                  <a:lnTo>
                    <a:pt x="1592219" y="1531099"/>
                  </a:lnTo>
                  <a:lnTo>
                    <a:pt x="1602501" y="1540105"/>
                  </a:lnTo>
                  <a:lnTo>
                    <a:pt x="1612640" y="1549112"/>
                  </a:lnTo>
                  <a:lnTo>
                    <a:pt x="1622546" y="1558118"/>
                  </a:lnTo>
                  <a:lnTo>
                    <a:pt x="1632246" y="1567124"/>
                  </a:lnTo>
                  <a:lnTo>
                    <a:pt x="1641719" y="1576131"/>
                  </a:lnTo>
                  <a:lnTo>
                    <a:pt x="1650939" y="1585137"/>
                  </a:lnTo>
                  <a:lnTo>
                    <a:pt x="1659752" y="1594144"/>
                  </a:lnTo>
                  <a:lnTo>
                    <a:pt x="1668250" y="1603150"/>
                  </a:lnTo>
                  <a:lnTo>
                    <a:pt x="1676415" y="1612157"/>
                  </a:lnTo>
                  <a:lnTo>
                    <a:pt x="1684234" y="1621163"/>
                  </a:lnTo>
                  <a:lnTo>
                    <a:pt x="1691533" y="1630170"/>
                  </a:lnTo>
                  <a:lnTo>
                    <a:pt x="1698409" y="1639176"/>
                  </a:lnTo>
                  <a:lnTo>
                    <a:pt x="1704875" y="1648183"/>
                  </a:lnTo>
                  <a:lnTo>
                    <a:pt x="1710920" y="1657189"/>
                  </a:lnTo>
                  <a:lnTo>
                    <a:pt x="1716395" y="1666196"/>
                  </a:lnTo>
                  <a:lnTo>
                    <a:pt x="1721349" y="1675202"/>
                  </a:lnTo>
                  <a:lnTo>
                    <a:pt x="1725842" y="1684209"/>
                  </a:lnTo>
                  <a:lnTo>
                    <a:pt x="1729866" y="1693215"/>
                  </a:lnTo>
                  <a:lnTo>
                    <a:pt x="1733311" y="1702221"/>
                  </a:lnTo>
                  <a:lnTo>
                    <a:pt x="1736155" y="1711228"/>
                  </a:lnTo>
                  <a:lnTo>
                    <a:pt x="1738511" y="1720234"/>
                  </a:lnTo>
                  <a:lnTo>
                    <a:pt x="1740374" y="1729241"/>
                  </a:lnTo>
                  <a:lnTo>
                    <a:pt x="1741674" y="1738247"/>
                  </a:lnTo>
                  <a:lnTo>
                    <a:pt x="1742316" y="1747254"/>
                  </a:lnTo>
                  <a:lnTo>
                    <a:pt x="1742458" y="1756260"/>
                  </a:lnTo>
                  <a:lnTo>
                    <a:pt x="1742101" y="1765267"/>
                  </a:lnTo>
                  <a:lnTo>
                    <a:pt x="1741220" y="1774273"/>
                  </a:lnTo>
                  <a:lnTo>
                    <a:pt x="1739638" y="1783280"/>
                  </a:lnTo>
                  <a:lnTo>
                    <a:pt x="1737563" y="1792286"/>
                  </a:lnTo>
                  <a:lnTo>
                    <a:pt x="1734997" y="1801293"/>
                  </a:lnTo>
                  <a:lnTo>
                    <a:pt x="1731942" y="1810299"/>
                  </a:lnTo>
                  <a:lnTo>
                    <a:pt x="1728204" y="1819305"/>
                  </a:lnTo>
                  <a:lnTo>
                    <a:pt x="1723977" y="1828312"/>
                  </a:lnTo>
                  <a:lnTo>
                    <a:pt x="1719285" y="1837318"/>
                  </a:lnTo>
                  <a:lnTo>
                    <a:pt x="1714134" y="1846325"/>
                  </a:lnTo>
                  <a:lnTo>
                    <a:pt x="1708388" y="1855331"/>
                  </a:lnTo>
                  <a:lnTo>
                    <a:pt x="1702160" y="1864338"/>
                  </a:lnTo>
                  <a:lnTo>
                    <a:pt x="1695516" y="1873344"/>
                  </a:lnTo>
                  <a:lnTo>
                    <a:pt x="1688467" y="1882351"/>
                  </a:lnTo>
                  <a:lnTo>
                    <a:pt x="1680934" y="1891357"/>
                  </a:lnTo>
                  <a:lnTo>
                    <a:pt x="1672964" y="1900364"/>
                  </a:lnTo>
                  <a:lnTo>
                    <a:pt x="1664653" y="1909370"/>
                  </a:lnTo>
                  <a:lnTo>
                    <a:pt x="1656018" y="1918377"/>
                  </a:lnTo>
                  <a:lnTo>
                    <a:pt x="1647030" y="1927383"/>
                  </a:lnTo>
                  <a:lnTo>
                    <a:pt x="1637696" y="1936390"/>
                  </a:lnTo>
                  <a:lnTo>
                    <a:pt x="1628122" y="1945396"/>
                  </a:lnTo>
                  <a:lnTo>
                    <a:pt x="1618331" y="1954402"/>
                  </a:lnTo>
                  <a:lnTo>
                    <a:pt x="1608330" y="1963409"/>
                  </a:lnTo>
                  <a:lnTo>
                    <a:pt x="1598116" y="1972415"/>
                  </a:lnTo>
                  <a:lnTo>
                    <a:pt x="1587786" y="1981422"/>
                  </a:lnTo>
                  <a:lnTo>
                    <a:pt x="1577362" y="1990428"/>
                  </a:lnTo>
                  <a:lnTo>
                    <a:pt x="1566867" y="1999435"/>
                  </a:lnTo>
                  <a:lnTo>
                    <a:pt x="1556329" y="2008441"/>
                  </a:lnTo>
                  <a:lnTo>
                    <a:pt x="1545803" y="2017448"/>
                  </a:lnTo>
                  <a:lnTo>
                    <a:pt x="1535312" y="2026454"/>
                  </a:lnTo>
                  <a:lnTo>
                    <a:pt x="1524877" y="2035461"/>
                  </a:lnTo>
                  <a:lnTo>
                    <a:pt x="1514567" y="2044467"/>
                  </a:lnTo>
                  <a:lnTo>
                    <a:pt x="1504399" y="2053474"/>
                  </a:lnTo>
                  <a:lnTo>
                    <a:pt x="1494381" y="2062480"/>
                  </a:lnTo>
                  <a:lnTo>
                    <a:pt x="1484533" y="2071487"/>
                  </a:lnTo>
                  <a:lnTo>
                    <a:pt x="1474935" y="2080493"/>
                  </a:lnTo>
                  <a:lnTo>
                    <a:pt x="1465600" y="2089499"/>
                  </a:lnTo>
                  <a:lnTo>
                    <a:pt x="1456507" y="2098506"/>
                  </a:lnTo>
                  <a:lnTo>
                    <a:pt x="1447667" y="2107512"/>
                  </a:lnTo>
                  <a:lnTo>
                    <a:pt x="1439151" y="2116519"/>
                  </a:lnTo>
                  <a:lnTo>
                    <a:pt x="1430997" y="2125525"/>
                  </a:lnTo>
                  <a:lnTo>
                    <a:pt x="1423140" y="2134532"/>
                  </a:lnTo>
                  <a:lnTo>
                    <a:pt x="1415588" y="2143538"/>
                  </a:lnTo>
                  <a:lnTo>
                    <a:pt x="1408381" y="2152545"/>
                  </a:lnTo>
                  <a:lnTo>
                    <a:pt x="1401600" y="2161551"/>
                  </a:lnTo>
                  <a:lnTo>
                    <a:pt x="1395137" y="2170558"/>
                  </a:lnTo>
                  <a:lnTo>
                    <a:pt x="1388993" y="2179564"/>
                  </a:lnTo>
                  <a:lnTo>
                    <a:pt x="1383176" y="2188571"/>
                  </a:lnTo>
                  <a:lnTo>
                    <a:pt x="1377810" y="2197577"/>
                  </a:lnTo>
                  <a:lnTo>
                    <a:pt x="1372753" y="2206583"/>
                  </a:lnTo>
                  <a:lnTo>
                    <a:pt x="1368001" y="2215590"/>
                  </a:lnTo>
                  <a:lnTo>
                    <a:pt x="1363549" y="2224596"/>
                  </a:lnTo>
                  <a:lnTo>
                    <a:pt x="1359504" y="2233603"/>
                  </a:lnTo>
                  <a:lnTo>
                    <a:pt x="1355756" y="2242609"/>
                  </a:lnTo>
                  <a:lnTo>
                    <a:pt x="1352281" y="2251616"/>
                  </a:lnTo>
                  <a:lnTo>
                    <a:pt x="1349072" y="2260622"/>
                  </a:lnTo>
                  <a:lnTo>
                    <a:pt x="1346199" y="2269629"/>
                  </a:lnTo>
                  <a:lnTo>
                    <a:pt x="1343604" y="2278635"/>
                  </a:lnTo>
                  <a:lnTo>
                    <a:pt x="1341245" y="2287642"/>
                  </a:lnTo>
                  <a:lnTo>
                    <a:pt x="1339114" y="2296648"/>
                  </a:lnTo>
                  <a:lnTo>
                    <a:pt x="1337255" y="2305655"/>
                  </a:lnTo>
                  <a:lnTo>
                    <a:pt x="1335653" y="2314661"/>
                  </a:lnTo>
                  <a:lnTo>
                    <a:pt x="1334256" y="2323668"/>
                  </a:lnTo>
                  <a:lnTo>
                    <a:pt x="1333059" y="2332674"/>
                  </a:lnTo>
                  <a:lnTo>
                    <a:pt x="1332086" y="2341680"/>
                  </a:lnTo>
                  <a:lnTo>
                    <a:pt x="1331363" y="2350687"/>
                  </a:lnTo>
                  <a:lnTo>
                    <a:pt x="1330830" y="2359693"/>
                  </a:lnTo>
                  <a:lnTo>
                    <a:pt x="1330487" y="2368700"/>
                  </a:lnTo>
                  <a:lnTo>
                    <a:pt x="1330345" y="2377706"/>
                  </a:lnTo>
                  <a:lnTo>
                    <a:pt x="1330473" y="2386713"/>
                  </a:lnTo>
                  <a:lnTo>
                    <a:pt x="1330802" y="2395719"/>
                  </a:lnTo>
                  <a:lnTo>
                    <a:pt x="1331336" y="2404726"/>
                  </a:lnTo>
                  <a:lnTo>
                    <a:pt x="1332082" y="2413732"/>
                  </a:lnTo>
                  <a:lnTo>
                    <a:pt x="1333149" y="2422739"/>
                  </a:lnTo>
                  <a:lnTo>
                    <a:pt x="1334463" y="2431745"/>
                  </a:lnTo>
                  <a:lnTo>
                    <a:pt x="1336032" y="2440752"/>
                  </a:lnTo>
                  <a:lnTo>
                    <a:pt x="1337865" y="2449758"/>
                  </a:lnTo>
                  <a:lnTo>
                    <a:pt x="1340086" y="2458765"/>
                  </a:lnTo>
                  <a:lnTo>
                    <a:pt x="1342657" y="2467771"/>
                  </a:lnTo>
                  <a:lnTo>
                    <a:pt x="1345564" y="2476777"/>
                  </a:lnTo>
                  <a:lnTo>
                    <a:pt x="1348826" y="2485784"/>
                  </a:lnTo>
                  <a:lnTo>
                    <a:pt x="1352570" y="2494790"/>
                  </a:lnTo>
                  <a:lnTo>
                    <a:pt x="1356819" y="2503797"/>
                  </a:lnTo>
                  <a:lnTo>
                    <a:pt x="1361520" y="2512803"/>
                  </a:lnTo>
                  <a:lnTo>
                    <a:pt x="1366696" y="2521810"/>
                  </a:lnTo>
                  <a:lnTo>
                    <a:pt x="1372469" y="2530816"/>
                  </a:lnTo>
                  <a:lnTo>
                    <a:pt x="1378952" y="2539823"/>
                  </a:lnTo>
                  <a:lnTo>
                    <a:pt x="1386028" y="2548829"/>
                  </a:lnTo>
                  <a:lnTo>
                    <a:pt x="1393724" y="2557836"/>
                  </a:lnTo>
                  <a:lnTo>
                    <a:pt x="1402128" y="2566842"/>
                  </a:lnTo>
                  <a:lnTo>
                    <a:pt x="1411490" y="2575849"/>
                  </a:lnTo>
                  <a:lnTo>
                    <a:pt x="1421596" y="2584855"/>
                  </a:lnTo>
                  <a:lnTo>
                    <a:pt x="1432470" y="2593861"/>
                  </a:lnTo>
                  <a:lnTo>
                    <a:pt x="1444144" y="2602868"/>
                  </a:lnTo>
                  <a:lnTo>
                    <a:pt x="1457036" y="2611874"/>
                  </a:lnTo>
                  <a:lnTo>
                    <a:pt x="1470808" y="2620881"/>
                  </a:lnTo>
                  <a:lnTo>
                    <a:pt x="1485478" y="2629887"/>
                  </a:lnTo>
                  <a:lnTo>
                    <a:pt x="1501066" y="2638894"/>
                  </a:lnTo>
                  <a:lnTo>
                    <a:pt x="1517954" y="2647900"/>
                  </a:lnTo>
                  <a:lnTo>
                    <a:pt x="1535887" y="2656907"/>
                  </a:lnTo>
                  <a:lnTo>
                    <a:pt x="1554795" y="2665913"/>
                  </a:lnTo>
                  <a:lnTo>
                    <a:pt x="1574685" y="2674920"/>
                  </a:lnTo>
                  <a:lnTo>
                    <a:pt x="1595848" y="2683926"/>
                  </a:lnTo>
                  <a:lnTo>
                    <a:pt x="1618152" y="2692933"/>
                  </a:lnTo>
                  <a:lnTo>
                    <a:pt x="1641423" y="2701939"/>
                  </a:lnTo>
                  <a:lnTo>
                    <a:pt x="1665649" y="2710946"/>
                  </a:lnTo>
                  <a:lnTo>
                    <a:pt x="1691000" y="2719952"/>
                  </a:lnTo>
                  <a:lnTo>
                    <a:pt x="1717465" y="2728958"/>
                  </a:lnTo>
                  <a:lnTo>
                    <a:pt x="1744778" y="2737965"/>
                  </a:lnTo>
                  <a:lnTo>
                    <a:pt x="1772903" y="2746971"/>
                  </a:lnTo>
                  <a:lnTo>
                    <a:pt x="1801890" y="2755978"/>
                  </a:lnTo>
                  <a:lnTo>
                    <a:pt x="1831796" y="2764984"/>
                  </a:lnTo>
                  <a:lnTo>
                    <a:pt x="1862308" y="2773991"/>
                  </a:lnTo>
                  <a:lnTo>
                    <a:pt x="1893371" y="2782997"/>
                  </a:lnTo>
                  <a:lnTo>
                    <a:pt x="1924943" y="2792004"/>
                  </a:lnTo>
                  <a:lnTo>
                    <a:pt x="1957051" y="2801010"/>
                  </a:lnTo>
                  <a:lnTo>
                    <a:pt x="1989416" y="2810017"/>
                  </a:lnTo>
                  <a:lnTo>
                    <a:pt x="2021968" y="2819023"/>
                  </a:lnTo>
                  <a:lnTo>
                    <a:pt x="2054636" y="2828030"/>
                  </a:lnTo>
                  <a:lnTo>
                    <a:pt x="2087286" y="2837036"/>
                  </a:lnTo>
                  <a:lnTo>
                    <a:pt x="2119775" y="2846043"/>
                  </a:lnTo>
                  <a:lnTo>
                    <a:pt x="2152029" y="2855049"/>
                  </a:lnTo>
                  <a:lnTo>
                    <a:pt x="2183971" y="2864055"/>
                  </a:lnTo>
                  <a:lnTo>
                    <a:pt x="2215343" y="2873062"/>
                  </a:lnTo>
                  <a:lnTo>
                    <a:pt x="2246071" y="2882068"/>
                  </a:lnTo>
                  <a:lnTo>
                    <a:pt x="2276145" y="2891075"/>
                  </a:lnTo>
                  <a:lnTo>
                    <a:pt x="2305496" y="2900081"/>
                  </a:lnTo>
                  <a:lnTo>
                    <a:pt x="2333837" y="2909088"/>
                  </a:lnTo>
                  <a:lnTo>
                    <a:pt x="2361047" y="2918094"/>
                  </a:lnTo>
                  <a:lnTo>
                    <a:pt x="2387256" y="2927101"/>
                  </a:lnTo>
                  <a:lnTo>
                    <a:pt x="2412415" y="2936107"/>
                  </a:lnTo>
                  <a:lnTo>
                    <a:pt x="2436298" y="2945114"/>
                  </a:lnTo>
                  <a:lnTo>
                    <a:pt x="2458647" y="2954120"/>
                  </a:lnTo>
                  <a:lnTo>
                    <a:pt x="2479776" y="2963127"/>
                  </a:lnTo>
                  <a:lnTo>
                    <a:pt x="2499664" y="2972133"/>
                  </a:lnTo>
                  <a:lnTo>
                    <a:pt x="2518206" y="2981140"/>
                  </a:lnTo>
                  <a:lnTo>
                    <a:pt x="2534970" y="2990146"/>
                  </a:lnTo>
                  <a:lnTo>
                    <a:pt x="2550454" y="2999152"/>
                  </a:lnTo>
                  <a:lnTo>
                    <a:pt x="2564666" y="3008159"/>
                  </a:lnTo>
                  <a:lnTo>
                    <a:pt x="2577614" y="3017165"/>
                  </a:lnTo>
                  <a:lnTo>
                    <a:pt x="2588786" y="3026172"/>
                  </a:lnTo>
                  <a:lnTo>
                    <a:pt x="2598747" y="3035178"/>
                  </a:lnTo>
                  <a:lnTo>
                    <a:pt x="2607550" y="3044185"/>
                  </a:lnTo>
                  <a:lnTo>
                    <a:pt x="2615225" y="3053191"/>
                  </a:lnTo>
                  <a:lnTo>
                    <a:pt x="2621454" y="3062198"/>
                  </a:lnTo>
                  <a:lnTo>
                    <a:pt x="2626584" y="3071204"/>
                  </a:lnTo>
                  <a:lnTo>
                    <a:pt x="2630769" y="3080211"/>
                  </a:lnTo>
                  <a:lnTo>
                    <a:pt x="2634052" y="3089217"/>
                  </a:lnTo>
                  <a:lnTo>
                    <a:pt x="2636273" y="3098224"/>
                  </a:lnTo>
                  <a:lnTo>
                    <a:pt x="2637596" y="3107230"/>
                  </a:lnTo>
                  <a:lnTo>
                    <a:pt x="2638221" y="3116236"/>
                  </a:lnTo>
                  <a:lnTo>
                    <a:pt x="2638192" y="3125243"/>
                  </a:lnTo>
                  <a:lnTo>
                    <a:pt x="2637452" y="3134249"/>
                  </a:lnTo>
                  <a:lnTo>
                    <a:pt x="2636037" y="3143256"/>
                  </a:lnTo>
                  <a:lnTo>
                    <a:pt x="2634144" y="3152262"/>
                  </a:lnTo>
                  <a:lnTo>
                    <a:pt x="2631803" y="3161269"/>
                  </a:lnTo>
                  <a:lnTo>
                    <a:pt x="2629010" y="3170275"/>
                  </a:lnTo>
                  <a:lnTo>
                    <a:pt x="2625719" y="3179282"/>
                  </a:lnTo>
                  <a:lnTo>
                    <a:pt x="2622096" y="3188288"/>
                  </a:lnTo>
                  <a:lnTo>
                    <a:pt x="2618155" y="3197295"/>
                  </a:lnTo>
                  <a:lnTo>
                    <a:pt x="2613908" y="3206301"/>
                  </a:lnTo>
                  <a:lnTo>
                    <a:pt x="2609249" y="3215308"/>
                  </a:lnTo>
                  <a:lnTo>
                    <a:pt x="2604314" y="3224314"/>
                  </a:lnTo>
                  <a:lnTo>
                    <a:pt x="2599105" y="3233321"/>
                  </a:lnTo>
                  <a:lnTo>
                    <a:pt x="2593620" y="3242327"/>
                  </a:lnTo>
                  <a:lnTo>
                    <a:pt x="2587748" y="3251333"/>
                  </a:lnTo>
                  <a:lnTo>
                    <a:pt x="2581563" y="3260340"/>
                  </a:lnTo>
                  <a:lnTo>
                    <a:pt x="2575077" y="3269346"/>
                  </a:lnTo>
                  <a:lnTo>
                    <a:pt x="2568281" y="3278353"/>
                  </a:lnTo>
                  <a:lnTo>
                    <a:pt x="2561063" y="3287359"/>
                  </a:lnTo>
                  <a:lnTo>
                    <a:pt x="2553445" y="3296366"/>
                  </a:lnTo>
                  <a:lnTo>
                    <a:pt x="2545467" y="3305372"/>
                  </a:lnTo>
                  <a:lnTo>
                    <a:pt x="2537118" y="3314379"/>
                  </a:lnTo>
                  <a:lnTo>
                    <a:pt x="2528302" y="3323385"/>
                  </a:lnTo>
                  <a:lnTo>
                    <a:pt x="2518985" y="3332392"/>
                  </a:lnTo>
                  <a:lnTo>
                    <a:pt x="2509254" y="3341398"/>
                  </a:lnTo>
                  <a:lnTo>
                    <a:pt x="2499102" y="3350405"/>
                  </a:lnTo>
                  <a:lnTo>
                    <a:pt x="2488465" y="3359411"/>
                  </a:lnTo>
                  <a:lnTo>
                    <a:pt x="2477249" y="3368418"/>
                  </a:lnTo>
                  <a:lnTo>
                    <a:pt x="2465594" y="3377424"/>
                  </a:lnTo>
                  <a:lnTo>
                    <a:pt x="2453499" y="3386430"/>
                  </a:lnTo>
                  <a:lnTo>
                    <a:pt x="2440945" y="3395437"/>
                  </a:lnTo>
                  <a:lnTo>
                    <a:pt x="2427779" y="3404443"/>
                  </a:lnTo>
                  <a:lnTo>
                    <a:pt x="2414188" y="3413450"/>
                  </a:lnTo>
                  <a:lnTo>
                    <a:pt x="2400178" y="3422456"/>
                  </a:lnTo>
                  <a:lnTo>
                    <a:pt x="2385756" y="3431463"/>
                  </a:lnTo>
                  <a:lnTo>
                    <a:pt x="2370773" y="3440469"/>
                  </a:lnTo>
                  <a:lnTo>
                    <a:pt x="2355397" y="3449476"/>
                  </a:lnTo>
                  <a:lnTo>
                    <a:pt x="2339655" y="3458482"/>
                  </a:lnTo>
                  <a:lnTo>
                    <a:pt x="2323559" y="3467489"/>
                  </a:lnTo>
                  <a:lnTo>
                    <a:pt x="2307019" y="3476495"/>
                  </a:lnTo>
                  <a:lnTo>
                    <a:pt x="2290130" y="3485502"/>
                  </a:lnTo>
                  <a:lnTo>
                    <a:pt x="2272949" y="3494508"/>
                  </a:lnTo>
                  <a:lnTo>
                    <a:pt x="2255490" y="3503514"/>
                  </a:lnTo>
                  <a:lnTo>
                    <a:pt x="2237711" y="3512521"/>
                  </a:lnTo>
                  <a:lnTo>
                    <a:pt x="2219654" y="3521527"/>
                  </a:lnTo>
                  <a:lnTo>
                    <a:pt x="2201389" y="3530534"/>
                  </a:lnTo>
                  <a:lnTo>
                    <a:pt x="2182932" y="3539540"/>
                  </a:lnTo>
                  <a:lnTo>
                    <a:pt x="2164276" y="3548547"/>
                  </a:lnTo>
                  <a:lnTo>
                    <a:pt x="2145438" y="3557553"/>
                  </a:lnTo>
                  <a:lnTo>
                    <a:pt x="2126486" y="3566560"/>
                  </a:lnTo>
                  <a:lnTo>
                    <a:pt x="2107437" y="3575566"/>
                  </a:lnTo>
                  <a:lnTo>
                    <a:pt x="2088307" y="3584573"/>
                  </a:lnTo>
                  <a:lnTo>
                    <a:pt x="2069120" y="3593579"/>
                  </a:lnTo>
                  <a:lnTo>
                    <a:pt x="2049925" y="3602586"/>
                  </a:lnTo>
                  <a:lnTo>
                    <a:pt x="2030744" y="3611592"/>
                  </a:lnTo>
                  <a:lnTo>
                    <a:pt x="2011598" y="3620599"/>
                  </a:lnTo>
                  <a:lnTo>
                    <a:pt x="1992559" y="3629605"/>
                  </a:lnTo>
                  <a:lnTo>
                    <a:pt x="1973639" y="3638611"/>
                  </a:lnTo>
                  <a:lnTo>
                    <a:pt x="1954861" y="3647618"/>
                  </a:lnTo>
                  <a:lnTo>
                    <a:pt x="1936249" y="3656624"/>
                  </a:lnTo>
                  <a:lnTo>
                    <a:pt x="1917920" y="3665631"/>
                  </a:lnTo>
                  <a:lnTo>
                    <a:pt x="1899872" y="3674637"/>
                  </a:lnTo>
                  <a:lnTo>
                    <a:pt x="1882110" y="3683644"/>
                  </a:lnTo>
                  <a:lnTo>
                    <a:pt x="1864660" y="3692650"/>
                  </a:lnTo>
                  <a:lnTo>
                    <a:pt x="1847662" y="3701657"/>
                  </a:lnTo>
                  <a:lnTo>
                    <a:pt x="1831138" y="3710663"/>
                  </a:lnTo>
                  <a:lnTo>
                    <a:pt x="1815048" y="3719670"/>
                  </a:lnTo>
                  <a:lnTo>
                    <a:pt x="1799420" y="3728676"/>
                  </a:lnTo>
                  <a:lnTo>
                    <a:pt x="1784379" y="3737683"/>
                  </a:lnTo>
                  <a:lnTo>
                    <a:pt x="1770017" y="3746689"/>
                  </a:lnTo>
                  <a:lnTo>
                    <a:pt x="1756221" y="3755696"/>
                  </a:lnTo>
                  <a:lnTo>
                    <a:pt x="1743010" y="3764702"/>
                  </a:lnTo>
                  <a:lnTo>
                    <a:pt x="1730471" y="3773708"/>
                  </a:lnTo>
                  <a:lnTo>
                    <a:pt x="1718788" y="3782715"/>
                  </a:lnTo>
                  <a:lnTo>
                    <a:pt x="1707758" y="3791721"/>
                  </a:lnTo>
                  <a:lnTo>
                    <a:pt x="1697389" y="3800728"/>
                  </a:lnTo>
                  <a:lnTo>
                    <a:pt x="1687704" y="3809734"/>
                  </a:lnTo>
                  <a:lnTo>
                    <a:pt x="1678985" y="3818741"/>
                  </a:lnTo>
                  <a:lnTo>
                    <a:pt x="1670938" y="3827747"/>
                  </a:lnTo>
                  <a:lnTo>
                    <a:pt x="1663556" y="3836754"/>
                  </a:lnTo>
                  <a:lnTo>
                    <a:pt x="1656831" y="3845760"/>
                  </a:lnTo>
                  <a:lnTo>
                    <a:pt x="1650998" y="3854767"/>
                  </a:lnTo>
                  <a:lnTo>
                    <a:pt x="1645814" y="3863773"/>
                  </a:lnTo>
                  <a:lnTo>
                    <a:pt x="1641217" y="3872780"/>
                  </a:lnTo>
                  <a:lnTo>
                    <a:pt x="1637186" y="3881786"/>
                  </a:lnTo>
                  <a:lnTo>
                    <a:pt x="1633845" y="3890792"/>
                  </a:lnTo>
                  <a:lnTo>
                    <a:pt x="1631051" y="3899799"/>
                  </a:lnTo>
                  <a:lnTo>
                    <a:pt x="1628692" y="3908805"/>
                  </a:lnTo>
                  <a:lnTo>
                    <a:pt x="1626736" y="3917812"/>
                  </a:lnTo>
                  <a:lnTo>
                    <a:pt x="1625211" y="3926818"/>
                  </a:lnTo>
                  <a:lnTo>
                    <a:pt x="1624039" y="3935825"/>
                  </a:lnTo>
                  <a:lnTo>
                    <a:pt x="1623098" y="3944831"/>
                  </a:lnTo>
                  <a:lnTo>
                    <a:pt x="1622349" y="3953838"/>
                  </a:lnTo>
                  <a:lnTo>
                    <a:pt x="1621764" y="3962844"/>
                  </a:lnTo>
                  <a:lnTo>
                    <a:pt x="1621273" y="3971851"/>
                  </a:lnTo>
                  <a:lnTo>
                    <a:pt x="1620793" y="3980857"/>
                  </a:lnTo>
                  <a:lnTo>
                    <a:pt x="1620286" y="3989864"/>
                  </a:lnTo>
                  <a:lnTo>
                    <a:pt x="1619708" y="3998870"/>
                  </a:lnTo>
                  <a:lnTo>
                    <a:pt x="1618947" y="4007877"/>
                  </a:lnTo>
                  <a:lnTo>
                    <a:pt x="1617999" y="4016883"/>
                  </a:lnTo>
                  <a:lnTo>
                    <a:pt x="1616836" y="4025889"/>
                  </a:lnTo>
                  <a:lnTo>
                    <a:pt x="1615429" y="4034896"/>
                  </a:lnTo>
                  <a:lnTo>
                    <a:pt x="1613612" y="4043902"/>
                  </a:lnTo>
                  <a:lnTo>
                    <a:pt x="1611459" y="4052909"/>
                  </a:lnTo>
                  <a:lnTo>
                    <a:pt x="1608964" y="4061915"/>
                  </a:lnTo>
                  <a:lnTo>
                    <a:pt x="1606111" y="4070922"/>
                  </a:lnTo>
                  <a:lnTo>
                    <a:pt x="1602754" y="4079928"/>
                  </a:lnTo>
                  <a:lnTo>
                    <a:pt x="1598963" y="4088935"/>
                  </a:lnTo>
                  <a:lnTo>
                    <a:pt x="1594783" y="4097941"/>
                  </a:lnTo>
                  <a:lnTo>
                    <a:pt x="1590211" y="4106948"/>
                  </a:lnTo>
                  <a:lnTo>
                    <a:pt x="1585155" y="4115954"/>
                  </a:lnTo>
                  <a:lnTo>
                    <a:pt x="1579650" y="4124961"/>
                  </a:lnTo>
                  <a:lnTo>
                    <a:pt x="1573785" y="4133967"/>
                  </a:lnTo>
                  <a:lnTo>
                    <a:pt x="1567575" y="4142974"/>
                  </a:lnTo>
                  <a:lnTo>
                    <a:pt x="1560983" y="4151980"/>
                  </a:lnTo>
                  <a:lnTo>
                    <a:pt x="1554012" y="4160986"/>
                  </a:lnTo>
                  <a:lnTo>
                    <a:pt x="1546777" y="4169993"/>
                  </a:lnTo>
                  <a:lnTo>
                    <a:pt x="1539300" y="4178999"/>
                  </a:lnTo>
                  <a:lnTo>
                    <a:pt x="1531588" y="4188006"/>
                  </a:lnTo>
                  <a:lnTo>
                    <a:pt x="1523639" y="4197012"/>
                  </a:lnTo>
                  <a:lnTo>
                    <a:pt x="1515559" y="4206019"/>
                  </a:lnTo>
                  <a:lnTo>
                    <a:pt x="1507373" y="4215025"/>
                  </a:lnTo>
                  <a:lnTo>
                    <a:pt x="1499104" y="4224032"/>
                  </a:lnTo>
                  <a:lnTo>
                    <a:pt x="1490784" y="4233038"/>
                  </a:lnTo>
                  <a:lnTo>
                    <a:pt x="1482471" y="4242045"/>
                  </a:lnTo>
                  <a:lnTo>
                    <a:pt x="1474190" y="4251051"/>
                  </a:lnTo>
                  <a:lnTo>
                    <a:pt x="1465963" y="4260058"/>
                  </a:lnTo>
                  <a:lnTo>
                    <a:pt x="1457859" y="4269064"/>
                  </a:lnTo>
                  <a:lnTo>
                    <a:pt x="1449894" y="4278071"/>
                  </a:lnTo>
                  <a:lnTo>
                    <a:pt x="1442076" y="4287077"/>
                  </a:lnTo>
                  <a:lnTo>
                    <a:pt x="1434422" y="4296083"/>
                  </a:lnTo>
                  <a:lnTo>
                    <a:pt x="1427010" y="4305090"/>
                  </a:lnTo>
                  <a:lnTo>
                    <a:pt x="1419847" y="4314096"/>
                  </a:lnTo>
                  <a:lnTo>
                    <a:pt x="1412910" y="4323103"/>
                  </a:lnTo>
                  <a:lnTo>
                    <a:pt x="1406211" y="4332109"/>
                  </a:lnTo>
                  <a:lnTo>
                    <a:pt x="1399809" y="4341116"/>
                  </a:lnTo>
                  <a:lnTo>
                    <a:pt x="1393733" y="4350122"/>
                  </a:lnTo>
                  <a:lnTo>
                    <a:pt x="1387922" y="4359129"/>
                  </a:lnTo>
                  <a:lnTo>
                    <a:pt x="1382379" y="4368135"/>
                  </a:lnTo>
                  <a:lnTo>
                    <a:pt x="1377137" y="4377142"/>
                  </a:lnTo>
                  <a:lnTo>
                    <a:pt x="1372258" y="4386148"/>
                  </a:lnTo>
                  <a:lnTo>
                    <a:pt x="1367645" y="4395155"/>
                  </a:lnTo>
                  <a:lnTo>
                    <a:pt x="1363297" y="4404161"/>
                  </a:lnTo>
                  <a:lnTo>
                    <a:pt x="1359217" y="4413167"/>
                  </a:lnTo>
                  <a:lnTo>
                    <a:pt x="1355498" y="4422174"/>
                  </a:lnTo>
                  <a:lnTo>
                    <a:pt x="1352020" y="4431180"/>
                  </a:lnTo>
                  <a:lnTo>
                    <a:pt x="1348778" y="4440187"/>
                  </a:lnTo>
                  <a:lnTo>
                    <a:pt x="1345765" y="4449193"/>
                  </a:lnTo>
                  <a:lnTo>
                    <a:pt x="1343055" y="4458200"/>
                  </a:lnTo>
                  <a:lnTo>
                    <a:pt x="1340560" y="4467206"/>
                  </a:lnTo>
                  <a:lnTo>
                    <a:pt x="1338258" y="4476213"/>
                  </a:lnTo>
                  <a:lnTo>
                    <a:pt x="1336142" y="4485219"/>
                  </a:lnTo>
                  <a:lnTo>
                    <a:pt x="1334254" y="4494226"/>
                  </a:lnTo>
                  <a:lnTo>
                    <a:pt x="1332547" y="4503232"/>
                  </a:lnTo>
                  <a:lnTo>
                    <a:pt x="1330989" y="4512239"/>
                  </a:lnTo>
                  <a:lnTo>
                    <a:pt x="1329572" y="4521245"/>
                  </a:lnTo>
                  <a:lnTo>
                    <a:pt x="1328315" y="4530252"/>
                  </a:lnTo>
                  <a:lnTo>
                    <a:pt x="1327201" y="4539258"/>
                  </a:lnTo>
                  <a:lnTo>
                    <a:pt x="1326193" y="4548264"/>
                  </a:lnTo>
                  <a:lnTo>
                    <a:pt x="1325287" y="4557271"/>
                  </a:lnTo>
                  <a:lnTo>
                    <a:pt x="1324486" y="4566277"/>
                  </a:lnTo>
                  <a:lnTo>
                    <a:pt x="1323792" y="4575284"/>
                  </a:lnTo>
                  <a:lnTo>
                    <a:pt x="1323170" y="4584290"/>
                  </a:lnTo>
                  <a:lnTo>
                    <a:pt x="1322616" y="4593297"/>
                  </a:lnTo>
                  <a:lnTo>
                    <a:pt x="1322127" y="4602303"/>
                  </a:lnTo>
                  <a:close/>
                </a:path>
              </a:pathLst>
            </a:custGeom>
            <a:solidFill>
              <a:srgbClr val="F47C5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49" name="pl98">
              <a:extLst>
                <a:ext uri="{FF2B5EF4-FFF2-40B4-BE49-F238E27FC236}">
                  <a16:creationId xmlns:a16="http://schemas.microsoft.com/office/drawing/2014/main" id="{E89FB752-FD41-4266-B2A3-996D6C486CAA}"/>
                </a:ext>
              </a:extLst>
            </p:cNvPr>
            <p:cNvSpPr/>
            <p:nvPr/>
          </p:nvSpPr>
          <p:spPr>
            <a:xfrm>
              <a:off x="7859083" y="4530579"/>
              <a:ext cx="2638169" cy="0"/>
            </a:xfrm>
            <a:custGeom>
              <a:avLst/>
              <a:gdLst/>
              <a:ahLst/>
              <a:cxnLst/>
              <a:rect l="0" t="0" r="0" b="0"/>
              <a:pathLst>
                <a:path w="2638169">
                  <a:moveTo>
                    <a:pt x="0" y="0"/>
                  </a:moveTo>
                  <a:lnTo>
                    <a:pt x="263816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50" name="pt99">
              <a:extLst>
                <a:ext uri="{FF2B5EF4-FFF2-40B4-BE49-F238E27FC236}">
                  <a16:creationId xmlns:a16="http://schemas.microsoft.com/office/drawing/2014/main" id="{D6077F67-C40B-47A8-9CD6-81BEF688540A}"/>
                </a:ext>
              </a:extLst>
            </p:cNvPr>
            <p:cNvSpPr/>
            <p:nvPr/>
          </p:nvSpPr>
          <p:spPr>
            <a:xfrm>
              <a:off x="8796317" y="4630890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1" name="pt100">
              <a:extLst>
                <a:ext uri="{FF2B5EF4-FFF2-40B4-BE49-F238E27FC236}">
                  <a16:creationId xmlns:a16="http://schemas.microsoft.com/office/drawing/2014/main" id="{424D02BA-FCB6-4F8D-A307-0D3152E81499}"/>
                </a:ext>
              </a:extLst>
            </p:cNvPr>
            <p:cNvSpPr/>
            <p:nvPr/>
          </p:nvSpPr>
          <p:spPr>
            <a:xfrm>
              <a:off x="9275203" y="4704916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2" name="pt101">
              <a:extLst>
                <a:ext uri="{FF2B5EF4-FFF2-40B4-BE49-F238E27FC236}">
                  <a16:creationId xmlns:a16="http://schemas.microsoft.com/office/drawing/2014/main" id="{76450888-AFB5-45BF-A0D6-75675C72C876}"/>
                </a:ext>
              </a:extLst>
            </p:cNvPr>
            <p:cNvSpPr/>
            <p:nvPr/>
          </p:nvSpPr>
          <p:spPr>
            <a:xfrm>
              <a:off x="8878238" y="3202855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3" name="pg102">
              <a:extLst>
                <a:ext uri="{FF2B5EF4-FFF2-40B4-BE49-F238E27FC236}">
                  <a16:creationId xmlns:a16="http://schemas.microsoft.com/office/drawing/2014/main" id="{4C87E71F-5511-47D1-8C95-0CA50D6B19F9}"/>
                </a:ext>
              </a:extLst>
            </p:cNvPr>
            <p:cNvSpPr/>
            <p:nvPr/>
          </p:nvSpPr>
          <p:spPr>
            <a:xfrm>
              <a:off x="9450946" y="4863882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4" name="pt103">
              <a:extLst>
                <a:ext uri="{FF2B5EF4-FFF2-40B4-BE49-F238E27FC236}">
                  <a16:creationId xmlns:a16="http://schemas.microsoft.com/office/drawing/2014/main" id="{A38F9913-E8F9-429B-A2C6-3176A80FEC4A}"/>
                </a:ext>
              </a:extLst>
            </p:cNvPr>
            <p:cNvSpPr/>
            <p:nvPr/>
          </p:nvSpPr>
          <p:spPr>
            <a:xfrm>
              <a:off x="9313395" y="2971884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5" name="pt104">
              <a:extLst>
                <a:ext uri="{FF2B5EF4-FFF2-40B4-BE49-F238E27FC236}">
                  <a16:creationId xmlns:a16="http://schemas.microsoft.com/office/drawing/2014/main" id="{D3813CEE-5255-4DD7-A594-D11B8DA6A328}"/>
                </a:ext>
              </a:extLst>
            </p:cNvPr>
            <p:cNvSpPr/>
            <p:nvPr/>
          </p:nvSpPr>
          <p:spPr>
            <a:xfrm>
              <a:off x="8781842" y="1887657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6" name="pt105">
              <a:extLst>
                <a:ext uri="{FF2B5EF4-FFF2-40B4-BE49-F238E27FC236}">
                  <a16:creationId xmlns:a16="http://schemas.microsoft.com/office/drawing/2014/main" id="{32B258A5-6DCC-4154-8C12-DF35E4277ABD}"/>
                </a:ext>
              </a:extLst>
            </p:cNvPr>
            <p:cNvSpPr/>
            <p:nvPr/>
          </p:nvSpPr>
          <p:spPr>
            <a:xfrm>
              <a:off x="9328694" y="4371041"/>
              <a:ext cx="117405" cy="11740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7" name="pt106">
              <a:extLst>
                <a:ext uri="{FF2B5EF4-FFF2-40B4-BE49-F238E27FC236}">
                  <a16:creationId xmlns:a16="http://schemas.microsoft.com/office/drawing/2014/main" id="{7D45B00F-EE93-42A2-A80E-0A3D82106CBF}"/>
                </a:ext>
              </a:extLst>
            </p:cNvPr>
            <p:cNvSpPr/>
            <p:nvPr/>
          </p:nvSpPr>
          <p:spPr>
            <a:xfrm>
              <a:off x="9109758" y="4405079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8" name="pg107">
              <a:extLst>
                <a:ext uri="{FF2B5EF4-FFF2-40B4-BE49-F238E27FC236}">
                  <a16:creationId xmlns:a16="http://schemas.microsoft.com/office/drawing/2014/main" id="{CE33EE31-4234-40DE-9143-571B8F525643}"/>
                </a:ext>
              </a:extLst>
            </p:cNvPr>
            <p:cNvSpPr/>
            <p:nvPr/>
          </p:nvSpPr>
          <p:spPr>
            <a:xfrm>
              <a:off x="9326359" y="5390674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59" name="pt108">
              <a:extLst>
                <a:ext uri="{FF2B5EF4-FFF2-40B4-BE49-F238E27FC236}">
                  <a16:creationId xmlns:a16="http://schemas.microsoft.com/office/drawing/2014/main" id="{FB01E7FB-924E-43EF-8654-A01EF71A7F1D}"/>
                </a:ext>
              </a:extLst>
            </p:cNvPr>
            <p:cNvSpPr/>
            <p:nvPr/>
          </p:nvSpPr>
          <p:spPr>
            <a:xfrm>
              <a:off x="8732462" y="4986706"/>
              <a:ext cx="117405" cy="11740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0" name="pt109">
              <a:extLst>
                <a:ext uri="{FF2B5EF4-FFF2-40B4-BE49-F238E27FC236}">
                  <a16:creationId xmlns:a16="http://schemas.microsoft.com/office/drawing/2014/main" id="{5AAA62C5-D640-4671-9F27-2A9B3A57E9A7}"/>
                </a:ext>
              </a:extLst>
            </p:cNvPr>
            <p:cNvSpPr/>
            <p:nvPr/>
          </p:nvSpPr>
          <p:spPr>
            <a:xfrm>
              <a:off x="9380390" y="4317024"/>
              <a:ext cx="117405" cy="11740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1" name="pg110">
              <a:extLst>
                <a:ext uri="{FF2B5EF4-FFF2-40B4-BE49-F238E27FC236}">
                  <a16:creationId xmlns:a16="http://schemas.microsoft.com/office/drawing/2014/main" id="{31AD89F0-9066-4FEE-9176-782730CE8A11}"/>
                </a:ext>
              </a:extLst>
            </p:cNvPr>
            <p:cNvSpPr/>
            <p:nvPr/>
          </p:nvSpPr>
          <p:spPr>
            <a:xfrm>
              <a:off x="9184919" y="4235790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2" name="pt111">
              <a:extLst>
                <a:ext uri="{FF2B5EF4-FFF2-40B4-BE49-F238E27FC236}">
                  <a16:creationId xmlns:a16="http://schemas.microsoft.com/office/drawing/2014/main" id="{B1F3F489-4E64-407F-9E94-B016BB86297B}"/>
                </a:ext>
              </a:extLst>
            </p:cNvPr>
            <p:cNvSpPr/>
            <p:nvPr/>
          </p:nvSpPr>
          <p:spPr>
            <a:xfrm>
              <a:off x="9062640" y="4637648"/>
              <a:ext cx="117405" cy="11740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63" name="tx112">
              <a:extLst>
                <a:ext uri="{FF2B5EF4-FFF2-40B4-BE49-F238E27FC236}">
                  <a16:creationId xmlns:a16="http://schemas.microsoft.com/office/drawing/2014/main" id="{953E08E0-D4EA-4570-9A18-283810E54106}"/>
                </a:ext>
              </a:extLst>
            </p:cNvPr>
            <p:cNvSpPr/>
            <p:nvPr/>
          </p:nvSpPr>
          <p:spPr>
            <a:xfrm>
              <a:off x="7862279" y="227923"/>
              <a:ext cx="2631777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Hospital or group of hospitals</a:t>
              </a:r>
            </a:p>
          </p:txBody>
        </p:sp>
        <p:sp>
          <p:nvSpPr>
            <p:cNvPr id="464" name="pl113">
              <a:extLst>
                <a:ext uri="{FF2B5EF4-FFF2-40B4-BE49-F238E27FC236}">
                  <a16:creationId xmlns:a16="http://schemas.microsoft.com/office/drawing/2014/main" id="{7D854855-EA14-435E-8BCA-9CAA5DD23D36}"/>
                </a:ext>
              </a:extLst>
            </p:cNvPr>
            <p:cNvSpPr/>
            <p:nvPr/>
          </p:nvSpPr>
          <p:spPr>
            <a:xfrm>
              <a:off x="7727146" y="520980"/>
              <a:ext cx="0" cy="6457600"/>
            </a:xfrm>
            <a:custGeom>
              <a:avLst/>
              <a:gdLst/>
              <a:ahLst/>
              <a:cxnLst/>
              <a:rect l="0" t="0" r="0" b="0"/>
              <a:pathLst>
                <a:path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65" name="tx114">
              <a:extLst>
                <a:ext uri="{FF2B5EF4-FFF2-40B4-BE49-F238E27FC236}">
                  <a16:creationId xmlns:a16="http://schemas.microsoft.com/office/drawing/2014/main" id="{B4C65AA6-BED3-4A8C-8B1A-67E3CD5FCC70}"/>
                </a:ext>
              </a:extLst>
            </p:cNvPr>
            <p:cNvSpPr/>
            <p:nvPr/>
          </p:nvSpPr>
          <p:spPr>
            <a:xfrm>
              <a:off x="7438280" y="6618725"/>
              <a:ext cx="1977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466" name="tx115">
              <a:extLst>
                <a:ext uri="{FF2B5EF4-FFF2-40B4-BE49-F238E27FC236}">
                  <a16:creationId xmlns:a16="http://schemas.microsoft.com/office/drawing/2014/main" id="{A8E4EB57-B1A7-4264-8ACF-C56FAFED9D97}"/>
                </a:ext>
              </a:extLst>
            </p:cNvPr>
            <p:cNvSpPr/>
            <p:nvPr/>
          </p:nvSpPr>
          <p:spPr>
            <a:xfrm>
              <a:off x="7339396" y="3683452"/>
              <a:ext cx="296651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467" name="tx116">
              <a:extLst>
                <a:ext uri="{FF2B5EF4-FFF2-40B4-BE49-F238E27FC236}">
                  <a16:creationId xmlns:a16="http://schemas.microsoft.com/office/drawing/2014/main" id="{79B09343-C244-48AB-A67F-1CBDCE46286D}"/>
                </a:ext>
              </a:extLst>
            </p:cNvPr>
            <p:cNvSpPr/>
            <p:nvPr/>
          </p:nvSpPr>
          <p:spPr>
            <a:xfrm>
              <a:off x="7240512" y="748179"/>
              <a:ext cx="395535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468" name="tx117">
              <a:extLst>
                <a:ext uri="{FF2B5EF4-FFF2-40B4-BE49-F238E27FC236}">
                  <a16:creationId xmlns:a16="http://schemas.microsoft.com/office/drawing/2014/main" id="{ED64E610-976D-4346-88FE-04C70310D6A3}"/>
                </a:ext>
              </a:extLst>
            </p:cNvPr>
            <p:cNvSpPr/>
            <p:nvPr/>
          </p:nvSpPr>
          <p:spPr>
            <a:xfrm rot="-5400000">
              <a:off x="6103159" y="3654430"/>
              <a:ext cx="189726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units (log)</a:t>
              </a:r>
            </a:p>
          </p:txBody>
        </p:sp>
      </p:grpSp>
      <p:sp>
        <p:nvSpPr>
          <p:cNvPr id="626" name="ZoneTexte 625">
            <a:extLst>
              <a:ext uri="{FF2B5EF4-FFF2-40B4-BE49-F238E27FC236}">
                <a16:creationId xmlns:a16="http://schemas.microsoft.com/office/drawing/2014/main" id="{3E96AF1E-19BE-49BE-B79D-5DF229B65154}"/>
              </a:ext>
            </a:extLst>
          </p:cNvPr>
          <p:cNvSpPr txBox="1"/>
          <p:nvPr/>
        </p:nvSpPr>
        <p:spPr>
          <a:xfrm>
            <a:off x="-48712" y="-5857645"/>
            <a:ext cx="5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5" name="pg4">
            <a:extLst>
              <a:ext uri="{FF2B5EF4-FFF2-40B4-BE49-F238E27FC236}">
                <a16:creationId xmlns:a16="http://schemas.microsoft.com/office/drawing/2014/main" id="{4A5422F9-7173-3A8E-B093-39A577B31167}"/>
              </a:ext>
            </a:extLst>
          </p:cNvPr>
          <p:cNvSpPr/>
          <p:nvPr/>
        </p:nvSpPr>
        <p:spPr>
          <a:xfrm>
            <a:off x="2218741" y="2311112"/>
            <a:ext cx="2664072" cy="6002043"/>
          </a:xfrm>
          <a:custGeom>
            <a:avLst/>
            <a:gdLst/>
            <a:ahLst/>
            <a:cxnLst/>
            <a:rect l="0" t="0" r="0" b="0"/>
            <a:pathLst>
              <a:path w="2664072" h="6002043">
                <a:moveTo>
                  <a:pt x="1325624" y="6002043"/>
                </a:moveTo>
                <a:lnTo>
                  <a:pt x="1325156" y="5990298"/>
                </a:lnTo>
                <a:lnTo>
                  <a:pt x="1324671" y="5978552"/>
                </a:lnTo>
                <a:lnTo>
                  <a:pt x="1324135" y="5966806"/>
                </a:lnTo>
                <a:lnTo>
                  <a:pt x="1323580" y="5955061"/>
                </a:lnTo>
                <a:lnTo>
                  <a:pt x="1322982" y="5943315"/>
                </a:lnTo>
                <a:lnTo>
                  <a:pt x="1322348" y="5931569"/>
                </a:lnTo>
                <a:lnTo>
                  <a:pt x="1321685" y="5919823"/>
                </a:lnTo>
                <a:lnTo>
                  <a:pt x="1320962" y="5908078"/>
                </a:lnTo>
                <a:lnTo>
                  <a:pt x="1320216" y="5896332"/>
                </a:lnTo>
                <a:lnTo>
                  <a:pt x="1319406" y="5884586"/>
                </a:lnTo>
                <a:lnTo>
                  <a:pt x="1318557" y="5872841"/>
                </a:lnTo>
                <a:lnTo>
                  <a:pt x="1317664" y="5861095"/>
                </a:lnTo>
                <a:lnTo>
                  <a:pt x="1316701" y="5849349"/>
                </a:lnTo>
                <a:lnTo>
                  <a:pt x="1315709" y="5837604"/>
                </a:lnTo>
                <a:lnTo>
                  <a:pt x="1314629" y="5825858"/>
                </a:lnTo>
                <a:lnTo>
                  <a:pt x="1313507" y="5814112"/>
                </a:lnTo>
                <a:lnTo>
                  <a:pt x="1312320" y="5802367"/>
                </a:lnTo>
                <a:lnTo>
                  <a:pt x="1311055" y="5790621"/>
                </a:lnTo>
                <a:lnTo>
                  <a:pt x="1309754" y="5778875"/>
                </a:lnTo>
                <a:lnTo>
                  <a:pt x="1308331" y="5767130"/>
                </a:lnTo>
                <a:lnTo>
                  <a:pt x="1306867" y="5755384"/>
                </a:lnTo>
                <a:lnTo>
                  <a:pt x="1305312" y="5743638"/>
                </a:lnTo>
                <a:lnTo>
                  <a:pt x="1303671" y="5731893"/>
                </a:lnTo>
                <a:lnTo>
                  <a:pt x="1301974" y="5720147"/>
                </a:lnTo>
                <a:lnTo>
                  <a:pt x="1300139" y="5708401"/>
                </a:lnTo>
                <a:lnTo>
                  <a:pt x="1298255" y="5696656"/>
                </a:lnTo>
                <a:lnTo>
                  <a:pt x="1296244" y="5684910"/>
                </a:lnTo>
                <a:lnTo>
                  <a:pt x="1294143" y="5673164"/>
                </a:lnTo>
                <a:lnTo>
                  <a:pt x="1291960" y="5661418"/>
                </a:lnTo>
                <a:lnTo>
                  <a:pt x="1289624" y="5649673"/>
                </a:lnTo>
                <a:lnTo>
                  <a:pt x="1287230" y="5637927"/>
                </a:lnTo>
                <a:lnTo>
                  <a:pt x="1284667" y="5626181"/>
                </a:lnTo>
                <a:lnTo>
                  <a:pt x="1282013" y="5614436"/>
                </a:lnTo>
                <a:lnTo>
                  <a:pt x="1279243" y="5602690"/>
                </a:lnTo>
                <a:lnTo>
                  <a:pt x="1276309" y="5590944"/>
                </a:lnTo>
                <a:lnTo>
                  <a:pt x="1273307" y="5579199"/>
                </a:lnTo>
                <a:lnTo>
                  <a:pt x="1270085" y="5567453"/>
                </a:lnTo>
                <a:lnTo>
                  <a:pt x="1266777" y="5555707"/>
                </a:lnTo>
                <a:lnTo>
                  <a:pt x="1263310" y="5543962"/>
                </a:lnTo>
                <a:lnTo>
                  <a:pt x="1259674" y="5532216"/>
                </a:lnTo>
                <a:lnTo>
                  <a:pt x="1255950" y="5520470"/>
                </a:lnTo>
                <a:lnTo>
                  <a:pt x="1251966" y="5508725"/>
                </a:lnTo>
                <a:lnTo>
                  <a:pt x="1247897" y="5496979"/>
                </a:lnTo>
                <a:lnTo>
                  <a:pt x="1243620" y="5485233"/>
                </a:lnTo>
                <a:lnTo>
                  <a:pt x="1239174" y="5473488"/>
                </a:lnTo>
                <a:lnTo>
                  <a:pt x="1234601" y="5461742"/>
                </a:lnTo>
                <a:lnTo>
                  <a:pt x="1229758" y="5449996"/>
                </a:lnTo>
                <a:lnTo>
                  <a:pt x="1224819" y="5438251"/>
                </a:lnTo>
                <a:lnTo>
                  <a:pt x="1219618" y="5426505"/>
                </a:lnTo>
                <a:lnTo>
                  <a:pt x="1214254" y="5414759"/>
                </a:lnTo>
                <a:lnTo>
                  <a:pt x="1208719" y="5403013"/>
                </a:lnTo>
                <a:lnTo>
                  <a:pt x="1202912" y="5391268"/>
                </a:lnTo>
                <a:lnTo>
                  <a:pt x="1196998" y="5379522"/>
                </a:lnTo>
                <a:lnTo>
                  <a:pt x="1190762" y="5367776"/>
                </a:lnTo>
                <a:lnTo>
                  <a:pt x="1184379" y="5356031"/>
                </a:lnTo>
                <a:lnTo>
                  <a:pt x="1177775" y="5344285"/>
                </a:lnTo>
                <a:lnTo>
                  <a:pt x="1170906" y="5332539"/>
                </a:lnTo>
                <a:lnTo>
                  <a:pt x="1163921" y="5320794"/>
                </a:lnTo>
                <a:lnTo>
                  <a:pt x="1156553" y="5309048"/>
                </a:lnTo>
                <a:lnTo>
                  <a:pt x="1149060" y="5297302"/>
                </a:lnTo>
                <a:lnTo>
                  <a:pt x="1141297" y="5285557"/>
                </a:lnTo>
                <a:lnTo>
                  <a:pt x="1133283" y="5273811"/>
                </a:lnTo>
                <a:lnTo>
                  <a:pt x="1125115" y="5262065"/>
                </a:lnTo>
                <a:lnTo>
                  <a:pt x="1116569" y="5250320"/>
                </a:lnTo>
                <a:lnTo>
                  <a:pt x="1107896" y="5238574"/>
                </a:lnTo>
                <a:lnTo>
                  <a:pt x="1098902" y="5226828"/>
                </a:lnTo>
                <a:lnTo>
                  <a:pt x="1089684" y="5215083"/>
                </a:lnTo>
                <a:lnTo>
                  <a:pt x="1080270" y="5203337"/>
                </a:lnTo>
                <a:lnTo>
                  <a:pt x="1070501" y="5191591"/>
                </a:lnTo>
                <a:lnTo>
                  <a:pt x="1060603" y="5179845"/>
                </a:lnTo>
                <a:lnTo>
                  <a:pt x="1050340" y="5168100"/>
                </a:lnTo>
                <a:lnTo>
                  <a:pt x="1039888" y="5156354"/>
                </a:lnTo>
                <a:lnTo>
                  <a:pt x="1029200" y="5144608"/>
                </a:lnTo>
                <a:lnTo>
                  <a:pt x="1018194" y="5132863"/>
                </a:lnTo>
                <a:lnTo>
                  <a:pt x="1007059" y="5121117"/>
                </a:lnTo>
                <a:lnTo>
                  <a:pt x="995528" y="5109371"/>
                </a:lnTo>
                <a:lnTo>
                  <a:pt x="983847" y="5097626"/>
                </a:lnTo>
                <a:lnTo>
                  <a:pt x="971900" y="5085880"/>
                </a:lnTo>
                <a:lnTo>
                  <a:pt x="959682" y="5074134"/>
                </a:lnTo>
                <a:lnTo>
                  <a:pt x="947327" y="5062389"/>
                </a:lnTo>
                <a:lnTo>
                  <a:pt x="934585" y="5050643"/>
                </a:lnTo>
                <a:lnTo>
                  <a:pt x="921724" y="5038897"/>
                </a:lnTo>
                <a:lnTo>
                  <a:pt x="908581" y="5027152"/>
                </a:lnTo>
                <a:lnTo>
                  <a:pt x="895220" y="5015406"/>
                </a:lnTo>
                <a:lnTo>
                  <a:pt x="881701" y="5003660"/>
                </a:lnTo>
                <a:lnTo>
                  <a:pt x="867863" y="4991915"/>
                </a:lnTo>
                <a:lnTo>
                  <a:pt x="853918" y="4980169"/>
                </a:lnTo>
                <a:lnTo>
                  <a:pt x="839694" y="4968423"/>
                </a:lnTo>
                <a:lnTo>
                  <a:pt x="825310" y="4956678"/>
                </a:lnTo>
                <a:lnTo>
                  <a:pt x="810760" y="4944932"/>
                </a:lnTo>
                <a:lnTo>
                  <a:pt x="795968" y="4933186"/>
                </a:lnTo>
                <a:lnTo>
                  <a:pt x="781086" y="4921440"/>
                </a:lnTo>
                <a:lnTo>
                  <a:pt x="765951" y="4909695"/>
                </a:lnTo>
                <a:lnTo>
                  <a:pt x="750712" y="4897949"/>
                </a:lnTo>
                <a:lnTo>
                  <a:pt x="735322" y="4886203"/>
                </a:lnTo>
                <a:lnTo>
                  <a:pt x="719768" y="4874458"/>
                </a:lnTo>
                <a:lnTo>
                  <a:pt x="704145" y="4862712"/>
                </a:lnTo>
                <a:lnTo>
                  <a:pt x="688325" y="4850966"/>
                </a:lnTo>
                <a:lnTo>
                  <a:pt x="672450" y="4839221"/>
                </a:lnTo>
                <a:lnTo>
                  <a:pt x="656461" y="4827475"/>
                </a:lnTo>
                <a:lnTo>
                  <a:pt x="640385" y="4815729"/>
                </a:lnTo>
                <a:lnTo>
                  <a:pt x="624258" y="4803984"/>
                </a:lnTo>
                <a:lnTo>
                  <a:pt x="608035" y="4792238"/>
                </a:lnTo>
                <a:lnTo>
                  <a:pt x="591789" y="4780492"/>
                </a:lnTo>
                <a:lnTo>
                  <a:pt x="575492" y="4768747"/>
                </a:lnTo>
                <a:lnTo>
                  <a:pt x="559177" y="4757001"/>
                </a:lnTo>
                <a:lnTo>
                  <a:pt x="542849" y="4745255"/>
                </a:lnTo>
                <a:lnTo>
                  <a:pt x="526526" y="4733510"/>
                </a:lnTo>
                <a:lnTo>
                  <a:pt x="510212" y="4721764"/>
                </a:lnTo>
                <a:lnTo>
                  <a:pt x="493936" y="4710018"/>
                </a:lnTo>
                <a:lnTo>
                  <a:pt x="477700" y="4698273"/>
                </a:lnTo>
                <a:lnTo>
                  <a:pt x="461511" y="4686527"/>
                </a:lnTo>
                <a:lnTo>
                  <a:pt x="445417" y="4674781"/>
                </a:lnTo>
                <a:lnTo>
                  <a:pt x="429365" y="4663035"/>
                </a:lnTo>
                <a:lnTo>
                  <a:pt x="413470" y="4651290"/>
                </a:lnTo>
                <a:lnTo>
                  <a:pt x="397652" y="4639544"/>
                </a:lnTo>
                <a:lnTo>
                  <a:pt x="381965" y="4627798"/>
                </a:lnTo>
                <a:lnTo>
                  <a:pt x="366448" y="4616053"/>
                </a:lnTo>
                <a:lnTo>
                  <a:pt x="351012" y="4604307"/>
                </a:lnTo>
                <a:lnTo>
                  <a:pt x="335861" y="4592561"/>
                </a:lnTo>
                <a:lnTo>
                  <a:pt x="320810" y="4580816"/>
                </a:lnTo>
                <a:lnTo>
                  <a:pt x="305998" y="4569070"/>
                </a:lnTo>
                <a:lnTo>
                  <a:pt x="291405" y="4557324"/>
                </a:lnTo>
                <a:lnTo>
                  <a:pt x="276966" y="4545579"/>
                </a:lnTo>
                <a:lnTo>
                  <a:pt x="262894" y="4533833"/>
                </a:lnTo>
                <a:lnTo>
                  <a:pt x="248956" y="4522087"/>
                </a:lnTo>
                <a:lnTo>
                  <a:pt x="235380" y="4510342"/>
                </a:lnTo>
                <a:lnTo>
                  <a:pt x="222048" y="4498596"/>
                </a:lnTo>
                <a:lnTo>
                  <a:pt x="208961" y="4486850"/>
                </a:lnTo>
                <a:lnTo>
                  <a:pt x="196294" y="4475105"/>
                </a:lnTo>
                <a:lnTo>
                  <a:pt x="183792" y="4463359"/>
                </a:lnTo>
                <a:lnTo>
                  <a:pt x="171786" y="4451613"/>
                </a:lnTo>
                <a:lnTo>
                  <a:pt x="160024" y="4439867"/>
                </a:lnTo>
                <a:lnTo>
                  <a:pt x="148609" y="4428122"/>
                </a:lnTo>
                <a:lnTo>
                  <a:pt x="137640" y="4416376"/>
                </a:lnTo>
                <a:lnTo>
                  <a:pt x="126860" y="4404630"/>
                </a:lnTo>
                <a:lnTo>
                  <a:pt x="116715" y="4392885"/>
                </a:lnTo>
                <a:lnTo>
                  <a:pt x="106790" y="4381139"/>
                </a:lnTo>
                <a:lnTo>
                  <a:pt x="97319" y="4369393"/>
                </a:lnTo>
                <a:lnTo>
                  <a:pt x="88289" y="4357648"/>
                </a:lnTo>
                <a:lnTo>
                  <a:pt x="79516" y="4345902"/>
                </a:lnTo>
                <a:lnTo>
                  <a:pt x="71416" y="4334156"/>
                </a:lnTo>
                <a:lnTo>
                  <a:pt x="63539" y="4322411"/>
                </a:lnTo>
                <a:lnTo>
                  <a:pt x="56221" y="4310665"/>
                </a:lnTo>
                <a:lnTo>
                  <a:pt x="49313" y="4298919"/>
                </a:lnTo>
                <a:lnTo>
                  <a:pt x="42745" y="4287174"/>
                </a:lnTo>
                <a:lnTo>
                  <a:pt x="36827" y="4275428"/>
                </a:lnTo>
                <a:lnTo>
                  <a:pt x="31143" y="4263682"/>
                </a:lnTo>
                <a:lnTo>
                  <a:pt x="26111" y="4251937"/>
                </a:lnTo>
                <a:lnTo>
                  <a:pt x="21438" y="4240191"/>
                </a:lnTo>
                <a:lnTo>
                  <a:pt x="17184" y="4228445"/>
                </a:lnTo>
                <a:lnTo>
                  <a:pt x="13527" y="4216700"/>
                </a:lnTo>
                <a:lnTo>
                  <a:pt x="10108" y="4204954"/>
                </a:lnTo>
                <a:lnTo>
                  <a:pt x="7416" y="4193208"/>
                </a:lnTo>
                <a:lnTo>
                  <a:pt x="5014" y="4181462"/>
                </a:lnTo>
                <a:lnTo>
                  <a:pt x="3099" y="4169717"/>
                </a:lnTo>
                <a:lnTo>
                  <a:pt x="1707" y="4157971"/>
                </a:lnTo>
                <a:lnTo>
                  <a:pt x="562" y="4146225"/>
                </a:lnTo>
                <a:lnTo>
                  <a:pt x="167" y="4134480"/>
                </a:lnTo>
                <a:lnTo>
                  <a:pt x="0" y="4122734"/>
                </a:lnTo>
                <a:lnTo>
                  <a:pt x="365" y="4110988"/>
                </a:lnTo>
                <a:lnTo>
                  <a:pt x="1166" y="4099243"/>
                </a:lnTo>
                <a:lnTo>
                  <a:pt x="2266" y="4087497"/>
                </a:lnTo>
                <a:lnTo>
                  <a:pt x="4008" y="4075751"/>
                </a:lnTo>
                <a:lnTo>
                  <a:pt x="5963" y="4064006"/>
                </a:lnTo>
                <a:lnTo>
                  <a:pt x="8474" y="4052260"/>
                </a:lnTo>
                <a:lnTo>
                  <a:pt x="11325" y="4040514"/>
                </a:lnTo>
                <a:lnTo>
                  <a:pt x="14507" y="4028769"/>
                </a:lnTo>
                <a:lnTo>
                  <a:pt x="18214" y="4017023"/>
                </a:lnTo>
                <a:lnTo>
                  <a:pt x="22114" y="4005277"/>
                </a:lnTo>
                <a:lnTo>
                  <a:pt x="26561" y="3993532"/>
                </a:lnTo>
                <a:lnTo>
                  <a:pt x="31257" y="3981786"/>
                </a:lnTo>
                <a:lnTo>
                  <a:pt x="36293" y="3970040"/>
                </a:lnTo>
                <a:lnTo>
                  <a:pt x="41733" y="3958295"/>
                </a:lnTo>
                <a:lnTo>
                  <a:pt x="47342" y="3946549"/>
                </a:lnTo>
                <a:lnTo>
                  <a:pt x="53460" y="3934803"/>
                </a:lnTo>
                <a:lnTo>
                  <a:pt x="59740" y="3923057"/>
                </a:lnTo>
                <a:lnTo>
                  <a:pt x="66347" y="3911312"/>
                </a:lnTo>
                <a:lnTo>
                  <a:pt x="73242" y="3899566"/>
                </a:lnTo>
                <a:lnTo>
                  <a:pt x="80302" y="3887820"/>
                </a:lnTo>
                <a:lnTo>
                  <a:pt x="87753" y="3876075"/>
                </a:lnTo>
                <a:lnTo>
                  <a:pt x="95321" y="3864329"/>
                </a:lnTo>
                <a:lnTo>
                  <a:pt x="103173" y="3852583"/>
                </a:lnTo>
                <a:lnTo>
                  <a:pt x="111212" y="3840838"/>
                </a:lnTo>
                <a:lnTo>
                  <a:pt x="119403" y="3829092"/>
                </a:lnTo>
                <a:lnTo>
                  <a:pt x="127850" y="3817346"/>
                </a:lnTo>
                <a:lnTo>
                  <a:pt x="136381" y="3805601"/>
                </a:lnTo>
                <a:lnTo>
                  <a:pt x="145129" y="3793855"/>
                </a:lnTo>
                <a:lnTo>
                  <a:pt x="153980" y="3782109"/>
                </a:lnTo>
                <a:lnTo>
                  <a:pt x="162947" y="3770364"/>
                </a:lnTo>
                <a:lnTo>
                  <a:pt x="172053" y="3758618"/>
                </a:lnTo>
                <a:lnTo>
                  <a:pt x="181210" y="3746872"/>
                </a:lnTo>
                <a:lnTo>
                  <a:pt x="190496" y="3735127"/>
                </a:lnTo>
                <a:lnTo>
                  <a:pt x="199820" y="3723381"/>
                </a:lnTo>
                <a:lnTo>
                  <a:pt x="209206" y="3711635"/>
                </a:lnTo>
                <a:lnTo>
                  <a:pt x="218634" y="3699889"/>
                </a:lnTo>
                <a:lnTo>
                  <a:pt x="228081" y="3688144"/>
                </a:lnTo>
                <a:lnTo>
                  <a:pt x="237551" y="3676398"/>
                </a:lnTo>
                <a:lnTo>
                  <a:pt x="247017" y="3664652"/>
                </a:lnTo>
                <a:lnTo>
                  <a:pt x="256472" y="3652907"/>
                </a:lnTo>
                <a:lnTo>
                  <a:pt x="265897" y="3641161"/>
                </a:lnTo>
                <a:lnTo>
                  <a:pt x="275302" y="3629415"/>
                </a:lnTo>
                <a:lnTo>
                  <a:pt x="284628" y="3617670"/>
                </a:lnTo>
                <a:lnTo>
                  <a:pt x="293921" y="3605924"/>
                </a:lnTo>
                <a:lnTo>
                  <a:pt x="303119" y="3594178"/>
                </a:lnTo>
                <a:lnTo>
                  <a:pt x="312238" y="3582433"/>
                </a:lnTo>
                <a:lnTo>
                  <a:pt x="321282" y="3570687"/>
                </a:lnTo>
                <a:lnTo>
                  <a:pt x="330174" y="3558941"/>
                </a:lnTo>
                <a:lnTo>
                  <a:pt x="339007" y="3547196"/>
                </a:lnTo>
                <a:lnTo>
                  <a:pt x="347651" y="3535450"/>
                </a:lnTo>
                <a:lnTo>
                  <a:pt x="356190" y="3523704"/>
                </a:lnTo>
                <a:lnTo>
                  <a:pt x="364590" y="3511959"/>
                </a:lnTo>
                <a:lnTo>
                  <a:pt x="372792" y="3500213"/>
                </a:lnTo>
                <a:lnTo>
                  <a:pt x="380910" y="3488467"/>
                </a:lnTo>
                <a:lnTo>
                  <a:pt x="388742" y="3476722"/>
                </a:lnTo>
                <a:lnTo>
                  <a:pt x="396465" y="3464976"/>
                </a:lnTo>
                <a:lnTo>
                  <a:pt x="403978" y="3453230"/>
                </a:lnTo>
                <a:lnTo>
                  <a:pt x="411269" y="3441484"/>
                </a:lnTo>
                <a:lnTo>
                  <a:pt x="418439" y="3429739"/>
                </a:lnTo>
                <a:lnTo>
                  <a:pt x="425264" y="3417993"/>
                </a:lnTo>
                <a:lnTo>
                  <a:pt x="431975" y="3406247"/>
                </a:lnTo>
                <a:lnTo>
                  <a:pt x="438401" y="3394502"/>
                </a:lnTo>
                <a:lnTo>
                  <a:pt x="444604" y="3382756"/>
                </a:lnTo>
                <a:lnTo>
                  <a:pt x="450632" y="3371010"/>
                </a:lnTo>
                <a:lnTo>
                  <a:pt x="456303" y="3359265"/>
                </a:lnTo>
                <a:lnTo>
                  <a:pt x="461846" y="3347519"/>
                </a:lnTo>
                <a:lnTo>
                  <a:pt x="467034" y="3335773"/>
                </a:lnTo>
                <a:lnTo>
                  <a:pt x="472015" y="3324028"/>
                </a:lnTo>
                <a:lnTo>
                  <a:pt x="476765" y="3312282"/>
                </a:lnTo>
                <a:lnTo>
                  <a:pt x="481166" y="3300536"/>
                </a:lnTo>
                <a:lnTo>
                  <a:pt x="485431" y="3288791"/>
                </a:lnTo>
                <a:lnTo>
                  <a:pt x="489277" y="3277045"/>
                </a:lnTo>
                <a:lnTo>
                  <a:pt x="492944" y="3265299"/>
                </a:lnTo>
                <a:lnTo>
                  <a:pt x="496328" y="3253554"/>
                </a:lnTo>
                <a:lnTo>
                  <a:pt x="499389" y="3241808"/>
                </a:lnTo>
                <a:lnTo>
                  <a:pt x="502307" y="3230062"/>
                </a:lnTo>
                <a:lnTo>
                  <a:pt x="504756" y="3218317"/>
                </a:lnTo>
                <a:lnTo>
                  <a:pt x="507061" y="3206571"/>
                </a:lnTo>
                <a:lnTo>
                  <a:pt x="509038" y="3194825"/>
                </a:lnTo>
                <a:lnTo>
                  <a:pt x="510729" y="3183079"/>
                </a:lnTo>
                <a:lnTo>
                  <a:pt x="512236" y="3171334"/>
                </a:lnTo>
                <a:lnTo>
                  <a:pt x="513316" y="3159588"/>
                </a:lnTo>
                <a:lnTo>
                  <a:pt x="514254" y="3147842"/>
                </a:lnTo>
                <a:lnTo>
                  <a:pt x="514827" y="3136097"/>
                </a:lnTo>
                <a:lnTo>
                  <a:pt x="515162" y="3124351"/>
                </a:lnTo>
                <a:lnTo>
                  <a:pt x="515276" y="3112605"/>
                </a:lnTo>
                <a:lnTo>
                  <a:pt x="515017" y="3100860"/>
                </a:lnTo>
                <a:lnTo>
                  <a:pt x="514622" y="3089114"/>
                </a:lnTo>
                <a:lnTo>
                  <a:pt x="513840" y="3077368"/>
                </a:lnTo>
                <a:lnTo>
                  <a:pt x="512870" y="3065623"/>
                </a:lnTo>
                <a:lnTo>
                  <a:pt x="511654" y="3053877"/>
                </a:lnTo>
                <a:lnTo>
                  <a:pt x="510126" y="3042131"/>
                </a:lnTo>
                <a:lnTo>
                  <a:pt x="508470" y="3030386"/>
                </a:lnTo>
                <a:lnTo>
                  <a:pt x="506422" y="3018640"/>
                </a:lnTo>
                <a:lnTo>
                  <a:pt x="504236" y="3006894"/>
                </a:lnTo>
                <a:lnTo>
                  <a:pt x="501793" y="2995149"/>
                </a:lnTo>
                <a:lnTo>
                  <a:pt x="499101" y="2983403"/>
                </a:lnTo>
                <a:lnTo>
                  <a:pt x="496277" y="2971657"/>
                </a:lnTo>
                <a:lnTo>
                  <a:pt x="493105" y="2959911"/>
                </a:lnTo>
                <a:lnTo>
                  <a:pt x="489827" y="2948166"/>
                </a:lnTo>
                <a:lnTo>
                  <a:pt x="486294" y="2936420"/>
                </a:lnTo>
                <a:lnTo>
                  <a:pt x="482576" y="2924674"/>
                </a:lnTo>
                <a:lnTo>
                  <a:pt x="478717" y="2912929"/>
                </a:lnTo>
                <a:lnTo>
                  <a:pt x="474591" y="2901183"/>
                </a:lnTo>
                <a:lnTo>
                  <a:pt x="470375" y="2889437"/>
                </a:lnTo>
                <a:lnTo>
                  <a:pt x="465925" y="2877692"/>
                </a:lnTo>
                <a:lnTo>
                  <a:pt x="461349" y="2865946"/>
                </a:lnTo>
                <a:lnTo>
                  <a:pt x="456636" y="2854200"/>
                </a:lnTo>
                <a:lnTo>
                  <a:pt x="451735" y="2842455"/>
                </a:lnTo>
                <a:lnTo>
                  <a:pt x="446763" y="2830709"/>
                </a:lnTo>
                <a:lnTo>
                  <a:pt x="441595" y="2818963"/>
                </a:lnTo>
                <a:lnTo>
                  <a:pt x="436352" y="2807218"/>
                </a:lnTo>
                <a:lnTo>
                  <a:pt x="430993" y="2795472"/>
                </a:lnTo>
                <a:lnTo>
                  <a:pt x="425519" y="2783726"/>
                </a:lnTo>
                <a:lnTo>
                  <a:pt x="419994" y="2771981"/>
                </a:lnTo>
                <a:lnTo>
                  <a:pt x="414330" y="2760235"/>
                </a:lnTo>
                <a:lnTo>
                  <a:pt x="408631" y="2748489"/>
                </a:lnTo>
                <a:lnTo>
                  <a:pt x="402853" y="2736744"/>
                </a:lnTo>
                <a:lnTo>
                  <a:pt x="397022" y="2724998"/>
                </a:lnTo>
                <a:lnTo>
                  <a:pt x="391158" y="2713252"/>
                </a:lnTo>
                <a:lnTo>
                  <a:pt x="385239" y="2701506"/>
                </a:lnTo>
                <a:lnTo>
                  <a:pt x="379308" y="2689761"/>
                </a:lnTo>
                <a:lnTo>
                  <a:pt x="373351" y="2678015"/>
                </a:lnTo>
                <a:lnTo>
                  <a:pt x="367392" y="2666269"/>
                </a:lnTo>
                <a:lnTo>
                  <a:pt x="361430" y="2654524"/>
                </a:lnTo>
                <a:lnTo>
                  <a:pt x="355486" y="2642778"/>
                </a:lnTo>
                <a:lnTo>
                  <a:pt x="349553" y="2631032"/>
                </a:lnTo>
                <a:lnTo>
                  <a:pt x="343661" y="2619287"/>
                </a:lnTo>
                <a:lnTo>
                  <a:pt x="337803" y="2607541"/>
                </a:lnTo>
                <a:lnTo>
                  <a:pt x="331987" y="2595795"/>
                </a:lnTo>
                <a:lnTo>
                  <a:pt x="326248" y="2584050"/>
                </a:lnTo>
                <a:lnTo>
                  <a:pt x="320540" y="2572304"/>
                </a:lnTo>
                <a:lnTo>
                  <a:pt x="314955" y="2560558"/>
                </a:lnTo>
                <a:lnTo>
                  <a:pt x="309423" y="2548813"/>
                </a:lnTo>
                <a:lnTo>
                  <a:pt x="303991" y="2537067"/>
                </a:lnTo>
                <a:lnTo>
                  <a:pt x="298676" y="2525321"/>
                </a:lnTo>
                <a:lnTo>
                  <a:pt x="293422" y="2513576"/>
                </a:lnTo>
                <a:lnTo>
                  <a:pt x="288364" y="2501830"/>
                </a:lnTo>
                <a:lnTo>
                  <a:pt x="283373" y="2490084"/>
                </a:lnTo>
                <a:lnTo>
                  <a:pt x="278547" y="2478339"/>
                </a:lnTo>
                <a:lnTo>
                  <a:pt x="273864" y="2466593"/>
                </a:lnTo>
                <a:lnTo>
                  <a:pt x="269286" y="2454847"/>
                </a:lnTo>
                <a:lnTo>
                  <a:pt x="264946" y="2443101"/>
                </a:lnTo>
                <a:lnTo>
                  <a:pt x="260691" y="2431356"/>
                </a:lnTo>
                <a:lnTo>
                  <a:pt x="256674" y="2419610"/>
                </a:lnTo>
                <a:lnTo>
                  <a:pt x="252807" y="2407864"/>
                </a:lnTo>
                <a:lnTo>
                  <a:pt x="249099" y="2396119"/>
                </a:lnTo>
                <a:lnTo>
                  <a:pt x="245651" y="2384373"/>
                </a:lnTo>
                <a:lnTo>
                  <a:pt x="242304" y="2372627"/>
                </a:lnTo>
                <a:lnTo>
                  <a:pt x="239268" y="2360882"/>
                </a:lnTo>
                <a:lnTo>
                  <a:pt x="236378" y="2349136"/>
                </a:lnTo>
                <a:lnTo>
                  <a:pt x="233703" y="2337390"/>
                </a:lnTo>
                <a:lnTo>
                  <a:pt x="231293" y="2325645"/>
                </a:lnTo>
                <a:lnTo>
                  <a:pt x="228997" y="2313899"/>
                </a:lnTo>
                <a:lnTo>
                  <a:pt x="227086" y="2302153"/>
                </a:lnTo>
                <a:lnTo>
                  <a:pt x="225301" y="2290408"/>
                </a:lnTo>
                <a:lnTo>
                  <a:pt x="223790" y="2278662"/>
                </a:lnTo>
                <a:lnTo>
                  <a:pt x="222533" y="2266916"/>
                </a:lnTo>
                <a:lnTo>
                  <a:pt x="221433" y="2255171"/>
                </a:lnTo>
                <a:lnTo>
                  <a:pt x="220720" y="2243425"/>
                </a:lnTo>
                <a:lnTo>
                  <a:pt x="220138" y="2231679"/>
                </a:lnTo>
                <a:lnTo>
                  <a:pt x="219885" y="2219933"/>
                </a:lnTo>
                <a:lnTo>
                  <a:pt x="219864" y="2208188"/>
                </a:lnTo>
                <a:lnTo>
                  <a:pt x="220046" y="2196442"/>
                </a:lnTo>
                <a:lnTo>
                  <a:pt x="220596" y="2184696"/>
                </a:lnTo>
                <a:lnTo>
                  <a:pt x="221280" y="2172951"/>
                </a:lnTo>
                <a:lnTo>
                  <a:pt x="222344" y="2161205"/>
                </a:lnTo>
                <a:lnTo>
                  <a:pt x="223608" y="2149459"/>
                </a:lnTo>
                <a:lnTo>
                  <a:pt x="225118" y="2137714"/>
                </a:lnTo>
                <a:lnTo>
                  <a:pt x="226964" y="2125968"/>
                </a:lnTo>
                <a:lnTo>
                  <a:pt x="228946" y="2114222"/>
                </a:lnTo>
                <a:lnTo>
                  <a:pt x="231350" y="2102477"/>
                </a:lnTo>
                <a:lnTo>
                  <a:pt x="233915" y="2090731"/>
                </a:lnTo>
                <a:lnTo>
                  <a:pt x="236764" y="2078985"/>
                </a:lnTo>
                <a:lnTo>
                  <a:pt x="239909" y="2067240"/>
                </a:lnTo>
                <a:lnTo>
                  <a:pt x="243202" y="2055494"/>
                </a:lnTo>
                <a:lnTo>
                  <a:pt x="246922" y="2043748"/>
                </a:lnTo>
                <a:lnTo>
                  <a:pt x="250774" y="2032003"/>
                </a:lnTo>
                <a:lnTo>
                  <a:pt x="254942" y="2020257"/>
                </a:lnTo>
                <a:lnTo>
                  <a:pt x="259359" y="2008511"/>
                </a:lnTo>
                <a:lnTo>
                  <a:pt x="263956" y="1996766"/>
                </a:lnTo>
                <a:lnTo>
                  <a:pt x="268927" y="1985020"/>
                </a:lnTo>
                <a:lnTo>
                  <a:pt x="274025" y="1973274"/>
                </a:lnTo>
                <a:lnTo>
                  <a:pt x="279460" y="1961528"/>
                </a:lnTo>
                <a:lnTo>
                  <a:pt x="285095" y="1949783"/>
                </a:lnTo>
                <a:lnTo>
                  <a:pt x="290936" y="1938037"/>
                </a:lnTo>
                <a:lnTo>
                  <a:pt x="297093" y="1926291"/>
                </a:lnTo>
                <a:lnTo>
                  <a:pt x="303371" y="1914546"/>
                </a:lnTo>
                <a:lnTo>
                  <a:pt x="309995" y="1902800"/>
                </a:lnTo>
                <a:lnTo>
                  <a:pt x="316772" y="1891054"/>
                </a:lnTo>
                <a:lnTo>
                  <a:pt x="323771" y="1879309"/>
                </a:lnTo>
                <a:lnTo>
                  <a:pt x="331029" y="1867563"/>
                </a:lnTo>
                <a:lnTo>
                  <a:pt x="338397" y="1855817"/>
                </a:lnTo>
                <a:lnTo>
                  <a:pt x="346110" y="1844072"/>
                </a:lnTo>
                <a:lnTo>
                  <a:pt x="353932" y="1832326"/>
                </a:lnTo>
                <a:lnTo>
                  <a:pt x="361982" y="1820580"/>
                </a:lnTo>
                <a:lnTo>
                  <a:pt x="370235" y="1808835"/>
                </a:lnTo>
                <a:lnTo>
                  <a:pt x="378609" y="1797089"/>
                </a:lnTo>
                <a:lnTo>
                  <a:pt x="387271" y="1785343"/>
                </a:lnTo>
                <a:lnTo>
                  <a:pt x="396023" y="1773598"/>
                </a:lnTo>
                <a:lnTo>
                  <a:pt x="405000" y="1761852"/>
                </a:lnTo>
                <a:lnTo>
                  <a:pt x="414127" y="1750106"/>
                </a:lnTo>
                <a:lnTo>
                  <a:pt x="423382" y="1738361"/>
                </a:lnTo>
                <a:lnTo>
                  <a:pt x="432860" y="1726615"/>
                </a:lnTo>
                <a:lnTo>
                  <a:pt x="442414" y="1714869"/>
                </a:lnTo>
                <a:lnTo>
                  <a:pt x="452178" y="1703123"/>
                </a:lnTo>
                <a:lnTo>
                  <a:pt x="462047" y="1691378"/>
                </a:lnTo>
                <a:lnTo>
                  <a:pt x="472041" y="1679632"/>
                </a:lnTo>
                <a:lnTo>
                  <a:pt x="482196" y="1667886"/>
                </a:lnTo>
                <a:lnTo>
                  <a:pt x="492414" y="1656141"/>
                </a:lnTo>
                <a:lnTo>
                  <a:pt x="502816" y="1644395"/>
                </a:lnTo>
                <a:lnTo>
                  <a:pt x="513283" y="1632649"/>
                </a:lnTo>
                <a:lnTo>
                  <a:pt x="523862" y="1620904"/>
                </a:lnTo>
                <a:lnTo>
                  <a:pt x="534549" y="1609158"/>
                </a:lnTo>
                <a:lnTo>
                  <a:pt x="545289" y="1597412"/>
                </a:lnTo>
                <a:lnTo>
                  <a:pt x="556167" y="1585667"/>
                </a:lnTo>
                <a:lnTo>
                  <a:pt x="567084" y="1573921"/>
                </a:lnTo>
                <a:lnTo>
                  <a:pt x="578089" y="1562175"/>
                </a:lnTo>
                <a:lnTo>
                  <a:pt x="589157" y="1550430"/>
                </a:lnTo>
                <a:lnTo>
                  <a:pt x="600269" y="1538684"/>
                </a:lnTo>
                <a:lnTo>
                  <a:pt x="611460" y="1526938"/>
                </a:lnTo>
                <a:lnTo>
                  <a:pt x="622673" y="1515193"/>
                </a:lnTo>
                <a:lnTo>
                  <a:pt x="633943" y="1503447"/>
                </a:lnTo>
                <a:lnTo>
                  <a:pt x="645239" y="1491701"/>
                </a:lnTo>
                <a:lnTo>
                  <a:pt x="656561" y="1479955"/>
                </a:lnTo>
                <a:lnTo>
                  <a:pt x="667911" y="1468210"/>
                </a:lnTo>
                <a:lnTo>
                  <a:pt x="679269" y="1456464"/>
                </a:lnTo>
                <a:lnTo>
                  <a:pt x="690641" y="1444718"/>
                </a:lnTo>
                <a:lnTo>
                  <a:pt x="702014" y="1432973"/>
                </a:lnTo>
                <a:lnTo>
                  <a:pt x="713385" y="1421227"/>
                </a:lnTo>
                <a:lnTo>
                  <a:pt x="724744" y="1409481"/>
                </a:lnTo>
                <a:lnTo>
                  <a:pt x="736096" y="1397736"/>
                </a:lnTo>
                <a:lnTo>
                  <a:pt x="747415" y="1385990"/>
                </a:lnTo>
                <a:lnTo>
                  <a:pt x="758716" y="1374244"/>
                </a:lnTo>
                <a:lnTo>
                  <a:pt x="769982" y="1362499"/>
                </a:lnTo>
                <a:lnTo>
                  <a:pt x="781205" y="1350753"/>
                </a:lnTo>
                <a:lnTo>
                  <a:pt x="792404" y="1339007"/>
                </a:lnTo>
                <a:lnTo>
                  <a:pt x="803523" y="1327262"/>
                </a:lnTo>
                <a:lnTo>
                  <a:pt x="814614" y="1315516"/>
                </a:lnTo>
                <a:lnTo>
                  <a:pt x="825629" y="1303770"/>
                </a:lnTo>
                <a:lnTo>
                  <a:pt x="836582" y="1292025"/>
                </a:lnTo>
                <a:lnTo>
                  <a:pt x="847483" y="1280279"/>
                </a:lnTo>
                <a:lnTo>
                  <a:pt x="858275" y="1268533"/>
                </a:lnTo>
                <a:lnTo>
                  <a:pt x="869026" y="1256788"/>
                </a:lnTo>
                <a:lnTo>
                  <a:pt x="879657" y="1245042"/>
                </a:lnTo>
                <a:lnTo>
                  <a:pt x="890217" y="1233296"/>
                </a:lnTo>
                <a:lnTo>
                  <a:pt x="900693" y="1221550"/>
                </a:lnTo>
                <a:lnTo>
                  <a:pt x="911041" y="1209805"/>
                </a:lnTo>
                <a:lnTo>
                  <a:pt x="921338" y="1198059"/>
                </a:lnTo>
                <a:lnTo>
                  <a:pt x="931468" y="1186313"/>
                </a:lnTo>
                <a:lnTo>
                  <a:pt x="941526" y="1174568"/>
                </a:lnTo>
                <a:lnTo>
                  <a:pt x="951466" y="1162822"/>
                </a:lnTo>
                <a:lnTo>
                  <a:pt x="961271" y="1151076"/>
                </a:lnTo>
                <a:lnTo>
                  <a:pt x="971010" y="1139331"/>
                </a:lnTo>
                <a:lnTo>
                  <a:pt x="980544" y="1127585"/>
                </a:lnTo>
                <a:lnTo>
                  <a:pt x="990012" y="1115839"/>
                </a:lnTo>
                <a:lnTo>
                  <a:pt x="999324" y="1104094"/>
                </a:lnTo>
                <a:lnTo>
                  <a:pt x="1008502" y="1092348"/>
                </a:lnTo>
                <a:lnTo>
                  <a:pt x="1017588" y="1080602"/>
                </a:lnTo>
                <a:lnTo>
                  <a:pt x="1026465" y="1068857"/>
                </a:lnTo>
                <a:lnTo>
                  <a:pt x="1035269" y="1057111"/>
                </a:lnTo>
                <a:lnTo>
                  <a:pt x="1043883" y="1045365"/>
                </a:lnTo>
                <a:lnTo>
                  <a:pt x="1052373" y="1033620"/>
                </a:lnTo>
                <a:lnTo>
                  <a:pt x="1060742" y="1021874"/>
                </a:lnTo>
                <a:lnTo>
                  <a:pt x="1068909" y="1010128"/>
                </a:lnTo>
                <a:lnTo>
                  <a:pt x="1076999" y="998383"/>
                </a:lnTo>
                <a:lnTo>
                  <a:pt x="1084866" y="986637"/>
                </a:lnTo>
                <a:lnTo>
                  <a:pt x="1092626" y="974891"/>
                </a:lnTo>
                <a:lnTo>
                  <a:pt x="1100236" y="963145"/>
                </a:lnTo>
                <a:lnTo>
                  <a:pt x="1107660" y="951400"/>
                </a:lnTo>
                <a:lnTo>
                  <a:pt x="1115005" y="939654"/>
                </a:lnTo>
                <a:lnTo>
                  <a:pt x="1122099" y="927908"/>
                </a:lnTo>
                <a:lnTo>
                  <a:pt x="1129105" y="916163"/>
                </a:lnTo>
                <a:lnTo>
                  <a:pt x="1135939" y="904417"/>
                </a:lnTo>
                <a:lnTo>
                  <a:pt x="1142606" y="892671"/>
                </a:lnTo>
                <a:lnTo>
                  <a:pt x="1149179" y="880926"/>
                </a:lnTo>
                <a:lnTo>
                  <a:pt x="1155508" y="869180"/>
                </a:lnTo>
                <a:lnTo>
                  <a:pt x="1161759" y="857434"/>
                </a:lnTo>
                <a:lnTo>
                  <a:pt x="1167815" y="845689"/>
                </a:lnTo>
                <a:lnTo>
                  <a:pt x="1173731" y="833943"/>
                </a:lnTo>
                <a:lnTo>
                  <a:pt x="1179532" y="822197"/>
                </a:lnTo>
                <a:lnTo>
                  <a:pt x="1185117" y="810452"/>
                </a:lnTo>
                <a:lnTo>
                  <a:pt x="1190625" y="798706"/>
                </a:lnTo>
                <a:lnTo>
                  <a:pt x="1195924" y="786960"/>
                </a:lnTo>
                <a:lnTo>
                  <a:pt x="1201109" y="775215"/>
                </a:lnTo>
                <a:lnTo>
                  <a:pt x="1206162" y="763469"/>
                </a:lnTo>
                <a:lnTo>
                  <a:pt x="1211030" y="751723"/>
                </a:lnTo>
                <a:lnTo>
                  <a:pt x="1215825" y="739977"/>
                </a:lnTo>
                <a:lnTo>
                  <a:pt x="1220402" y="728232"/>
                </a:lnTo>
                <a:lnTo>
                  <a:pt x="1224890" y="716486"/>
                </a:lnTo>
                <a:lnTo>
                  <a:pt x="1229236" y="704740"/>
                </a:lnTo>
                <a:lnTo>
                  <a:pt x="1233427" y="692995"/>
                </a:lnTo>
                <a:lnTo>
                  <a:pt x="1237548" y="681249"/>
                </a:lnTo>
                <a:lnTo>
                  <a:pt x="1241451" y="669503"/>
                </a:lnTo>
                <a:lnTo>
                  <a:pt x="1245289" y="657758"/>
                </a:lnTo>
                <a:lnTo>
                  <a:pt x="1248978" y="646012"/>
                </a:lnTo>
                <a:lnTo>
                  <a:pt x="1252542" y="634266"/>
                </a:lnTo>
                <a:lnTo>
                  <a:pt x="1256024" y="622521"/>
                </a:lnTo>
                <a:lnTo>
                  <a:pt x="1259325" y="610775"/>
                </a:lnTo>
                <a:lnTo>
                  <a:pt x="1262566" y="599029"/>
                </a:lnTo>
                <a:lnTo>
                  <a:pt x="1265655" y="587284"/>
                </a:lnTo>
                <a:lnTo>
                  <a:pt x="1268649" y="575538"/>
                </a:lnTo>
                <a:lnTo>
                  <a:pt x="1271553" y="563792"/>
                </a:lnTo>
                <a:lnTo>
                  <a:pt x="1274310" y="552047"/>
                </a:lnTo>
                <a:lnTo>
                  <a:pt x="1277014" y="540301"/>
                </a:lnTo>
                <a:lnTo>
                  <a:pt x="1279567" y="528555"/>
                </a:lnTo>
                <a:lnTo>
                  <a:pt x="1282051" y="516810"/>
                </a:lnTo>
                <a:lnTo>
                  <a:pt x="1284440" y="505064"/>
                </a:lnTo>
                <a:lnTo>
                  <a:pt x="1286715" y="493318"/>
                </a:lnTo>
                <a:lnTo>
                  <a:pt x="1288942" y="481572"/>
                </a:lnTo>
                <a:lnTo>
                  <a:pt x="1291025" y="469827"/>
                </a:lnTo>
                <a:lnTo>
                  <a:pt x="1293059" y="458081"/>
                </a:lnTo>
                <a:lnTo>
                  <a:pt x="1294999" y="446335"/>
                </a:lnTo>
                <a:lnTo>
                  <a:pt x="1296852" y="434590"/>
                </a:lnTo>
                <a:lnTo>
                  <a:pt x="1298657" y="422844"/>
                </a:lnTo>
                <a:lnTo>
                  <a:pt x="1300340" y="411098"/>
                </a:lnTo>
                <a:lnTo>
                  <a:pt x="1301986" y="399353"/>
                </a:lnTo>
                <a:lnTo>
                  <a:pt x="1303541" y="387607"/>
                </a:lnTo>
                <a:lnTo>
                  <a:pt x="1305032" y="375861"/>
                </a:lnTo>
                <a:lnTo>
                  <a:pt x="1306472" y="364116"/>
                </a:lnTo>
                <a:lnTo>
                  <a:pt x="1307818" y="352370"/>
                </a:lnTo>
                <a:lnTo>
                  <a:pt x="1309132" y="340624"/>
                </a:lnTo>
                <a:lnTo>
                  <a:pt x="1310362" y="328879"/>
                </a:lnTo>
                <a:lnTo>
                  <a:pt x="1311546" y="317133"/>
                </a:lnTo>
                <a:lnTo>
                  <a:pt x="1312680" y="305387"/>
                </a:lnTo>
                <a:lnTo>
                  <a:pt x="1313744" y="293642"/>
                </a:lnTo>
                <a:lnTo>
                  <a:pt x="1314780" y="281896"/>
                </a:lnTo>
                <a:lnTo>
                  <a:pt x="1315740" y="270150"/>
                </a:lnTo>
                <a:lnTo>
                  <a:pt x="1316669" y="258405"/>
                </a:lnTo>
                <a:lnTo>
                  <a:pt x="1317549" y="246659"/>
                </a:lnTo>
                <a:lnTo>
                  <a:pt x="1318379" y="234913"/>
                </a:lnTo>
                <a:lnTo>
                  <a:pt x="1319186" y="223167"/>
                </a:lnTo>
                <a:lnTo>
                  <a:pt x="1319925" y="211422"/>
                </a:lnTo>
                <a:lnTo>
                  <a:pt x="1320644" y="199676"/>
                </a:lnTo>
                <a:lnTo>
                  <a:pt x="1321319" y="187930"/>
                </a:lnTo>
                <a:lnTo>
                  <a:pt x="1321958" y="176185"/>
                </a:lnTo>
                <a:lnTo>
                  <a:pt x="1322574" y="164439"/>
                </a:lnTo>
                <a:lnTo>
                  <a:pt x="1323140" y="152693"/>
                </a:lnTo>
                <a:lnTo>
                  <a:pt x="1323690" y="140948"/>
                </a:lnTo>
                <a:lnTo>
                  <a:pt x="1324201" y="129202"/>
                </a:lnTo>
                <a:lnTo>
                  <a:pt x="1324687" y="117456"/>
                </a:lnTo>
                <a:lnTo>
                  <a:pt x="1325151" y="105711"/>
                </a:lnTo>
                <a:lnTo>
                  <a:pt x="1325579" y="93965"/>
                </a:lnTo>
                <a:lnTo>
                  <a:pt x="1325994" y="82219"/>
                </a:lnTo>
                <a:lnTo>
                  <a:pt x="1326375" y="70474"/>
                </a:lnTo>
                <a:lnTo>
                  <a:pt x="1326740" y="58728"/>
                </a:lnTo>
                <a:lnTo>
                  <a:pt x="1327084" y="46982"/>
                </a:lnTo>
                <a:lnTo>
                  <a:pt x="1327404" y="35237"/>
                </a:lnTo>
                <a:lnTo>
                  <a:pt x="1327714" y="23491"/>
                </a:lnTo>
                <a:lnTo>
                  <a:pt x="1327994" y="11745"/>
                </a:lnTo>
                <a:lnTo>
                  <a:pt x="1328265" y="0"/>
                </a:lnTo>
                <a:lnTo>
                  <a:pt x="1335806" y="0"/>
                </a:lnTo>
                <a:lnTo>
                  <a:pt x="1336077" y="11745"/>
                </a:lnTo>
                <a:lnTo>
                  <a:pt x="1336357" y="23491"/>
                </a:lnTo>
                <a:lnTo>
                  <a:pt x="1336667" y="35237"/>
                </a:lnTo>
                <a:lnTo>
                  <a:pt x="1336987" y="46982"/>
                </a:lnTo>
                <a:lnTo>
                  <a:pt x="1337331" y="58728"/>
                </a:lnTo>
                <a:lnTo>
                  <a:pt x="1337696" y="70474"/>
                </a:lnTo>
                <a:lnTo>
                  <a:pt x="1338077" y="82219"/>
                </a:lnTo>
                <a:lnTo>
                  <a:pt x="1338493" y="93965"/>
                </a:lnTo>
                <a:lnTo>
                  <a:pt x="1338921" y="105711"/>
                </a:lnTo>
                <a:lnTo>
                  <a:pt x="1339384" y="117456"/>
                </a:lnTo>
                <a:lnTo>
                  <a:pt x="1339870" y="129202"/>
                </a:lnTo>
                <a:lnTo>
                  <a:pt x="1340381" y="140948"/>
                </a:lnTo>
                <a:lnTo>
                  <a:pt x="1340931" y="152693"/>
                </a:lnTo>
                <a:lnTo>
                  <a:pt x="1341497" y="164439"/>
                </a:lnTo>
                <a:lnTo>
                  <a:pt x="1342113" y="176185"/>
                </a:lnTo>
                <a:lnTo>
                  <a:pt x="1342752" y="187930"/>
                </a:lnTo>
                <a:lnTo>
                  <a:pt x="1343427" y="199676"/>
                </a:lnTo>
                <a:lnTo>
                  <a:pt x="1344146" y="211422"/>
                </a:lnTo>
                <a:lnTo>
                  <a:pt x="1344885" y="223167"/>
                </a:lnTo>
                <a:lnTo>
                  <a:pt x="1345692" y="234913"/>
                </a:lnTo>
                <a:lnTo>
                  <a:pt x="1346522" y="246659"/>
                </a:lnTo>
                <a:lnTo>
                  <a:pt x="1347403" y="258405"/>
                </a:lnTo>
                <a:lnTo>
                  <a:pt x="1348331" y="270150"/>
                </a:lnTo>
                <a:lnTo>
                  <a:pt x="1349291" y="281896"/>
                </a:lnTo>
                <a:lnTo>
                  <a:pt x="1350328" y="293642"/>
                </a:lnTo>
                <a:lnTo>
                  <a:pt x="1351391" y="305387"/>
                </a:lnTo>
                <a:lnTo>
                  <a:pt x="1352525" y="317133"/>
                </a:lnTo>
                <a:lnTo>
                  <a:pt x="1353709" y="328879"/>
                </a:lnTo>
                <a:lnTo>
                  <a:pt x="1354939" y="340624"/>
                </a:lnTo>
                <a:lnTo>
                  <a:pt x="1356253" y="352370"/>
                </a:lnTo>
                <a:lnTo>
                  <a:pt x="1357600" y="364116"/>
                </a:lnTo>
                <a:lnTo>
                  <a:pt x="1359040" y="375861"/>
                </a:lnTo>
                <a:lnTo>
                  <a:pt x="1360530" y="387607"/>
                </a:lnTo>
                <a:lnTo>
                  <a:pt x="1362085" y="399353"/>
                </a:lnTo>
                <a:lnTo>
                  <a:pt x="1363731" y="411098"/>
                </a:lnTo>
                <a:lnTo>
                  <a:pt x="1365414" y="422844"/>
                </a:lnTo>
                <a:lnTo>
                  <a:pt x="1367219" y="434590"/>
                </a:lnTo>
                <a:lnTo>
                  <a:pt x="1369072" y="446335"/>
                </a:lnTo>
                <a:lnTo>
                  <a:pt x="1371012" y="458081"/>
                </a:lnTo>
                <a:lnTo>
                  <a:pt x="1373047" y="469827"/>
                </a:lnTo>
                <a:lnTo>
                  <a:pt x="1375130" y="481572"/>
                </a:lnTo>
                <a:lnTo>
                  <a:pt x="1377357" y="493318"/>
                </a:lnTo>
                <a:lnTo>
                  <a:pt x="1379631" y="505064"/>
                </a:lnTo>
                <a:lnTo>
                  <a:pt x="1382021" y="516810"/>
                </a:lnTo>
                <a:lnTo>
                  <a:pt x="1384504" y="528555"/>
                </a:lnTo>
                <a:lnTo>
                  <a:pt x="1387057" y="540301"/>
                </a:lnTo>
                <a:lnTo>
                  <a:pt x="1389761" y="552047"/>
                </a:lnTo>
                <a:lnTo>
                  <a:pt x="1392518" y="563792"/>
                </a:lnTo>
                <a:lnTo>
                  <a:pt x="1395422" y="575538"/>
                </a:lnTo>
                <a:lnTo>
                  <a:pt x="1398416" y="587284"/>
                </a:lnTo>
                <a:lnTo>
                  <a:pt x="1401505" y="599029"/>
                </a:lnTo>
                <a:lnTo>
                  <a:pt x="1404746" y="610775"/>
                </a:lnTo>
                <a:lnTo>
                  <a:pt x="1408048" y="622521"/>
                </a:lnTo>
                <a:lnTo>
                  <a:pt x="1411529" y="634266"/>
                </a:lnTo>
                <a:lnTo>
                  <a:pt x="1415094" y="646012"/>
                </a:lnTo>
                <a:lnTo>
                  <a:pt x="1418782" y="657758"/>
                </a:lnTo>
                <a:lnTo>
                  <a:pt x="1422620" y="669503"/>
                </a:lnTo>
                <a:lnTo>
                  <a:pt x="1426523" y="681249"/>
                </a:lnTo>
                <a:lnTo>
                  <a:pt x="1430644" y="692995"/>
                </a:lnTo>
                <a:lnTo>
                  <a:pt x="1434835" y="704740"/>
                </a:lnTo>
                <a:lnTo>
                  <a:pt x="1439181" y="716486"/>
                </a:lnTo>
                <a:lnTo>
                  <a:pt x="1443669" y="728232"/>
                </a:lnTo>
                <a:lnTo>
                  <a:pt x="1448246" y="739977"/>
                </a:lnTo>
                <a:lnTo>
                  <a:pt x="1453041" y="751723"/>
                </a:lnTo>
                <a:lnTo>
                  <a:pt x="1457909" y="763469"/>
                </a:lnTo>
                <a:lnTo>
                  <a:pt x="1462963" y="775215"/>
                </a:lnTo>
                <a:lnTo>
                  <a:pt x="1468147" y="786960"/>
                </a:lnTo>
                <a:lnTo>
                  <a:pt x="1473446" y="798706"/>
                </a:lnTo>
                <a:lnTo>
                  <a:pt x="1478955" y="810452"/>
                </a:lnTo>
                <a:lnTo>
                  <a:pt x="1484539" y="822197"/>
                </a:lnTo>
                <a:lnTo>
                  <a:pt x="1490340" y="833943"/>
                </a:lnTo>
                <a:lnTo>
                  <a:pt x="1496256" y="845689"/>
                </a:lnTo>
                <a:lnTo>
                  <a:pt x="1502313" y="857434"/>
                </a:lnTo>
                <a:lnTo>
                  <a:pt x="1508563" y="869180"/>
                </a:lnTo>
                <a:lnTo>
                  <a:pt x="1514892" y="880926"/>
                </a:lnTo>
                <a:lnTo>
                  <a:pt x="1521465" y="892671"/>
                </a:lnTo>
                <a:lnTo>
                  <a:pt x="1528133" y="904417"/>
                </a:lnTo>
                <a:lnTo>
                  <a:pt x="1534966" y="916163"/>
                </a:lnTo>
                <a:lnTo>
                  <a:pt x="1541972" y="927908"/>
                </a:lnTo>
                <a:lnTo>
                  <a:pt x="1549066" y="939654"/>
                </a:lnTo>
                <a:lnTo>
                  <a:pt x="1556411" y="951400"/>
                </a:lnTo>
                <a:lnTo>
                  <a:pt x="1563835" y="963145"/>
                </a:lnTo>
                <a:lnTo>
                  <a:pt x="1571446" y="974891"/>
                </a:lnTo>
                <a:lnTo>
                  <a:pt x="1579205" y="986637"/>
                </a:lnTo>
                <a:lnTo>
                  <a:pt x="1587072" y="998383"/>
                </a:lnTo>
                <a:lnTo>
                  <a:pt x="1595162" y="1010128"/>
                </a:lnTo>
                <a:lnTo>
                  <a:pt x="1603329" y="1021874"/>
                </a:lnTo>
                <a:lnTo>
                  <a:pt x="1611698" y="1033620"/>
                </a:lnTo>
                <a:lnTo>
                  <a:pt x="1620188" y="1045365"/>
                </a:lnTo>
                <a:lnTo>
                  <a:pt x="1628802" y="1057111"/>
                </a:lnTo>
                <a:lnTo>
                  <a:pt x="1637606" y="1068857"/>
                </a:lnTo>
                <a:lnTo>
                  <a:pt x="1646483" y="1080602"/>
                </a:lnTo>
                <a:lnTo>
                  <a:pt x="1655569" y="1092348"/>
                </a:lnTo>
                <a:lnTo>
                  <a:pt x="1664747" y="1104094"/>
                </a:lnTo>
                <a:lnTo>
                  <a:pt x="1674060" y="1115839"/>
                </a:lnTo>
                <a:lnTo>
                  <a:pt x="1683527" y="1127585"/>
                </a:lnTo>
                <a:lnTo>
                  <a:pt x="1693061" y="1139331"/>
                </a:lnTo>
                <a:lnTo>
                  <a:pt x="1702801" y="1151076"/>
                </a:lnTo>
                <a:lnTo>
                  <a:pt x="1712605" y="1162822"/>
                </a:lnTo>
                <a:lnTo>
                  <a:pt x="1722545" y="1174568"/>
                </a:lnTo>
                <a:lnTo>
                  <a:pt x="1732604" y="1186313"/>
                </a:lnTo>
                <a:lnTo>
                  <a:pt x="1742733" y="1198059"/>
                </a:lnTo>
                <a:lnTo>
                  <a:pt x="1753030" y="1209805"/>
                </a:lnTo>
                <a:lnTo>
                  <a:pt x="1763378" y="1221550"/>
                </a:lnTo>
                <a:lnTo>
                  <a:pt x="1773854" y="1233296"/>
                </a:lnTo>
                <a:lnTo>
                  <a:pt x="1784414" y="1245042"/>
                </a:lnTo>
                <a:lnTo>
                  <a:pt x="1795045" y="1256788"/>
                </a:lnTo>
                <a:lnTo>
                  <a:pt x="1805796" y="1268533"/>
                </a:lnTo>
                <a:lnTo>
                  <a:pt x="1816588" y="1280279"/>
                </a:lnTo>
                <a:lnTo>
                  <a:pt x="1827489" y="1292025"/>
                </a:lnTo>
                <a:lnTo>
                  <a:pt x="1838442" y="1303770"/>
                </a:lnTo>
                <a:lnTo>
                  <a:pt x="1849457" y="1315516"/>
                </a:lnTo>
                <a:lnTo>
                  <a:pt x="1860548" y="1327262"/>
                </a:lnTo>
                <a:lnTo>
                  <a:pt x="1871668" y="1339007"/>
                </a:lnTo>
                <a:lnTo>
                  <a:pt x="1882866" y="1350753"/>
                </a:lnTo>
                <a:lnTo>
                  <a:pt x="1894089" y="1362499"/>
                </a:lnTo>
                <a:lnTo>
                  <a:pt x="1905355" y="1374244"/>
                </a:lnTo>
                <a:lnTo>
                  <a:pt x="1916657" y="1385990"/>
                </a:lnTo>
                <a:lnTo>
                  <a:pt x="1927975" y="1397736"/>
                </a:lnTo>
                <a:lnTo>
                  <a:pt x="1939327" y="1409481"/>
                </a:lnTo>
                <a:lnTo>
                  <a:pt x="1950686" y="1421227"/>
                </a:lnTo>
                <a:lnTo>
                  <a:pt x="1962058" y="1432973"/>
                </a:lnTo>
                <a:lnTo>
                  <a:pt x="1973430" y="1444718"/>
                </a:lnTo>
                <a:lnTo>
                  <a:pt x="1984803" y="1456464"/>
                </a:lnTo>
                <a:lnTo>
                  <a:pt x="1996161" y="1468210"/>
                </a:lnTo>
                <a:lnTo>
                  <a:pt x="2007510" y="1479955"/>
                </a:lnTo>
                <a:lnTo>
                  <a:pt x="2018832" y="1491701"/>
                </a:lnTo>
                <a:lnTo>
                  <a:pt x="2030128" y="1503447"/>
                </a:lnTo>
                <a:lnTo>
                  <a:pt x="2041398" y="1515193"/>
                </a:lnTo>
                <a:lnTo>
                  <a:pt x="2052612" y="1526938"/>
                </a:lnTo>
                <a:lnTo>
                  <a:pt x="2063802" y="1538684"/>
                </a:lnTo>
                <a:lnTo>
                  <a:pt x="2074914" y="1550430"/>
                </a:lnTo>
                <a:lnTo>
                  <a:pt x="2085982" y="1562175"/>
                </a:lnTo>
                <a:lnTo>
                  <a:pt x="2096988" y="1573921"/>
                </a:lnTo>
                <a:lnTo>
                  <a:pt x="2107904" y="1585667"/>
                </a:lnTo>
                <a:lnTo>
                  <a:pt x="2118782" y="1597412"/>
                </a:lnTo>
                <a:lnTo>
                  <a:pt x="2129522" y="1609158"/>
                </a:lnTo>
                <a:lnTo>
                  <a:pt x="2140209" y="1620904"/>
                </a:lnTo>
                <a:lnTo>
                  <a:pt x="2150788" y="1632649"/>
                </a:lnTo>
                <a:lnTo>
                  <a:pt x="2161255" y="1644395"/>
                </a:lnTo>
                <a:lnTo>
                  <a:pt x="2171657" y="1656141"/>
                </a:lnTo>
                <a:lnTo>
                  <a:pt x="2181875" y="1667886"/>
                </a:lnTo>
                <a:lnTo>
                  <a:pt x="2192030" y="1679632"/>
                </a:lnTo>
                <a:lnTo>
                  <a:pt x="2202024" y="1691378"/>
                </a:lnTo>
                <a:lnTo>
                  <a:pt x="2211893" y="1703123"/>
                </a:lnTo>
                <a:lnTo>
                  <a:pt x="2221657" y="1714869"/>
                </a:lnTo>
                <a:lnTo>
                  <a:pt x="2231212" y="1726615"/>
                </a:lnTo>
                <a:lnTo>
                  <a:pt x="2240689" y="1738361"/>
                </a:lnTo>
                <a:lnTo>
                  <a:pt x="2249944" y="1750106"/>
                </a:lnTo>
                <a:lnTo>
                  <a:pt x="2259071" y="1761852"/>
                </a:lnTo>
                <a:lnTo>
                  <a:pt x="2268048" y="1773598"/>
                </a:lnTo>
                <a:lnTo>
                  <a:pt x="2276800" y="1785343"/>
                </a:lnTo>
                <a:lnTo>
                  <a:pt x="2285462" y="1797089"/>
                </a:lnTo>
                <a:lnTo>
                  <a:pt x="2293836" y="1808835"/>
                </a:lnTo>
                <a:lnTo>
                  <a:pt x="2302089" y="1820580"/>
                </a:lnTo>
                <a:lnTo>
                  <a:pt x="2310139" y="1832326"/>
                </a:lnTo>
                <a:lnTo>
                  <a:pt x="2317961" y="1844072"/>
                </a:lnTo>
                <a:lnTo>
                  <a:pt x="2325674" y="1855817"/>
                </a:lnTo>
                <a:lnTo>
                  <a:pt x="2333042" y="1867563"/>
                </a:lnTo>
                <a:lnTo>
                  <a:pt x="2340300" y="1879309"/>
                </a:lnTo>
                <a:lnTo>
                  <a:pt x="2347299" y="1891054"/>
                </a:lnTo>
                <a:lnTo>
                  <a:pt x="2354076" y="1902800"/>
                </a:lnTo>
                <a:lnTo>
                  <a:pt x="2360700" y="1914546"/>
                </a:lnTo>
                <a:lnTo>
                  <a:pt x="2366978" y="1926291"/>
                </a:lnTo>
                <a:lnTo>
                  <a:pt x="2373135" y="1938037"/>
                </a:lnTo>
                <a:lnTo>
                  <a:pt x="2378976" y="1949783"/>
                </a:lnTo>
                <a:lnTo>
                  <a:pt x="2384612" y="1961528"/>
                </a:lnTo>
                <a:lnTo>
                  <a:pt x="2390046" y="1973274"/>
                </a:lnTo>
                <a:lnTo>
                  <a:pt x="2395144" y="1985020"/>
                </a:lnTo>
                <a:lnTo>
                  <a:pt x="2400115" y="1996766"/>
                </a:lnTo>
                <a:lnTo>
                  <a:pt x="2404713" y="2008511"/>
                </a:lnTo>
                <a:lnTo>
                  <a:pt x="2409129" y="2020257"/>
                </a:lnTo>
                <a:lnTo>
                  <a:pt x="2413297" y="2032003"/>
                </a:lnTo>
                <a:lnTo>
                  <a:pt x="2417150" y="2043748"/>
                </a:lnTo>
                <a:lnTo>
                  <a:pt x="2420869" y="2055494"/>
                </a:lnTo>
                <a:lnTo>
                  <a:pt x="2424162" y="2067240"/>
                </a:lnTo>
                <a:lnTo>
                  <a:pt x="2427307" y="2078985"/>
                </a:lnTo>
                <a:lnTo>
                  <a:pt x="2430157" y="2090731"/>
                </a:lnTo>
                <a:lnTo>
                  <a:pt x="2432721" y="2102477"/>
                </a:lnTo>
                <a:lnTo>
                  <a:pt x="2435125" y="2114222"/>
                </a:lnTo>
                <a:lnTo>
                  <a:pt x="2437108" y="2125968"/>
                </a:lnTo>
                <a:lnTo>
                  <a:pt x="2438954" y="2137714"/>
                </a:lnTo>
                <a:lnTo>
                  <a:pt x="2440464" y="2149459"/>
                </a:lnTo>
                <a:lnTo>
                  <a:pt x="2441727" y="2161205"/>
                </a:lnTo>
                <a:lnTo>
                  <a:pt x="2442791" y="2172951"/>
                </a:lnTo>
                <a:lnTo>
                  <a:pt x="2443476" y="2184696"/>
                </a:lnTo>
                <a:lnTo>
                  <a:pt x="2444025" y="2196442"/>
                </a:lnTo>
                <a:lnTo>
                  <a:pt x="2444207" y="2208188"/>
                </a:lnTo>
                <a:lnTo>
                  <a:pt x="2444186" y="2219933"/>
                </a:lnTo>
                <a:lnTo>
                  <a:pt x="2443933" y="2231679"/>
                </a:lnTo>
                <a:lnTo>
                  <a:pt x="2443351" y="2243425"/>
                </a:lnTo>
                <a:lnTo>
                  <a:pt x="2442638" y="2255171"/>
                </a:lnTo>
                <a:lnTo>
                  <a:pt x="2441538" y="2266916"/>
                </a:lnTo>
                <a:lnTo>
                  <a:pt x="2440281" y="2278662"/>
                </a:lnTo>
                <a:lnTo>
                  <a:pt x="2438770" y="2290408"/>
                </a:lnTo>
                <a:lnTo>
                  <a:pt x="2436985" y="2302153"/>
                </a:lnTo>
                <a:lnTo>
                  <a:pt x="2435074" y="2313899"/>
                </a:lnTo>
                <a:lnTo>
                  <a:pt x="2432778" y="2325645"/>
                </a:lnTo>
                <a:lnTo>
                  <a:pt x="2430368" y="2337390"/>
                </a:lnTo>
                <a:lnTo>
                  <a:pt x="2427694" y="2349136"/>
                </a:lnTo>
                <a:lnTo>
                  <a:pt x="2424803" y="2360882"/>
                </a:lnTo>
                <a:lnTo>
                  <a:pt x="2421768" y="2372627"/>
                </a:lnTo>
                <a:lnTo>
                  <a:pt x="2418421" y="2384373"/>
                </a:lnTo>
                <a:lnTo>
                  <a:pt x="2414972" y="2396119"/>
                </a:lnTo>
                <a:lnTo>
                  <a:pt x="2411264" y="2407864"/>
                </a:lnTo>
                <a:lnTo>
                  <a:pt x="2407398" y="2419610"/>
                </a:lnTo>
                <a:lnTo>
                  <a:pt x="2403380" y="2431356"/>
                </a:lnTo>
                <a:lnTo>
                  <a:pt x="2399125" y="2443101"/>
                </a:lnTo>
                <a:lnTo>
                  <a:pt x="2394785" y="2454847"/>
                </a:lnTo>
                <a:lnTo>
                  <a:pt x="2390207" y="2466593"/>
                </a:lnTo>
                <a:lnTo>
                  <a:pt x="2385524" y="2478339"/>
                </a:lnTo>
                <a:lnTo>
                  <a:pt x="2380698" y="2490084"/>
                </a:lnTo>
                <a:lnTo>
                  <a:pt x="2375708" y="2501830"/>
                </a:lnTo>
                <a:lnTo>
                  <a:pt x="2370649" y="2513576"/>
                </a:lnTo>
                <a:lnTo>
                  <a:pt x="2365395" y="2525321"/>
                </a:lnTo>
                <a:lnTo>
                  <a:pt x="2360080" y="2537067"/>
                </a:lnTo>
                <a:lnTo>
                  <a:pt x="2354648" y="2548813"/>
                </a:lnTo>
                <a:lnTo>
                  <a:pt x="2349117" y="2560558"/>
                </a:lnTo>
                <a:lnTo>
                  <a:pt x="2343531" y="2572304"/>
                </a:lnTo>
                <a:lnTo>
                  <a:pt x="2337824" y="2584050"/>
                </a:lnTo>
                <a:lnTo>
                  <a:pt x="2332084" y="2595795"/>
                </a:lnTo>
                <a:lnTo>
                  <a:pt x="2326268" y="2607541"/>
                </a:lnTo>
                <a:lnTo>
                  <a:pt x="2320410" y="2619287"/>
                </a:lnTo>
                <a:lnTo>
                  <a:pt x="2314518" y="2631032"/>
                </a:lnTo>
                <a:lnTo>
                  <a:pt x="2308585" y="2642778"/>
                </a:lnTo>
                <a:lnTo>
                  <a:pt x="2302641" y="2654524"/>
                </a:lnTo>
                <a:lnTo>
                  <a:pt x="2296679" y="2666269"/>
                </a:lnTo>
                <a:lnTo>
                  <a:pt x="2290720" y="2678015"/>
                </a:lnTo>
                <a:lnTo>
                  <a:pt x="2284763" y="2689761"/>
                </a:lnTo>
                <a:lnTo>
                  <a:pt x="2278832" y="2701506"/>
                </a:lnTo>
                <a:lnTo>
                  <a:pt x="2272913" y="2713252"/>
                </a:lnTo>
                <a:lnTo>
                  <a:pt x="2267049" y="2724998"/>
                </a:lnTo>
                <a:lnTo>
                  <a:pt x="2261218" y="2736744"/>
                </a:lnTo>
                <a:lnTo>
                  <a:pt x="2255441" y="2748489"/>
                </a:lnTo>
                <a:lnTo>
                  <a:pt x="2249742" y="2760235"/>
                </a:lnTo>
                <a:lnTo>
                  <a:pt x="2244077" y="2771981"/>
                </a:lnTo>
                <a:lnTo>
                  <a:pt x="2238553" y="2783726"/>
                </a:lnTo>
                <a:lnTo>
                  <a:pt x="2233078" y="2795472"/>
                </a:lnTo>
                <a:lnTo>
                  <a:pt x="2227719" y="2807218"/>
                </a:lnTo>
                <a:lnTo>
                  <a:pt x="2222476" y="2818963"/>
                </a:lnTo>
                <a:lnTo>
                  <a:pt x="2217308" y="2830709"/>
                </a:lnTo>
                <a:lnTo>
                  <a:pt x="2212336" y="2842455"/>
                </a:lnTo>
                <a:lnTo>
                  <a:pt x="2207435" y="2854200"/>
                </a:lnTo>
                <a:lnTo>
                  <a:pt x="2202723" y="2865946"/>
                </a:lnTo>
                <a:lnTo>
                  <a:pt x="2198146" y="2877692"/>
                </a:lnTo>
                <a:lnTo>
                  <a:pt x="2193696" y="2889437"/>
                </a:lnTo>
                <a:lnTo>
                  <a:pt x="2189480" y="2901183"/>
                </a:lnTo>
                <a:lnTo>
                  <a:pt x="2185355" y="2912929"/>
                </a:lnTo>
                <a:lnTo>
                  <a:pt x="2181495" y="2924674"/>
                </a:lnTo>
                <a:lnTo>
                  <a:pt x="2177777" y="2936420"/>
                </a:lnTo>
                <a:lnTo>
                  <a:pt x="2174244" y="2948166"/>
                </a:lnTo>
                <a:lnTo>
                  <a:pt x="2170966" y="2959911"/>
                </a:lnTo>
                <a:lnTo>
                  <a:pt x="2167795" y="2971657"/>
                </a:lnTo>
                <a:lnTo>
                  <a:pt x="2164971" y="2983403"/>
                </a:lnTo>
                <a:lnTo>
                  <a:pt x="2162279" y="2995149"/>
                </a:lnTo>
                <a:lnTo>
                  <a:pt x="2159835" y="3006894"/>
                </a:lnTo>
                <a:lnTo>
                  <a:pt x="2157649" y="3018640"/>
                </a:lnTo>
                <a:lnTo>
                  <a:pt x="2155601" y="3030386"/>
                </a:lnTo>
                <a:lnTo>
                  <a:pt x="2153945" y="3042131"/>
                </a:lnTo>
                <a:lnTo>
                  <a:pt x="2152417" y="3053877"/>
                </a:lnTo>
                <a:lnTo>
                  <a:pt x="2151201" y="3065623"/>
                </a:lnTo>
                <a:lnTo>
                  <a:pt x="2150231" y="3077368"/>
                </a:lnTo>
                <a:lnTo>
                  <a:pt x="2149449" y="3089114"/>
                </a:lnTo>
                <a:lnTo>
                  <a:pt x="2149054" y="3100860"/>
                </a:lnTo>
                <a:lnTo>
                  <a:pt x="2148795" y="3112605"/>
                </a:lnTo>
                <a:lnTo>
                  <a:pt x="2148909" y="3124351"/>
                </a:lnTo>
                <a:lnTo>
                  <a:pt x="2149244" y="3136097"/>
                </a:lnTo>
                <a:lnTo>
                  <a:pt x="2149818" y="3147842"/>
                </a:lnTo>
                <a:lnTo>
                  <a:pt x="2150756" y="3159588"/>
                </a:lnTo>
                <a:lnTo>
                  <a:pt x="2151835" y="3171334"/>
                </a:lnTo>
                <a:lnTo>
                  <a:pt x="2153342" y="3183079"/>
                </a:lnTo>
                <a:lnTo>
                  <a:pt x="2155033" y="3194825"/>
                </a:lnTo>
                <a:lnTo>
                  <a:pt x="2157010" y="3206571"/>
                </a:lnTo>
                <a:lnTo>
                  <a:pt x="2159316" y="3218317"/>
                </a:lnTo>
                <a:lnTo>
                  <a:pt x="2161765" y="3230062"/>
                </a:lnTo>
                <a:lnTo>
                  <a:pt x="2164682" y="3241808"/>
                </a:lnTo>
                <a:lnTo>
                  <a:pt x="2167743" y="3253554"/>
                </a:lnTo>
                <a:lnTo>
                  <a:pt x="2171127" y="3265299"/>
                </a:lnTo>
                <a:lnTo>
                  <a:pt x="2174794" y="3277045"/>
                </a:lnTo>
                <a:lnTo>
                  <a:pt x="2178640" y="3288791"/>
                </a:lnTo>
                <a:lnTo>
                  <a:pt x="2182905" y="3300536"/>
                </a:lnTo>
                <a:lnTo>
                  <a:pt x="2187306" y="3312282"/>
                </a:lnTo>
                <a:lnTo>
                  <a:pt x="2192056" y="3324028"/>
                </a:lnTo>
                <a:lnTo>
                  <a:pt x="2197037" y="3335773"/>
                </a:lnTo>
                <a:lnTo>
                  <a:pt x="2202225" y="3347519"/>
                </a:lnTo>
                <a:lnTo>
                  <a:pt x="2207768" y="3359265"/>
                </a:lnTo>
                <a:lnTo>
                  <a:pt x="2213439" y="3371010"/>
                </a:lnTo>
                <a:lnTo>
                  <a:pt x="2219467" y="3382756"/>
                </a:lnTo>
                <a:lnTo>
                  <a:pt x="2225670" y="3394502"/>
                </a:lnTo>
                <a:lnTo>
                  <a:pt x="2232097" y="3406247"/>
                </a:lnTo>
                <a:lnTo>
                  <a:pt x="2238807" y="3417993"/>
                </a:lnTo>
                <a:lnTo>
                  <a:pt x="2245632" y="3429739"/>
                </a:lnTo>
                <a:lnTo>
                  <a:pt x="2252802" y="3441484"/>
                </a:lnTo>
                <a:lnTo>
                  <a:pt x="2260093" y="3453230"/>
                </a:lnTo>
                <a:lnTo>
                  <a:pt x="2267606" y="3464976"/>
                </a:lnTo>
                <a:lnTo>
                  <a:pt x="2275329" y="3476722"/>
                </a:lnTo>
                <a:lnTo>
                  <a:pt x="2283161" y="3488467"/>
                </a:lnTo>
                <a:lnTo>
                  <a:pt x="2291280" y="3500213"/>
                </a:lnTo>
                <a:lnTo>
                  <a:pt x="2299481" y="3511959"/>
                </a:lnTo>
                <a:lnTo>
                  <a:pt x="2307881" y="3523704"/>
                </a:lnTo>
                <a:lnTo>
                  <a:pt x="2316420" y="3535450"/>
                </a:lnTo>
                <a:lnTo>
                  <a:pt x="2325064" y="3547196"/>
                </a:lnTo>
                <a:lnTo>
                  <a:pt x="2333897" y="3558941"/>
                </a:lnTo>
                <a:lnTo>
                  <a:pt x="2342790" y="3570687"/>
                </a:lnTo>
                <a:lnTo>
                  <a:pt x="2351834" y="3582433"/>
                </a:lnTo>
                <a:lnTo>
                  <a:pt x="2360952" y="3594178"/>
                </a:lnTo>
                <a:lnTo>
                  <a:pt x="2370150" y="3605924"/>
                </a:lnTo>
                <a:lnTo>
                  <a:pt x="2379443" y="3617670"/>
                </a:lnTo>
                <a:lnTo>
                  <a:pt x="2388769" y="3629415"/>
                </a:lnTo>
                <a:lnTo>
                  <a:pt x="2398174" y="3641161"/>
                </a:lnTo>
                <a:lnTo>
                  <a:pt x="2407599" y="3652907"/>
                </a:lnTo>
                <a:lnTo>
                  <a:pt x="2417054" y="3664652"/>
                </a:lnTo>
                <a:lnTo>
                  <a:pt x="2426520" y="3676398"/>
                </a:lnTo>
                <a:lnTo>
                  <a:pt x="2435990" y="3688144"/>
                </a:lnTo>
                <a:lnTo>
                  <a:pt x="2445437" y="3699889"/>
                </a:lnTo>
                <a:lnTo>
                  <a:pt x="2454865" y="3711635"/>
                </a:lnTo>
                <a:lnTo>
                  <a:pt x="2464251" y="3723381"/>
                </a:lnTo>
                <a:lnTo>
                  <a:pt x="2473575" y="3735127"/>
                </a:lnTo>
                <a:lnTo>
                  <a:pt x="2482861" y="3746872"/>
                </a:lnTo>
                <a:lnTo>
                  <a:pt x="2492018" y="3758618"/>
                </a:lnTo>
                <a:lnTo>
                  <a:pt x="2501124" y="3770364"/>
                </a:lnTo>
                <a:lnTo>
                  <a:pt x="2510091" y="3782109"/>
                </a:lnTo>
                <a:lnTo>
                  <a:pt x="2518942" y="3793855"/>
                </a:lnTo>
                <a:lnTo>
                  <a:pt x="2527690" y="3805601"/>
                </a:lnTo>
                <a:lnTo>
                  <a:pt x="2536222" y="3817346"/>
                </a:lnTo>
                <a:lnTo>
                  <a:pt x="2544668" y="3829092"/>
                </a:lnTo>
                <a:lnTo>
                  <a:pt x="2552859" y="3840838"/>
                </a:lnTo>
                <a:lnTo>
                  <a:pt x="2560898" y="3852583"/>
                </a:lnTo>
                <a:lnTo>
                  <a:pt x="2568750" y="3864329"/>
                </a:lnTo>
                <a:lnTo>
                  <a:pt x="2576318" y="3876075"/>
                </a:lnTo>
                <a:lnTo>
                  <a:pt x="2583770" y="3887820"/>
                </a:lnTo>
                <a:lnTo>
                  <a:pt x="2590829" y="3899566"/>
                </a:lnTo>
                <a:lnTo>
                  <a:pt x="2597724" y="3911312"/>
                </a:lnTo>
                <a:lnTo>
                  <a:pt x="2604331" y="3923057"/>
                </a:lnTo>
                <a:lnTo>
                  <a:pt x="2610612" y="3934803"/>
                </a:lnTo>
                <a:lnTo>
                  <a:pt x="2616729" y="3946549"/>
                </a:lnTo>
                <a:lnTo>
                  <a:pt x="2622338" y="3958295"/>
                </a:lnTo>
                <a:lnTo>
                  <a:pt x="2627778" y="3970040"/>
                </a:lnTo>
                <a:lnTo>
                  <a:pt x="2632815" y="3981786"/>
                </a:lnTo>
                <a:lnTo>
                  <a:pt x="2637510" y="3993532"/>
                </a:lnTo>
                <a:lnTo>
                  <a:pt x="2641957" y="4005277"/>
                </a:lnTo>
                <a:lnTo>
                  <a:pt x="2645857" y="4017023"/>
                </a:lnTo>
                <a:lnTo>
                  <a:pt x="2649564" y="4028769"/>
                </a:lnTo>
                <a:lnTo>
                  <a:pt x="2652747" y="4040514"/>
                </a:lnTo>
                <a:lnTo>
                  <a:pt x="2655597" y="4052260"/>
                </a:lnTo>
                <a:lnTo>
                  <a:pt x="2658108" y="4064006"/>
                </a:lnTo>
                <a:lnTo>
                  <a:pt x="2660064" y="4075751"/>
                </a:lnTo>
                <a:lnTo>
                  <a:pt x="2661805" y="4087497"/>
                </a:lnTo>
                <a:lnTo>
                  <a:pt x="2662905" y="4099243"/>
                </a:lnTo>
                <a:lnTo>
                  <a:pt x="2663706" y="4110988"/>
                </a:lnTo>
                <a:lnTo>
                  <a:pt x="2664072" y="4122734"/>
                </a:lnTo>
                <a:lnTo>
                  <a:pt x="2663904" y="4134480"/>
                </a:lnTo>
                <a:lnTo>
                  <a:pt x="2663509" y="4146225"/>
                </a:lnTo>
                <a:lnTo>
                  <a:pt x="2662364" y="4157971"/>
                </a:lnTo>
                <a:lnTo>
                  <a:pt x="2660972" y="4169717"/>
                </a:lnTo>
                <a:lnTo>
                  <a:pt x="2659057" y="4181462"/>
                </a:lnTo>
                <a:lnTo>
                  <a:pt x="2656655" y="4193208"/>
                </a:lnTo>
                <a:lnTo>
                  <a:pt x="2653963" y="4204954"/>
                </a:lnTo>
                <a:lnTo>
                  <a:pt x="2650544" y="4216700"/>
                </a:lnTo>
                <a:lnTo>
                  <a:pt x="2646888" y="4228445"/>
                </a:lnTo>
                <a:lnTo>
                  <a:pt x="2642634" y="4240191"/>
                </a:lnTo>
                <a:lnTo>
                  <a:pt x="2637960" y="4251937"/>
                </a:lnTo>
                <a:lnTo>
                  <a:pt x="2632928" y="4263682"/>
                </a:lnTo>
                <a:lnTo>
                  <a:pt x="2627244" y="4275428"/>
                </a:lnTo>
                <a:lnTo>
                  <a:pt x="2621326" y="4287174"/>
                </a:lnTo>
                <a:lnTo>
                  <a:pt x="2614759" y="4298919"/>
                </a:lnTo>
                <a:lnTo>
                  <a:pt x="2607850" y="4310665"/>
                </a:lnTo>
                <a:lnTo>
                  <a:pt x="2600532" y="4322411"/>
                </a:lnTo>
                <a:lnTo>
                  <a:pt x="2592655" y="4334156"/>
                </a:lnTo>
                <a:lnTo>
                  <a:pt x="2584555" y="4345902"/>
                </a:lnTo>
                <a:lnTo>
                  <a:pt x="2575782" y="4357648"/>
                </a:lnTo>
                <a:lnTo>
                  <a:pt x="2566752" y="4369393"/>
                </a:lnTo>
                <a:lnTo>
                  <a:pt x="2557281" y="4381139"/>
                </a:lnTo>
                <a:lnTo>
                  <a:pt x="2547357" y="4392885"/>
                </a:lnTo>
                <a:lnTo>
                  <a:pt x="2537211" y="4404630"/>
                </a:lnTo>
                <a:lnTo>
                  <a:pt x="2526431" y="4416376"/>
                </a:lnTo>
                <a:lnTo>
                  <a:pt x="2515462" y="4428122"/>
                </a:lnTo>
                <a:lnTo>
                  <a:pt x="2504047" y="4439867"/>
                </a:lnTo>
                <a:lnTo>
                  <a:pt x="2492285" y="4451613"/>
                </a:lnTo>
                <a:lnTo>
                  <a:pt x="2480280" y="4463359"/>
                </a:lnTo>
                <a:lnTo>
                  <a:pt x="2467777" y="4475105"/>
                </a:lnTo>
                <a:lnTo>
                  <a:pt x="2455111" y="4486850"/>
                </a:lnTo>
                <a:lnTo>
                  <a:pt x="2442023" y="4498596"/>
                </a:lnTo>
                <a:lnTo>
                  <a:pt x="2428691" y="4510342"/>
                </a:lnTo>
                <a:lnTo>
                  <a:pt x="2415115" y="4522087"/>
                </a:lnTo>
                <a:lnTo>
                  <a:pt x="2401177" y="4533833"/>
                </a:lnTo>
                <a:lnTo>
                  <a:pt x="2387105" y="4545579"/>
                </a:lnTo>
                <a:lnTo>
                  <a:pt x="2372666" y="4557324"/>
                </a:lnTo>
                <a:lnTo>
                  <a:pt x="2358073" y="4569070"/>
                </a:lnTo>
                <a:lnTo>
                  <a:pt x="2343261" y="4580816"/>
                </a:lnTo>
                <a:lnTo>
                  <a:pt x="2328210" y="4592561"/>
                </a:lnTo>
                <a:lnTo>
                  <a:pt x="2313059" y="4604307"/>
                </a:lnTo>
                <a:lnTo>
                  <a:pt x="2297624" y="4616053"/>
                </a:lnTo>
                <a:lnTo>
                  <a:pt x="2282106" y="4627798"/>
                </a:lnTo>
                <a:lnTo>
                  <a:pt x="2266420" y="4639544"/>
                </a:lnTo>
                <a:lnTo>
                  <a:pt x="2250601" y="4651290"/>
                </a:lnTo>
                <a:lnTo>
                  <a:pt x="2234706" y="4663035"/>
                </a:lnTo>
                <a:lnTo>
                  <a:pt x="2218654" y="4674781"/>
                </a:lnTo>
                <a:lnTo>
                  <a:pt x="2202561" y="4686527"/>
                </a:lnTo>
                <a:lnTo>
                  <a:pt x="2186371" y="4698273"/>
                </a:lnTo>
                <a:lnTo>
                  <a:pt x="2170135" y="4710018"/>
                </a:lnTo>
                <a:lnTo>
                  <a:pt x="2153860" y="4721764"/>
                </a:lnTo>
                <a:lnTo>
                  <a:pt x="2137545" y="4733510"/>
                </a:lnTo>
                <a:lnTo>
                  <a:pt x="2121222" y="4745255"/>
                </a:lnTo>
                <a:lnTo>
                  <a:pt x="2104894" y="4757001"/>
                </a:lnTo>
                <a:lnTo>
                  <a:pt x="2088579" y="4768747"/>
                </a:lnTo>
                <a:lnTo>
                  <a:pt x="2072282" y="4780492"/>
                </a:lnTo>
                <a:lnTo>
                  <a:pt x="2056036" y="4792238"/>
                </a:lnTo>
                <a:lnTo>
                  <a:pt x="2039813" y="4803984"/>
                </a:lnTo>
                <a:lnTo>
                  <a:pt x="2023686" y="4815729"/>
                </a:lnTo>
                <a:lnTo>
                  <a:pt x="2007611" y="4827475"/>
                </a:lnTo>
                <a:lnTo>
                  <a:pt x="1991621" y="4839221"/>
                </a:lnTo>
                <a:lnTo>
                  <a:pt x="1975746" y="4850966"/>
                </a:lnTo>
                <a:lnTo>
                  <a:pt x="1959926" y="4862712"/>
                </a:lnTo>
                <a:lnTo>
                  <a:pt x="1944303" y="4874458"/>
                </a:lnTo>
                <a:lnTo>
                  <a:pt x="1928749" y="4886203"/>
                </a:lnTo>
                <a:lnTo>
                  <a:pt x="1913359" y="4897949"/>
                </a:lnTo>
                <a:lnTo>
                  <a:pt x="1898120" y="4909695"/>
                </a:lnTo>
                <a:lnTo>
                  <a:pt x="1882985" y="4921440"/>
                </a:lnTo>
                <a:lnTo>
                  <a:pt x="1868103" y="4933186"/>
                </a:lnTo>
                <a:lnTo>
                  <a:pt x="1853311" y="4944932"/>
                </a:lnTo>
                <a:lnTo>
                  <a:pt x="1838762" y="4956678"/>
                </a:lnTo>
                <a:lnTo>
                  <a:pt x="1824377" y="4968423"/>
                </a:lnTo>
                <a:lnTo>
                  <a:pt x="1810153" y="4980169"/>
                </a:lnTo>
                <a:lnTo>
                  <a:pt x="1796208" y="4991915"/>
                </a:lnTo>
                <a:lnTo>
                  <a:pt x="1782370" y="5003660"/>
                </a:lnTo>
                <a:lnTo>
                  <a:pt x="1768851" y="5015406"/>
                </a:lnTo>
                <a:lnTo>
                  <a:pt x="1755491" y="5027152"/>
                </a:lnTo>
                <a:lnTo>
                  <a:pt x="1742348" y="5038897"/>
                </a:lnTo>
                <a:lnTo>
                  <a:pt x="1729486" y="5050643"/>
                </a:lnTo>
                <a:lnTo>
                  <a:pt x="1716744" y="5062389"/>
                </a:lnTo>
                <a:lnTo>
                  <a:pt x="1704389" y="5074134"/>
                </a:lnTo>
                <a:lnTo>
                  <a:pt x="1692171" y="5085880"/>
                </a:lnTo>
                <a:lnTo>
                  <a:pt x="1680224" y="5097626"/>
                </a:lnTo>
                <a:lnTo>
                  <a:pt x="1668543" y="5109371"/>
                </a:lnTo>
                <a:lnTo>
                  <a:pt x="1657012" y="5121117"/>
                </a:lnTo>
                <a:lnTo>
                  <a:pt x="1645877" y="5132863"/>
                </a:lnTo>
                <a:lnTo>
                  <a:pt x="1634871" y="5144608"/>
                </a:lnTo>
                <a:lnTo>
                  <a:pt x="1624183" y="5156354"/>
                </a:lnTo>
                <a:lnTo>
                  <a:pt x="1613731" y="5168100"/>
                </a:lnTo>
                <a:lnTo>
                  <a:pt x="1603468" y="5179845"/>
                </a:lnTo>
                <a:lnTo>
                  <a:pt x="1593570" y="5191591"/>
                </a:lnTo>
                <a:lnTo>
                  <a:pt x="1583801" y="5203337"/>
                </a:lnTo>
                <a:lnTo>
                  <a:pt x="1574387" y="5215083"/>
                </a:lnTo>
                <a:lnTo>
                  <a:pt x="1565169" y="5226828"/>
                </a:lnTo>
                <a:lnTo>
                  <a:pt x="1556175" y="5238574"/>
                </a:lnTo>
                <a:lnTo>
                  <a:pt x="1547502" y="5250320"/>
                </a:lnTo>
                <a:lnTo>
                  <a:pt x="1538956" y="5262065"/>
                </a:lnTo>
                <a:lnTo>
                  <a:pt x="1530788" y="5273811"/>
                </a:lnTo>
                <a:lnTo>
                  <a:pt x="1522774" y="5285557"/>
                </a:lnTo>
                <a:lnTo>
                  <a:pt x="1515011" y="5297302"/>
                </a:lnTo>
                <a:lnTo>
                  <a:pt x="1507518" y="5309048"/>
                </a:lnTo>
                <a:lnTo>
                  <a:pt x="1500150" y="5320794"/>
                </a:lnTo>
                <a:lnTo>
                  <a:pt x="1493165" y="5332539"/>
                </a:lnTo>
                <a:lnTo>
                  <a:pt x="1486296" y="5344285"/>
                </a:lnTo>
                <a:lnTo>
                  <a:pt x="1479693" y="5356031"/>
                </a:lnTo>
                <a:lnTo>
                  <a:pt x="1473309" y="5367776"/>
                </a:lnTo>
                <a:lnTo>
                  <a:pt x="1467073" y="5379522"/>
                </a:lnTo>
                <a:lnTo>
                  <a:pt x="1461160" y="5391268"/>
                </a:lnTo>
                <a:lnTo>
                  <a:pt x="1455352" y="5403013"/>
                </a:lnTo>
                <a:lnTo>
                  <a:pt x="1449817" y="5414759"/>
                </a:lnTo>
                <a:lnTo>
                  <a:pt x="1444454" y="5426505"/>
                </a:lnTo>
                <a:lnTo>
                  <a:pt x="1439252" y="5438251"/>
                </a:lnTo>
                <a:lnTo>
                  <a:pt x="1434313" y="5449996"/>
                </a:lnTo>
                <a:lnTo>
                  <a:pt x="1429470" y="5461742"/>
                </a:lnTo>
                <a:lnTo>
                  <a:pt x="1424897" y="5473488"/>
                </a:lnTo>
                <a:lnTo>
                  <a:pt x="1420451" y="5485233"/>
                </a:lnTo>
                <a:lnTo>
                  <a:pt x="1416175" y="5496979"/>
                </a:lnTo>
                <a:lnTo>
                  <a:pt x="1412105" y="5508725"/>
                </a:lnTo>
                <a:lnTo>
                  <a:pt x="1408121" y="5520470"/>
                </a:lnTo>
                <a:lnTo>
                  <a:pt x="1404397" y="5532216"/>
                </a:lnTo>
                <a:lnTo>
                  <a:pt x="1400761" y="5543962"/>
                </a:lnTo>
                <a:lnTo>
                  <a:pt x="1397295" y="5555707"/>
                </a:lnTo>
                <a:lnTo>
                  <a:pt x="1393986" y="5567453"/>
                </a:lnTo>
                <a:lnTo>
                  <a:pt x="1390764" y="5579199"/>
                </a:lnTo>
                <a:lnTo>
                  <a:pt x="1387762" y="5590944"/>
                </a:lnTo>
                <a:lnTo>
                  <a:pt x="1384828" y="5602690"/>
                </a:lnTo>
                <a:lnTo>
                  <a:pt x="1382058" y="5614436"/>
                </a:lnTo>
                <a:lnTo>
                  <a:pt x="1379404" y="5626181"/>
                </a:lnTo>
                <a:lnTo>
                  <a:pt x="1376841" y="5637927"/>
                </a:lnTo>
                <a:lnTo>
                  <a:pt x="1374447" y="5649673"/>
                </a:lnTo>
                <a:lnTo>
                  <a:pt x="1372111" y="5661418"/>
                </a:lnTo>
                <a:lnTo>
                  <a:pt x="1369928" y="5673164"/>
                </a:lnTo>
                <a:lnTo>
                  <a:pt x="1367827" y="5684910"/>
                </a:lnTo>
                <a:lnTo>
                  <a:pt x="1365817" y="5696656"/>
                </a:lnTo>
                <a:lnTo>
                  <a:pt x="1363933" y="5708401"/>
                </a:lnTo>
                <a:lnTo>
                  <a:pt x="1362097" y="5720147"/>
                </a:lnTo>
                <a:lnTo>
                  <a:pt x="1360400" y="5731893"/>
                </a:lnTo>
                <a:lnTo>
                  <a:pt x="1358759" y="5743638"/>
                </a:lnTo>
                <a:lnTo>
                  <a:pt x="1357204" y="5755384"/>
                </a:lnTo>
                <a:lnTo>
                  <a:pt x="1355740" y="5767130"/>
                </a:lnTo>
                <a:lnTo>
                  <a:pt x="1354317" y="5778875"/>
                </a:lnTo>
                <a:lnTo>
                  <a:pt x="1353017" y="5790621"/>
                </a:lnTo>
                <a:lnTo>
                  <a:pt x="1351751" y="5802367"/>
                </a:lnTo>
                <a:lnTo>
                  <a:pt x="1350565" y="5814112"/>
                </a:lnTo>
                <a:lnTo>
                  <a:pt x="1349442" y="5825858"/>
                </a:lnTo>
                <a:lnTo>
                  <a:pt x="1348362" y="5837604"/>
                </a:lnTo>
                <a:lnTo>
                  <a:pt x="1347370" y="5849349"/>
                </a:lnTo>
                <a:lnTo>
                  <a:pt x="1346407" y="5861095"/>
                </a:lnTo>
                <a:lnTo>
                  <a:pt x="1345514" y="5872841"/>
                </a:lnTo>
                <a:lnTo>
                  <a:pt x="1344665" y="5884586"/>
                </a:lnTo>
                <a:lnTo>
                  <a:pt x="1343856" y="5896332"/>
                </a:lnTo>
                <a:lnTo>
                  <a:pt x="1343109" y="5908078"/>
                </a:lnTo>
                <a:lnTo>
                  <a:pt x="1342386" y="5919823"/>
                </a:lnTo>
                <a:lnTo>
                  <a:pt x="1341723" y="5931569"/>
                </a:lnTo>
                <a:lnTo>
                  <a:pt x="1341089" y="5943315"/>
                </a:lnTo>
                <a:lnTo>
                  <a:pt x="1340491" y="5955061"/>
                </a:lnTo>
                <a:lnTo>
                  <a:pt x="1339937" y="5966806"/>
                </a:lnTo>
                <a:lnTo>
                  <a:pt x="1339400" y="5978552"/>
                </a:lnTo>
                <a:lnTo>
                  <a:pt x="1338915" y="5990298"/>
                </a:lnTo>
                <a:lnTo>
                  <a:pt x="1338447" y="6002043"/>
                </a:lnTo>
                <a:close/>
              </a:path>
            </a:pathLst>
          </a:custGeom>
          <a:solidFill>
            <a:srgbClr val="B4C7E7">
              <a:alpha val="90196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7" name="pl5">
            <a:extLst>
              <a:ext uri="{FF2B5EF4-FFF2-40B4-BE49-F238E27FC236}">
                <a16:creationId xmlns:a16="http://schemas.microsoft.com/office/drawing/2014/main" id="{DA6EB446-45C6-F692-AF15-A19F4B5A93C4}"/>
              </a:ext>
            </a:extLst>
          </p:cNvPr>
          <p:cNvSpPr/>
          <p:nvPr/>
        </p:nvSpPr>
        <p:spPr>
          <a:xfrm>
            <a:off x="2717340" y="5555954"/>
            <a:ext cx="1666873" cy="0"/>
          </a:xfrm>
          <a:custGeom>
            <a:avLst/>
            <a:gdLst/>
            <a:ahLst/>
            <a:cxnLst/>
            <a:rect l="0" t="0" r="0" b="0"/>
            <a:pathLst>
              <a:path w="1666873">
                <a:moveTo>
                  <a:pt x="0" y="0"/>
                </a:moveTo>
                <a:lnTo>
                  <a:pt x="1666873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8" name="pg6">
            <a:extLst>
              <a:ext uri="{FF2B5EF4-FFF2-40B4-BE49-F238E27FC236}">
                <a16:creationId xmlns:a16="http://schemas.microsoft.com/office/drawing/2014/main" id="{65DFD794-2970-B9E9-9300-944FB191DDC2}"/>
              </a:ext>
            </a:extLst>
          </p:cNvPr>
          <p:cNvSpPr/>
          <p:nvPr/>
        </p:nvSpPr>
        <p:spPr>
          <a:xfrm>
            <a:off x="6658861" y="2699337"/>
            <a:ext cx="2664072" cy="4368750"/>
          </a:xfrm>
          <a:custGeom>
            <a:avLst/>
            <a:gdLst/>
            <a:ahLst/>
            <a:cxnLst/>
            <a:rect l="0" t="0" r="0" b="0"/>
            <a:pathLst>
              <a:path w="2664072" h="4368750">
                <a:moveTo>
                  <a:pt x="1330114" y="4368750"/>
                </a:moveTo>
                <a:lnTo>
                  <a:pt x="1329979" y="4360201"/>
                </a:lnTo>
                <a:lnTo>
                  <a:pt x="1329831" y="4351651"/>
                </a:lnTo>
                <a:lnTo>
                  <a:pt x="1329677" y="4343102"/>
                </a:lnTo>
                <a:lnTo>
                  <a:pt x="1329512" y="4334553"/>
                </a:lnTo>
                <a:lnTo>
                  <a:pt x="1329336" y="4326003"/>
                </a:lnTo>
                <a:lnTo>
                  <a:pt x="1329154" y="4317454"/>
                </a:lnTo>
                <a:lnTo>
                  <a:pt x="1328954" y="4308904"/>
                </a:lnTo>
                <a:lnTo>
                  <a:pt x="1328748" y="4300355"/>
                </a:lnTo>
                <a:lnTo>
                  <a:pt x="1328526" y="4291806"/>
                </a:lnTo>
                <a:lnTo>
                  <a:pt x="1328292" y="4283256"/>
                </a:lnTo>
                <a:lnTo>
                  <a:pt x="1328049" y="4274707"/>
                </a:lnTo>
                <a:lnTo>
                  <a:pt x="1327784" y="4266157"/>
                </a:lnTo>
                <a:lnTo>
                  <a:pt x="1327511" y="4257608"/>
                </a:lnTo>
                <a:lnTo>
                  <a:pt x="1327218" y="4249058"/>
                </a:lnTo>
                <a:lnTo>
                  <a:pt x="1326911" y="4240509"/>
                </a:lnTo>
                <a:lnTo>
                  <a:pt x="1326590" y="4231960"/>
                </a:lnTo>
                <a:lnTo>
                  <a:pt x="1326245" y="4223410"/>
                </a:lnTo>
                <a:lnTo>
                  <a:pt x="1325889" y="4214861"/>
                </a:lnTo>
                <a:lnTo>
                  <a:pt x="1325507" y="4206311"/>
                </a:lnTo>
                <a:lnTo>
                  <a:pt x="1325109" y="4197762"/>
                </a:lnTo>
                <a:lnTo>
                  <a:pt x="1324693" y="4189213"/>
                </a:lnTo>
                <a:lnTo>
                  <a:pt x="1324248" y="4180663"/>
                </a:lnTo>
                <a:lnTo>
                  <a:pt x="1323790" y="4172114"/>
                </a:lnTo>
                <a:lnTo>
                  <a:pt x="1323300" y="4163564"/>
                </a:lnTo>
                <a:lnTo>
                  <a:pt x="1322791" y="4155015"/>
                </a:lnTo>
                <a:lnTo>
                  <a:pt x="1322260" y="4146466"/>
                </a:lnTo>
                <a:lnTo>
                  <a:pt x="1321694" y="4137916"/>
                </a:lnTo>
                <a:lnTo>
                  <a:pt x="1321114" y="4129367"/>
                </a:lnTo>
                <a:lnTo>
                  <a:pt x="1320494" y="4120817"/>
                </a:lnTo>
                <a:lnTo>
                  <a:pt x="1319852" y="4112268"/>
                </a:lnTo>
                <a:lnTo>
                  <a:pt x="1319183" y="4103718"/>
                </a:lnTo>
                <a:lnTo>
                  <a:pt x="1318475" y="4095169"/>
                </a:lnTo>
                <a:lnTo>
                  <a:pt x="1317750" y="4086620"/>
                </a:lnTo>
                <a:lnTo>
                  <a:pt x="1316976" y="4078070"/>
                </a:lnTo>
                <a:lnTo>
                  <a:pt x="1316179" y="4069521"/>
                </a:lnTo>
                <a:lnTo>
                  <a:pt x="1315347" y="4060971"/>
                </a:lnTo>
                <a:lnTo>
                  <a:pt x="1314474" y="4052422"/>
                </a:lnTo>
                <a:lnTo>
                  <a:pt x="1313581" y="4043873"/>
                </a:lnTo>
                <a:lnTo>
                  <a:pt x="1312628" y="4035323"/>
                </a:lnTo>
                <a:lnTo>
                  <a:pt x="1311652" y="4026774"/>
                </a:lnTo>
                <a:lnTo>
                  <a:pt x="1310634" y="4018224"/>
                </a:lnTo>
                <a:lnTo>
                  <a:pt x="1309571" y="4009675"/>
                </a:lnTo>
                <a:lnTo>
                  <a:pt x="1308485" y="4001125"/>
                </a:lnTo>
                <a:lnTo>
                  <a:pt x="1307330" y="3992576"/>
                </a:lnTo>
                <a:lnTo>
                  <a:pt x="1306151" y="3984027"/>
                </a:lnTo>
                <a:lnTo>
                  <a:pt x="1304923" y="3975477"/>
                </a:lnTo>
                <a:lnTo>
                  <a:pt x="1303647" y="3966928"/>
                </a:lnTo>
                <a:lnTo>
                  <a:pt x="1302343" y="3958378"/>
                </a:lnTo>
                <a:lnTo>
                  <a:pt x="1300965" y="3949829"/>
                </a:lnTo>
                <a:lnTo>
                  <a:pt x="1299561" y="3941280"/>
                </a:lnTo>
                <a:lnTo>
                  <a:pt x="1298100" y="3932730"/>
                </a:lnTo>
                <a:lnTo>
                  <a:pt x="1296589" y="3924181"/>
                </a:lnTo>
                <a:lnTo>
                  <a:pt x="1295045" y="3915631"/>
                </a:lnTo>
                <a:lnTo>
                  <a:pt x="1293424" y="3907082"/>
                </a:lnTo>
                <a:lnTo>
                  <a:pt x="1291775" y="3898533"/>
                </a:lnTo>
                <a:lnTo>
                  <a:pt x="1290060" y="3889983"/>
                </a:lnTo>
                <a:lnTo>
                  <a:pt x="1288297" y="3881434"/>
                </a:lnTo>
                <a:lnTo>
                  <a:pt x="1286494" y="3872884"/>
                </a:lnTo>
                <a:lnTo>
                  <a:pt x="1284612" y="3864335"/>
                </a:lnTo>
                <a:lnTo>
                  <a:pt x="1282702" y="3855785"/>
                </a:lnTo>
                <a:lnTo>
                  <a:pt x="1280718" y="3847236"/>
                </a:lnTo>
                <a:lnTo>
                  <a:pt x="1278686" y="3838687"/>
                </a:lnTo>
                <a:lnTo>
                  <a:pt x="1276610" y="3830137"/>
                </a:lnTo>
                <a:lnTo>
                  <a:pt x="1274455" y="3821588"/>
                </a:lnTo>
                <a:lnTo>
                  <a:pt x="1272271" y="3813038"/>
                </a:lnTo>
                <a:lnTo>
                  <a:pt x="1270007" y="3804489"/>
                </a:lnTo>
                <a:lnTo>
                  <a:pt x="1267697" y="3795940"/>
                </a:lnTo>
                <a:lnTo>
                  <a:pt x="1265338" y="3787390"/>
                </a:lnTo>
                <a:lnTo>
                  <a:pt x="1262904" y="3778841"/>
                </a:lnTo>
                <a:lnTo>
                  <a:pt x="1260438" y="3770291"/>
                </a:lnTo>
                <a:lnTo>
                  <a:pt x="1257889" y="3761742"/>
                </a:lnTo>
                <a:lnTo>
                  <a:pt x="1255298" y="3753192"/>
                </a:lnTo>
                <a:lnTo>
                  <a:pt x="1252653" y="3744643"/>
                </a:lnTo>
                <a:lnTo>
                  <a:pt x="1249936" y="3736094"/>
                </a:lnTo>
                <a:lnTo>
                  <a:pt x="1247189" y="3727544"/>
                </a:lnTo>
                <a:lnTo>
                  <a:pt x="1244355" y="3718995"/>
                </a:lnTo>
                <a:lnTo>
                  <a:pt x="1241484" y="3710445"/>
                </a:lnTo>
                <a:lnTo>
                  <a:pt x="1238557" y="3701896"/>
                </a:lnTo>
                <a:lnTo>
                  <a:pt x="1235563" y="3693347"/>
                </a:lnTo>
                <a:lnTo>
                  <a:pt x="1232540" y="3684797"/>
                </a:lnTo>
                <a:lnTo>
                  <a:pt x="1229429" y="3676248"/>
                </a:lnTo>
                <a:lnTo>
                  <a:pt x="1226287" y="3667698"/>
                </a:lnTo>
                <a:lnTo>
                  <a:pt x="1223086" y="3659149"/>
                </a:lnTo>
                <a:lnTo>
                  <a:pt x="1219826" y="3650599"/>
                </a:lnTo>
                <a:lnTo>
                  <a:pt x="1216538" y="3642050"/>
                </a:lnTo>
                <a:lnTo>
                  <a:pt x="1213164" y="3633501"/>
                </a:lnTo>
                <a:lnTo>
                  <a:pt x="1209764" y="3624951"/>
                </a:lnTo>
                <a:lnTo>
                  <a:pt x="1206306" y="3616402"/>
                </a:lnTo>
                <a:lnTo>
                  <a:pt x="1202796" y="3607852"/>
                </a:lnTo>
                <a:lnTo>
                  <a:pt x="1199257" y="3599303"/>
                </a:lnTo>
                <a:lnTo>
                  <a:pt x="1195642" y="3590754"/>
                </a:lnTo>
                <a:lnTo>
                  <a:pt x="1192002" y="3582204"/>
                </a:lnTo>
                <a:lnTo>
                  <a:pt x="1188307" y="3573655"/>
                </a:lnTo>
                <a:lnTo>
                  <a:pt x="1184568" y="3565105"/>
                </a:lnTo>
                <a:lnTo>
                  <a:pt x="1180800" y="3556556"/>
                </a:lnTo>
                <a:lnTo>
                  <a:pt x="1176967" y="3548007"/>
                </a:lnTo>
                <a:lnTo>
                  <a:pt x="1173111" y="3539457"/>
                </a:lnTo>
                <a:lnTo>
                  <a:pt x="1169204" y="3530908"/>
                </a:lnTo>
                <a:lnTo>
                  <a:pt x="1165261" y="3522358"/>
                </a:lnTo>
                <a:lnTo>
                  <a:pt x="1161289" y="3513809"/>
                </a:lnTo>
                <a:lnTo>
                  <a:pt x="1157263" y="3505259"/>
                </a:lnTo>
                <a:lnTo>
                  <a:pt x="1153218" y="3496710"/>
                </a:lnTo>
                <a:lnTo>
                  <a:pt x="1149126" y="3488161"/>
                </a:lnTo>
                <a:lnTo>
                  <a:pt x="1145006" y="3479611"/>
                </a:lnTo>
                <a:lnTo>
                  <a:pt x="1140858" y="3471062"/>
                </a:lnTo>
                <a:lnTo>
                  <a:pt x="1136667" y="3462512"/>
                </a:lnTo>
                <a:lnTo>
                  <a:pt x="1132460" y="3453963"/>
                </a:lnTo>
                <a:lnTo>
                  <a:pt x="1128212" y="3445414"/>
                </a:lnTo>
                <a:lnTo>
                  <a:pt x="1123942" y="3436864"/>
                </a:lnTo>
                <a:lnTo>
                  <a:pt x="1119648" y="3428315"/>
                </a:lnTo>
                <a:lnTo>
                  <a:pt x="1115321" y="3419765"/>
                </a:lnTo>
                <a:lnTo>
                  <a:pt x="1110980" y="3411216"/>
                </a:lnTo>
                <a:lnTo>
                  <a:pt x="1106605" y="3402666"/>
                </a:lnTo>
                <a:lnTo>
                  <a:pt x="1102214" y="3394117"/>
                </a:lnTo>
                <a:lnTo>
                  <a:pt x="1097803" y="3385568"/>
                </a:lnTo>
                <a:lnTo>
                  <a:pt x="1093368" y="3377018"/>
                </a:lnTo>
                <a:lnTo>
                  <a:pt x="1088922" y="3368469"/>
                </a:lnTo>
                <a:lnTo>
                  <a:pt x="1084450" y="3359919"/>
                </a:lnTo>
                <a:lnTo>
                  <a:pt x="1079967" y="3351370"/>
                </a:lnTo>
                <a:lnTo>
                  <a:pt x="1075468" y="3342821"/>
                </a:lnTo>
                <a:lnTo>
                  <a:pt x="1070953" y="3334271"/>
                </a:lnTo>
                <a:lnTo>
                  <a:pt x="1066431" y="3325722"/>
                </a:lnTo>
                <a:lnTo>
                  <a:pt x="1061890" y="3317172"/>
                </a:lnTo>
                <a:lnTo>
                  <a:pt x="1057343" y="3308623"/>
                </a:lnTo>
                <a:lnTo>
                  <a:pt x="1052786" y="3300073"/>
                </a:lnTo>
                <a:lnTo>
                  <a:pt x="1048220" y="3291524"/>
                </a:lnTo>
                <a:lnTo>
                  <a:pt x="1043650" y="3282975"/>
                </a:lnTo>
                <a:lnTo>
                  <a:pt x="1039071" y="3274425"/>
                </a:lnTo>
                <a:lnTo>
                  <a:pt x="1034489" y="3265876"/>
                </a:lnTo>
                <a:lnTo>
                  <a:pt x="1029904" y="3257326"/>
                </a:lnTo>
                <a:lnTo>
                  <a:pt x="1025316" y="3248777"/>
                </a:lnTo>
                <a:lnTo>
                  <a:pt x="1020728" y="3240228"/>
                </a:lnTo>
                <a:lnTo>
                  <a:pt x="1016141" y="3231678"/>
                </a:lnTo>
                <a:lnTo>
                  <a:pt x="1011555" y="3223129"/>
                </a:lnTo>
                <a:lnTo>
                  <a:pt x="1006973" y="3214579"/>
                </a:lnTo>
                <a:lnTo>
                  <a:pt x="1002395" y="3206030"/>
                </a:lnTo>
                <a:lnTo>
                  <a:pt x="997821" y="3197481"/>
                </a:lnTo>
                <a:lnTo>
                  <a:pt x="993259" y="3188931"/>
                </a:lnTo>
                <a:lnTo>
                  <a:pt x="988702" y="3180382"/>
                </a:lnTo>
                <a:lnTo>
                  <a:pt x="984158" y="3171832"/>
                </a:lnTo>
                <a:lnTo>
                  <a:pt x="979625" y="3163283"/>
                </a:lnTo>
                <a:lnTo>
                  <a:pt x="975102" y="3154733"/>
                </a:lnTo>
                <a:lnTo>
                  <a:pt x="970601" y="3146184"/>
                </a:lnTo>
                <a:lnTo>
                  <a:pt x="966109" y="3137635"/>
                </a:lnTo>
                <a:lnTo>
                  <a:pt x="961642" y="3129085"/>
                </a:lnTo>
                <a:lnTo>
                  <a:pt x="957193" y="3120536"/>
                </a:lnTo>
                <a:lnTo>
                  <a:pt x="952761" y="3111986"/>
                </a:lnTo>
                <a:lnTo>
                  <a:pt x="948363" y="3103437"/>
                </a:lnTo>
                <a:lnTo>
                  <a:pt x="943978" y="3094888"/>
                </a:lnTo>
                <a:lnTo>
                  <a:pt x="939632" y="3086338"/>
                </a:lnTo>
                <a:lnTo>
                  <a:pt x="935311" y="3077789"/>
                </a:lnTo>
                <a:lnTo>
                  <a:pt x="931016" y="3069239"/>
                </a:lnTo>
                <a:lnTo>
                  <a:pt x="926767" y="3060690"/>
                </a:lnTo>
                <a:lnTo>
                  <a:pt x="922537" y="3052140"/>
                </a:lnTo>
                <a:lnTo>
                  <a:pt x="918362" y="3043591"/>
                </a:lnTo>
                <a:lnTo>
                  <a:pt x="914218" y="3035042"/>
                </a:lnTo>
                <a:lnTo>
                  <a:pt x="910112" y="3026492"/>
                </a:lnTo>
                <a:lnTo>
                  <a:pt x="906064" y="3017943"/>
                </a:lnTo>
                <a:lnTo>
                  <a:pt x="902040" y="3009393"/>
                </a:lnTo>
                <a:lnTo>
                  <a:pt x="898091" y="3000844"/>
                </a:lnTo>
                <a:lnTo>
                  <a:pt x="894178" y="2992295"/>
                </a:lnTo>
                <a:lnTo>
                  <a:pt x="890316" y="2983745"/>
                </a:lnTo>
                <a:lnTo>
                  <a:pt x="886524" y="2975196"/>
                </a:lnTo>
                <a:lnTo>
                  <a:pt x="882762" y="2966646"/>
                </a:lnTo>
                <a:lnTo>
                  <a:pt x="879097" y="2958097"/>
                </a:lnTo>
                <a:lnTo>
                  <a:pt x="875471" y="2949547"/>
                </a:lnTo>
                <a:lnTo>
                  <a:pt x="871913" y="2940998"/>
                </a:lnTo>
                <a:lnTo>
                  <a:pt x="868434" y="2932449"/>
                </a:lnTo>
                <a:lnTo>
                  <a:pt x="864991" y="2923899"/>
                </a:lnTo>
                <a:lnTo>
                  <a:pt x="861668" y="2915350"/>
                </a:lnTo>
                <a:lnTo>
                  <a:pt x="858386" y="2906800"/>
                </a:lnTo>
                <a:lnTo>
                  <a:pt x="855189" y="2898251"/>
                </a:lnTo>
                <a:lnTo>
                  <a:pt x="852078" y="2889702"/>
                </a:lnTo>
                <a:lnTo>
                  <a:pt x="849014" y="2881152"/>
                </a:lnTo>
                <a:lnTo>
                  <a:pt x="846083" y="2872603"/>
                </a:lnTo>
                <a:lnTo>
                  <a:pt x="843198" y="2864053"/>
                </a:lnTo>
                <a:lnTo>
                  <a:pt x="840415" y="2855504"/>
                </a:lnTo>
                <a:lnTo>
                  <a:pt x="837722" y="2846955"/>
                </a:lnTo>
                <a:lnTo>
                  <a:pt x="835087" y="2838405"/>
                </a:lnTo>
                <a:lnTo>
                  <a:pt x="832594" y="2829856"/>
                </a:lnTo>
                <a:lnTo>
                  <a:pt x="830151" y="2821306"/>
                </a:lnTo>
                <a:lnTo>
                  <a:pt x="827826" y="2812757"/>
                </a:lnTo>
                <a:lnTo>
                  <a:pt x="825591" y="2804207"/>
                </a:lnTo>
                <a:lnTo>
                  <a:pt x="823425" y="2795658"/>
                </a:lnTo>
                <a:lnTo>
                  <a:pt x="821404" y="2787109"/>
                </a:lnTo>
                <a:lnTo>
                  <a:pt x="819435" y="2778559"/>
                </a:lnTo>
                <a:lnTo>
                  <a:pt x="817595" y="2770010"/>
                </a:lnTo>
                <a:lnTo>
                  <a:pt x="815844" y="2761460"/>
                </a:lnTo>
                <a:lnTo>
                  <a:pt x="814170" y="2752911"/>
                </a:lnTo>
                <a:lnTo>
                  <a:pt x="812637" y="2744362"/>
                </a:lnTo>
                <a:lnTo>
                  <a:pt x="811157" y="2735812"/>
                </a:lnTo>
                <a:lnTo>
                  <a:pt x="809814" y="2727263"/>
                </a:lnTo>
                <a:lnTo>
                  <a:pt x="808552" y="2718713"/>
                </a:lnTo>
                <a:lnTo>
                  <a:pt x="807373" y="2710164"/>
                </a:lnTo>
                <a:lnTo>
                  <a:pt x="806325" y="2701614"/>
                </a:lnTo>
                <a:lnTo>
                  <a:pt x="805328" y="2693065"/>
                </a:lnTo>
                <a:lnTo>
                  <a:pt x="804469" y="2684516"/>
                </a:lnTo>
                <a:lnTo>
                  <a:pt x="803679" y="2675966"/>
                </a:lnTo>
                <a:lnTo>
                  <a:pt x="802973" y="2667417"/>
                </a:lnTo>
                <a:lnTo>
                  <a:pt x="802381" y="2658867"/>
                </a:lnTo>
                <a:lnTo>
                  <a:pt x="801837" y="2650318"/>
                </a:lnTo>
                <a:lnTo>
                  <a:pt x="801421" y="2641769"/>
                </a:lnTo>
                <a:lnTo>
                  <a:pt x="801060" y="2633219"/>
                </a:lnTo>
                <a:lnTo>
                  <a:pt x="800779" y="2624670"/>
                </a:lnTo>
                <a:lnTo>
                  <a:pt x="800589" y="2616120"/>
                </a:lnTo>
                <a:lnTo>
                  <a:pt x="800440" y="2607571"/>
                </a:lnTo>
                <a:lnTo>
                  <a:pt x="800400" y="2599022"/>
                </a:lnTo>
                <a:lnTo>
                  <a:pt x="800400" y="2590472"/>
                </a:lnTo>
                <a:lnTo>
                  <a:pt x="800465" y="2581923"/>
                </a:lnTo>
                <a:lnTo>
                  <a:pt x="800596" y="2573373"/>
                </a:lnTo>
                <a:lnTo>
                  <a:pt x="800757" y="2564824"/>
                </a:lnTo>
                <a:lnTo>
                  <a:pt x="800997" y="2556274"/>
                </a:lnTo>
                <a:lnTo>
                  <a:pt x="801260" y="2547725"/>
                </a:lnTo>
                <a:lnTo>
                  <a:pt x="801568" y="2539176"/>
                </a:lnTo>
                <a:lnTo>
                  <a:pt x="801910" y="2530626"/>
                </a:lnTo>
                <a:lnTo>
                  <a:pt x="802271" y="2522077"/>
                </a:lnTo>
                <a:lnTo>
                  <a:pt x="802668" y="2513527"/>
                </a:lnTo>
                <a:lnTo>
                  <a:pt x="803072" y="2504978"/>
                </a:lnTo>
                <a:lnTo>
                  <a:pt x="803491" y="2496429"/>
                </a:lnTo>
                <a:lnTo>
                  <a:pt x="803913" y="2487879"/>
                </a:lnTo>
                <a:lnTo>
                  <a:pt x="804336" y="2479330"/>
                </a:lnTo>
                <a:lnTo>
                  <a:pt x="804746" y="2470780"/>
                </a:lnTo>
                <a:lnTo>
                  <a:pt x="805147" y="2462231"/>
                </a:lnTo>
                <a:lnTo>
                  <a:pt x="805524" y="2453681"/>
                </a:lnTo>
                <a:lnTo>
                  <a:pt x="805871" y="2445132"/>
                </a:lnTo>
                <a:lnTo>
                  <a:pt x="806197" y="2436583"/>
                </a:lnTo>
                <a:lnTo>
                  <a:pt x="806459" y="2428033"/>
                </a:lnTo>
                <a:lnTo>
                  <a:pt x="806694" y="2419484"/>
                </a:lnTo>
                <a:lnTo>
                  <a:pt x="806859" y="2410934"/>
                </a:lnTo>
                <a:lnTo>
                  <a:pt x="806964" y="2402385"/>
                </a:lnTo>
                <a:lnTo>
                  <a:pt x="807018" y="2393836"/>
                </a:lnTo>
                <a:lnTo>
                  <a:pt x="806959" y="2385286"/>
                </a:lnTo>
                <a:lnTo>
                  <a:pt x="806854" y="2376737"/>
                </a:lnTo>
                <a:lnTo>
                  <a:pt x="806625" y="2368187"/>
                </a:lnTo>
                <a:lnTo>
                  <a:pt x="806310" y="2359638"/>
                </a:lnTo>
                <a:lnTo>
                  <a:pt x="805909" y="2351088"/>
                </a:lnTo>
                <a:lnTo>
                  <a:pt x="805349" y="2342539"/>
                </a:lnTo>
                <a:lnTo>
                  <a:pt x="804726" y="2333990"/>
                </a:lnTo>
                <a:lnTo>
                  <a:pt x="803918" y="2325440"/>
                </a:lnTo>
                <a:lnTo>
                  <a:pt x="803004" y="2316891"/>
                </a:lnTo>
                <a:lnTo>
                  <a:pt x="801963" y="2308341"/>
                </a:lnTo>
                <a:lnTo>
                  <a:pt x="800726" y="2299792"/>
                </a:lnTo>
                <a:lnTo>
                  <a:pt x="799405" y="2291243"/>
                </a:lnTo>
                <a:lnTo>
                  <a:pt x="797839" y="2282693"/>
                </a:lnTo>
                <a:lnTo>
                  <a:pt x="796152" y="2274144"/>
                </a:lnTo>
                <a:lnTo>
                  <a:pt x="794296" y="2265594"/>
                </a:lnTo>
                <a:lnTo>
                  <a:pt x="792212" y="2257045"/>
                </a:lnTo>
                <a:lnTo>
                  <a:pt x="790028" y="2248496"/>
                </a:lnTo>
                <a:lnTo>
                  <a:pt x="787537" y="2239946"/>
                </a:lnTo>
                <a:lnTo>
                  <a:pt x="784917" y="2231397"/>
                </a:lnTo>
                <a:lnTo>
                  <a:pt x="782085" y="2222847"/>
                </a:lnTo>
                <a:lnTo>
                  <a:pt x="779003" y="2214298"/>
                </a:lnTo>
                <a:lnTo>
                  <a:pt x="775807" y="2205748"/>
                </a:lnTo>
                <a:lnTo>
                  <a:pt x="772247" y="2197199"/>
                </a:lnTo>
                <a:lnTo>
                  <a:pt x="768557" y="2188650"/>
                </a:lnTo>
                <a:lnTo>
                  <a:pt x="764614" y="2180100"/>
                </a:lnTo>
                <a:lnTo>
                  <a:pt x="760410" y="2171551"/>
                </a:lnTo>
                <a:lnTo>
                  <a:pt x="756071" y="2163001"/>
                </a:lnTo>
                <a:lnTo>
                  <a:pt x="751336" y="2154452"/>
                </a:lnTo>
                <a:lnTo>
                  <a:pt x="746469" y="2145903"/>
                </a:lnTo>
                <a:lnTo>
                  <a:pt x="741312" y="2137353"/>
                </a:lnTo>
                <a:lnTo>
                  <a:pt x="735894" y="2128804"/>
                </a:lnTo>
                <a:lnTo>
                  <a:pt x="730317" y="2120254"/>
                </a:lnTo>
                <a:lnTo>
                  <a:pt x="724340" y="2111705"/>
                </a:lnTo>
                <a:lnTo>
                  <a:pt x="718225" y="2103155"/>
                </a:lnTo>
                <a:lnTo>
                  <a:pt x="711794" y="2094606"/>
                </a:lnTo>
                <a:lnTo>
                  <a:pt x="705113" y="2086057"/>
                </a:lnTo>
                <a:lnTo>
                  <a:pt x="698251" y="2077507"/>
                </a:lnTo>
                <a:lnTo>
                  <a:pt x="691002" y="2068958"/>
                </a:lnTo>
                <a:lnTo>
                  <a:pt x="683616" y="2060408"/>
                </a:lnTo>
                <a:lnTo>
                  <a:pt x="675897" y="2051859"/>
                </a:lnTo>
                <a:lnTo>
                  <a:pt x="667948" y="2043310"/>
                </a:lnTo>
                <a:lnTo>
                  <a:pt x="659806" y="2034760"/>
                </a:lnTo>
                <a:lnTo>
                  <a:pt x="651305" y="2026211"/>
                </a:lnTo>
                <a:lnTo>
                  <a:pt x="642672" y="2017661"/>
                </a:lnTo>
                <a:lnTo>
                  <a:pt x="633706" y="2009112"/>
                </a:lnTo>
                <a:lnTo>
                  <a:pt x="624540" y="2000562"/>
                </a:lnTo>
                <a:lnTo>
                  <a:pt x="615176" y="1992013"/>
                </a:lnTo>
                <a:lnTo>
                  <a:pt x="605497" y="1983464"/>
                </a:lnTo>
                <a:lnTo>
                  <a:pt x="595696" y="1974914"/>
                </a:lnTo>
                <a:lnTo>
                  <a:pt x="585580" y="1966365"/>
                </a:lnTo>
                <a:lnTo>
                  <a:pt x="575301" y="1957815"/>
                </a:lnTo>
                <a:lnTo>
                  <a:pt x="564833" y="1949266"/>
                </a:lnTo>
                <a:lnTo>
                  <a:pt x="554105" y="1940717"/>
                </a:lnTo>
                <a:lnTo>
                  <a:pt x="543273" y="1932167"/>
                </a:lnTo>
                <a:lnTo>
                  <a:pt x="532163" y="1923618"/>
                </a:lnTo>
                <a:lnTo>
                  <a:pt x="520932" y="1915068"/>
                </a:lnTo>
                <a:lnTo>
                  <a:pt x="509536" y="1906519"/>
                </a:lnTo>
                <a:lnTo>
                  <a:pt x="497946" y="1897970"/>
                </a:lnTo>
                <a:lnTo>
                  <a:pt x="486274" y="1889420"/>
                </a:lnTo>
                <a:lnTo>
                  <a:pt x="474386" y="1880871"/>
                </a:lnTo>
                <a:lnTo>
                  <a:pt x="462419" y="1872321"/>
                </a:lnTo>
                <a:lnTo>
                  <a:pt x="450328" y="1863772"/>
                </a:lnTo>
                <a:lnTo>
                  <a:pt x="438117" y="1855222"/>
                </a:lnTo>
                <a:lnTo>
                  <a:pt x="425851" y="1846673"/>
                </a:lnTo>
                <a:lnTo>
                  <a:pt x="413453" y="1838124"/>
                </a:lnTo>
                <a:lnTo>
                  <a:pt x="401019" y="1829574"/>
                </a:lnTo>
                <a:lnTo>
                  <a:pt x="388519" y="1821025"/>
                </a:lnTo>
                <a:lnTo>
                  <a:pt x="375976" y="1812475"/>
                </a:lnTo>
                <a:lnTo>
                  <a:pt x="363411" y="1803926"/>
                </a:lnTo>
                <a:lnTo>
                  <a:pt x="350819" y="1795377"/>
                </a:lnTo>
                <a:lnTo>
                  <a:pt x="338232" y="1786827"/>
                </a:lnTo>
                <a:lnTo>
                  <a:pt x="325653" y="1778278"/>
                </a:lnTo>
                <a:lnTo>
                  <a:pt x="313108" y="1769728"/>
                </a:lnTo>
                <a:lnTo>
                  <a:pt x="300583" y="1761179"/>
                </a:lnTo>
                <a:lnTo>
                  <a:pt x="288148" y="1752629"/>
                </a:lnTo>
                <a:lnTo>
                  <a:pt x="275754" y="1744080"/>
                </a:lnTo>
                <a:lnTo>
                  <a:pt x="263462" y="1735531"/>
                </a:lnTo>
                <a:lnTo>
                  <a:pt x="251275" y="1726981"/>
                </a:lnTo>
                <a:lnTo>
                  <a:pt x="239163" y="1718432"/>
                </a:lnTo>
                <a:lnTo>
                  <a:pt x="227254" y="1709882"/>
                </a:lnTo>
                <a:lnTo>
                  <a:pt x="215427" y="1701333"/>
                </a:lnTo>
                <a:lnTo>
                  <a:pt x="203806" y="1692784"/>
                </a:lnTo>
                <a:lnTo>
                  <a:pt x="192356" y="1684234"/>
                </a:lnTo>
                <a:lnTo>
                  <a:pt x="181046" y="1675685"/>
                </a:lnTo>
                <a:lnTo>
                  <a:pt x="170043" y="1667135"/>
                </a:lnTo>
                <a:lnTo>
                  <a:pt x="159162" y="1658586"/>
                </a:lnTo>
                <a:lnTo>
                  <a:pt x="148603" y="1650036"/>
                </a:lnTo>
                <a:lnTo>
                  <a:pt x="138268" y="1641487"/>
                </a:lnTo>
                <a:lnTo>
                  <a:pt x="128148" y="1632938"/>
                </a:lnTo>
                <a:lnTo>
                  <a:pt x="118427" y="1624388"/>
                </a:lnTo>
                <a:lnTo>
                  <a:pt x="108865" y="1615839"/>
                </a:lnTo>
                <a:lnTo>
                  <a:pt x="99747" y="1607289"/>
                </a:lnTo>
                <a:lnTo>
                  <a:pt x="90891" y="1598740"/>
                </a:lnTo>
                <a:lnTo>
                  <a:pt x="82332" y="1590191"/>
                </a:lnTo>
                <a:lnTo>
                  <a:pt x="74244" y="1581641"/>
                </a:lnTo>
                <a:lnTo>
                  <a:pt x="66351" y="1573092"/>
                </a:lnTo>
                <a:lnTo>
                  <a:pt x="59022" y="1564542"/>
                </a:lnTo>
                <a:lnTo>
                  <a:pt x="51978" y="1555993"/>
                </a:lnTo>
                <a:lnTo>
                  <a:pt x="45315" y="1547444"/>
                </a:lnTo>
                <a:lnTo>
                  <a:pt x="39175" y="1538894"/>
                </a:lnTo>
                <a:lnTo>
                  <a:pt x="33260" y="1530345"/>
                </a:lnTo>
                <a:lnTo>
                  <a:pt x="28021" y="1521795"/>
                </a:lnTo>
                <a:lnTo>
                  <a:pt x="23077" y="1513246"/>
                </a:lnTo>
                <a:lnTo>
                  <a:pt x="18592" y="1504696"/>
                </a:lnTo>
                <a:lnTo>
                  <a:pt x="14659" y="1496147"/>
                </a:lnTo>
                <a:lnTo>
                  <a:pt x="10976" y="1487598"/>
                </a:lnTo>
                <a:lnTo>
                  <a:pt x="8068" y="1479048"/>
                </a:lnTo>
                <a:lnTo>
                  <a:pt x="5447" y="1470499"/>
                </a:lnTo>
                <a:lnTo>
                  <a:pt x="3356" y="1461949"/>
                </a:lnTo>
                <a:lnTo>
                  <a:pt x="1824" y="1453400"/>
                </a:lnTo>
                <a:lnTo>
                  <a:pt x="566" y="1444851"/>
                </a:lnTo>
                <a:lnTo>
                  <a:pt x="146" y="1436301"/>
                </a:lnTo>
                <a:lnTo>
                  <a:pt x="0" y="1427752"/>
                </a:lnTo>
                <a:lnTo>
                  <a:pt x="441" y="1419202"/>
                </a:lnTo>
                <a:lnTo>
                  <a:pt x="1426" y="1410653"/>
                </a:lnTo>
                <a:lnTo>
                  <a:pt x="2727" y="1402103"/>
                </a:lnTo>
                <a:lnTo>
                  <a:pt x="4850" y="1393554"/>
                </a:lnTo>
                <a:lnTo>
                  <a:pt x="7249" y="1385005"/>
                </a:lnTo>
                <a:lnTo>
                  <a:pt x="10275" y="1376455"/>
                </a:lnTo>
                <a:lnTo>
                  <a:pt x="13810" y="1367906"/>
                </a:lnTo>
                <a:lnTo>
                  <a:pt x="17694" y="1359356"/>
                </a:lnTo>
                <a:lnTo>
                  <a:pt x="22354" y="1350807"/>
                </a:lnTo>
                <a:lnTo>
                  <a:pt x="27285" y="1342258"/>
                </a:lnTo>
                <a:lnTo>
                  <a:pt x="32860" y="1333708"/>
                </a:lnTo>
                <a:lnTo>
                  <a:pt x="38892" y="1325159"/>
                </a:lnTo>
                <a:lnTo>
                  <a:pt x="45293" y="1316609"/>
                </a:lnTo>
                <a:lnTo>
                  <a:pt x="52402" y="1308060"/>
                </a:lnTo>
                <a:lnTo>
                  <a:pt x="59766" y="1299511"/>
                </a:lnTo>
                <a:lnTo>
                  <a:pt x="67767" y="1290961"/>
                </a:lnTo>
                <a:lnTo>
                  <a:pt x="76163" y="1282412"/>
                </a:lnTo>
                <a:lnTo>
                  <a:pt x="84931" y="1273862"/>
                </a:lnTo>
                <a:lnTo>
                  <a:pt x="94319" y="1265313"/>
                </a:lnTo>
                <a:lnTo>
                  <a:pt x="103940" y="1256763"/>
                </a:lnTo>
                <a:lnTo>
                  <a:pt x="114165" y="1248214"/>
                </a:lnTo>
                <a:lnTo>
                  <a:pt x="124715" y="1239665"/>
                </a:lnTo>
                <a:lnTo>
                  <a:pt x="135624" y="1231115"/>
                </a:lnTo>
                <a:lnTo>
                  <a:pt x="147051" y="1222566"/>
                </a:lnTo>
                <a:lnTo>
                  <a:pt x="158683" y="1214016"/>
                </a:lnTo>
                <a:lnTo>
                  <a:pt x="170860" y="1205467"/>
                </a:lnTo>
                <a:lnTo>
                  <a:pt x="183290" y="1196918"/>
                </a:lnTo>
                <a:lnTo>
                  <a:pt x="196048" y="1188368"/>
                </a:lnTo>
                <a:lnTo>
                  <a:pt x="209216" y="1179819"/>
                </a:lnTo>
                <a:lnTo>
                  <a:pt x="222555" y="1171269"/>
                </a:lnTo>
                <a:lnTo>
                  <a:pt x="236358" y="1162720"/>
                </a:lnTo>
                <a:lnTo>
                  <a:pt x="250345" y="1154170"/>
                </a:lnTo>
                <a:lnTo>
                  <a:pt x="264610" y="1145621"/>
                </a:lnTo>
                <a:lnTo>
                  <a:pt x="279177" y="1137072"/>
                </a:lnTo>
                <a:lnTo>
                  <a:pt x="293878" y="1128522"/>
                </a:lnTo>
                <a:lnTo>
                  <a:pt x="308942" y="1119973"/>
                </a:lnTo>
                <a:lnTo>
                  <a:pt x="324127" y="1111423"/>
                </a:lnTo>
                <a:lnTo>
                  <a:pt x="339527" y="1102874"/>
                </a:lnTo>
                <a:lnTo>
                  <a:pt x="355124" y="1094325"/>
                </a:lnTo>
                <a:lnTo>
                  <a:pt x="370817" y="1085775"/>
                </a:lnTo>
                <a:lnTo>
                  <a:pt x="386757" y="1077226"/>
                </a:lnTo>
                <a:lnTo>
                  <a:pt x="402763" y="1068676"/>
                </a:lnTo>
                <a:lnTo>
                  <a:pt x="418909" y="1060127"/>
                </a:lnTo>
                <a:lnTo>
                  <a:pt x="435159" y="1051577"/>
                </a:lnTo>
                <a:lnTo>
                  <a:pt x="451468" y="1043028"/>
                </a:lnTo>
                <a:lnTo>
                  <a:pt x="467892" y="1034479"/>
                </a:lnTo>
                <a:lnTo>
                  <a:pt x="484343" y="1025929"/>
                </a:lnTo>
                <a:lnTo>
                  <a:pt x="500851" y="1017380"/>
                </a:lnTo>
                <a:lnTo>
                  <a:pt x="517381" y="1008830"/>
                </a:lnTo>
                <a:lnTo>
                  <a:pt x="533927" y="1000281"/>
                </a:lnTo>
                <a:lnTo>
                  <a:pt x="550471" y="991732"/>
                </a:lnTo>
                <a:lnTo>
                  <a:pt x="567005" y="983182"/>
                </a:lnTo>
                <a:lnTo>
                  <a:pt x="583509" y="974633"/>
                </a:lnTo>
                <a:lnTo>
                  <a:pt x="599969" y="966083"/>
                </a:lnTo>
                <a:lnTo>
                  <a:pt x="616395" y="957534"/>
                </a:lnTo>
                <a:lnTo>
                  <a:pt x="632723" y="948985"/>
                </a:lnTo>
                <a:lnTo>
                  <a:pt x="649007" y="940435"/>
                </a:lnTo>
                <a:lnTo>
                  <a:pt x="665174" y="931886"/>
                </a:lnTo>
                <a:lnTo>
                  <a:pt x="681247" y="923336"/>
                </a:lnTo>
                <a:lnTo>
                  <a:pt x="697235" y="914787"/>
                </a:lnTo>
                <a:lnTo>
                  <a:pt x="713048" y="906237"/>
                </a:lnTo>
                <a:lnTo>
                  <a:pt x="728788" y="897688"/>
                </a:lnTo>
                <a:lnTo>
                  <a:pt x="744329" y="889139"/>
                </a:lnTo>
                <a:lnTo>
                  <a:pt x="759744" y="880589"/>
                </a:lnTo>
                <a:lnTo>
                  <a:pt x="775021" y="872040"/>
                </a:lnTo>
                <a:lnTo>
                  <a:pt x="790067" y="863490"/>
                </a:lnTo>
                <a:lnTo>
                  <a:pt x="805018" y="854941"/>
                </a:lnTo>
                <a:lnTo>
                  <a:pt x="819696" y="846392"/>
                </a:lnTo>
                <a:lnTo>
                  <a:pt x="834227" y="837842"/>
                </a:lnTo>
                <a:lnTo>
                  <a:pt x="848574" y="829293"/>
                </a:lnTo>
                <a:lnTo>
                  <a:pt x="862654" y="820743"/>
                </a:lnTo>
                <a:lnTo>
                  <a:pt x="876622" y="812194"/>
                </a:lnTo>
                <a:lnTo>
                  <a:pt x="890253" y="803644"/>
                </a:lnTo>
                <a:lnTo>
                  <a:pt x="903732" y="795095"/>
                </a:lnTo>
                <a:lnTo>
                  <a:pt x="916984" y="786546"/>
                </a:lnTo>
                <a:lnTo>
                  <a:pt x="929953" y="777996"/>
                </a:lnTo>
                <a:lnTo>
                  <a:pt x="942796" y="769447"/>
                </a:lnTo>
                <a:lnTo>
                  <a:pt x="955254" y="760897"/>
                </a:lnTo>
                <a:lnTo>
                  <a:pt x="967563" y="752348"/>
                </a:lnTo>
                <a:lnTo>
                  <a:pt x="979611" y="743799"/>
                </a:lnTo>
                <a:lnTo>
                  <a:pt x="991375" y="735249"/>
                </a:lnTo>
                <a:lnTo>
                  <a:pt x="1003005" y="726700"/>
                </a:lnTo>
                <a:lnTo>
                  <a:pt x="1014215" y="718150"/>
                </a:lnTo>
                <a:lnTo>
                  <a:pt x="1025289" y="709601"/>
                </a:lnTo>
                <a:lnTo>
                  <a:pt x="1036076" y="701051"/>
                </a:lnTo>
                <a:lnTo>
                  <a:pt x="1046589" y="692502"/>
                </a:lnTo>
                <a:lnTo>
                  <a:pt x="1056951" y="683953"/>
                </a:lnTo>
                <a:lnTo>
                  <a:pt x="1066904" y="675403"/>
                </a:lnTo>
                <a:lnTo>
                  <a:pt x="1076721" y="666854"/>
                </a:lnTo>
                <a:lnTo>
                  <a:pt x="1086236" y="658304"/>
                </a:lnTo>
                <a:lnTo>
                  <a:pt x="1095497" y="649755"/>
                </a:lnTo>
                <a:lnTo>
                  <a:pt x="1104593" y="641206"/>
                </a:lnTo>
                <a:lnTo>
                  <a:pt x="1113305" y="632656"/>
                </a:lnTo>
                <a:lnTo>
                  <a:pt x="1121885" y="624107"/>
                </a:lnTo>
                <a:lnTo>
                  <a:pt x="1130157" y="615557"/>
                </a:lnTo>
                <a:lnTo>
                  <a:pt x="1138201" y="607008"/>
                </a:lnTo>
                <a:lnTo>
                  <a:pt x="1146071" y="598459"/>
                </a:lnTo>
                <a:lnTo>
                  <a:pt x="1153591" y="589909"/>
                </a:lnTo>
                <a:lnTo>
                  <a:pt x="1160987" y="581360"/>
                </a:lnTo>
                <a:lnTo>
                  <a:pt x="1168076" y="572810"/>
                </a:lnTo>
                <a:lnTo>
                  <a:pt x="1174967" y="564261"/>
                </a:lnTo>
                <a:lnTo>
                  <a:pt x="1181680" y="555711"/>
                </a:lnTo>
                <a:lnTo>
                  <a:pt x="1188083" y="547162"/>
                </a:lnTo>
                <a:lnTo>
                  <a:pt x="1194371" y="538613"/>
                </a:lnTo>
                <a:lnTo>
                  <a:pt x="1200362" y="530063"/>
                </a:lnTo>
                <a:lnTo>
                  <a:pt x="1206186" y="521514"/>
                </a:lnTo>
                <a:lnTo>
                  <a:pt x="1211833" y="512964"/>
                </a:lnTo>
                <a:lnTo>
                  <a:pt x="1217211" y="504415"/>
                </a:lnTo>
                <a:lnTo>
                  <a:pt x="1222485" y="495866"/>
                </a:lnTo>
                <a:lnTo>
                  <a:pt x="1227479" y="487316"/>
                </a:lnTo>
                <a:lnTo>
                  <a:pt x="1232334" y="478767"/>
                </a:lnTo>
                <a:lnTo>
                  <a:pt x="1237020" y="470217"/>
                </a:lnTo>
                <a:lnTo>
                  <a:pt x="1241478" y="461668"/>
                </a:lnTo>
                <a:lnTo>
                  <a:pt x="1245843" y="453118"/>
                </a:lnTo>
                <a:lnTo>
                  <a:pt x="1249948" y="444569"/>
                </a:lnTo>
                <a:lnTo>
                  <a:pt x="1253944" y="436020"/>
                </a:lnTo>
                <a:lnTo>
                  <a:pt x="1257779" y="427470"/>
                </a:lnTo>
                <a:lnTo>
                  <a:pt x="1261425" y="418921"/>
                </a:lnTo>
                <a:lnTo>
                  <a:pt x="1264990" y="410371"/>
                </a:lnTo>
                <a:lnTo>
                  <a:pt x="1268321" y="401822"/>
                </a:lnTo>
                <a:lnTo>
                  <a:pt x="1271565" y="393273"/>
                </a:lnTo>
                <a:lnTo>
                  <a:pt x="1274662" y="384723"/>
                </a:lnTo>
                <a:lnTo>
                  <a:pt x="1277606" y="376174"/>
                </a:lnTo>
                <a:lnTo>
                  <a:pt x="1280479" y="367624"/>
                </a:lnTo>
                <a:lnTo>
                  <a:pt x="1283145" y="359075"/>
                </a:lnTo>
                <a:lnTo>
                  <a:pt x="1285745" y="350525"/>
                </a:lnTo>
                <a:lnTo>
                  <a:pt x="1288212" y="341976"/>
                </a:lnTo>
                <a:lnTo>
                  <a:pt x="1290559" y="333427"/>
                </a:lnTo>
                <a:lnTo>
                  <a:pt x="1292839" y="324877"/>
                </a:lnTo>
                <a:lnTo>
                  <a:pt x="1294950" y="316328"/>
                </a:lnTo>
                <a:lnTo>
                  <a:pt x="1297007" y="307778"/>
                </a:lnTo>
                <a:lnTo>
                  <a:pt x="1298947" y="299229"/>
                </a:lnTo>
                <a:lnTo>
                  <a:pt x="1300793" y="290680"/>
                </a:lnTo>
                <a:lnTo>
                  <a:pt x="1302578" y="282130"/>
                </a:lnTo>
                <a:lnTo>
                  <a:pt x="1304228" y="273581"/>
                </a:lnTo>
                <a:lnTo>
                  <a:pt x="1305835" y="265031"/>
                </a:lnTo>
                <a:lnTo>
                  <a:pt x="1307340" y="256482"/>
                </a:lnTo>
                <a:lnTo>
                  <a:pt x="1308773" y="247933"/>
                </a:lnTo>
                <a:lnTo>
                  <a:pt x="1310153" y="239383"/>
                </a:lnTo>
                <a:lnTo>
                  <a:pt x="1311427" y="230834"/>
                </a:lnTo>
                <a:lnTo>
                  <a:pt x="1312666" y="222284"/>
                </a:lnTo>
                <a:lnTo>
                  <a:pt x="1313818" y="213735"/>
                </a:lnTo>
                <a:lnTo>
                  <a:pt x="1314917" y="205185"/>
                </a:lnTo>
                <a:lnTo>
                  <a:pt x="1315968" y="196636"/>
                </a:lnTo>
                <a:lnTo>
                  <a:pt x="1316940" y="188087"/>
                </a:lnTo>
                <a:lnTo>
                  <a:pt x="1317882" y="179537"/>
                </a:lnTo>
                <a:lnTo>
                  <a:pt x="1318753" y="170988"/>
                </a:lnTo>
                <a:lnTo>
                  <a:pt x="1319585" y="162438"/>
                </a:lnTo>
                <a:lnTo>
                  <a:pt x="1320376" y="153889"/>
                </a:lnTo>
                <a:lnTo>
                  <a:pt x="1321107" y="145340"/>
                </a:lnTo>
                <a:lnTo>
                  <a:pt x="1321816" y="136790"/>
                </a:lnTo>
                <a:lnTo>
                  <a:pt x="1322465" y="128241"/>
                </a:lnTo>
                <a:lnTo>
                  <a:pt x="1323087" y="119691"/>
                </a:lnTo>
                <a:lnTo>
                  <a:pt x="1323674" y="111142"/>
                </a:lnTo>
                <a:lnTo>
                  <a:pt x="1324217" y="102592"/>
                </a:lnTo>
                <a:lnTo>
                  <a:pt x="1324743" y="94043"/>
                </a:lnTo>
                <a:lnTo>
                  <a:pt x="1325221" y="85494"/>
                </a:lnTo>
                <a:lnTo>
                  <a:pt x="1325679" y="76944"/>
                </a:lnTo>
                <a:lnTo>
                  <a:pt x="1326110" y="68395"/>
                </a:lnTo>
                <a:lnTo>
                  <a:pt x="1326508" y="59845"/>
                </a:lnTo>
                <a:lnTo>
                  <a:pt x="1326893" y="51296"/>
                </a:lnTo>
                <a:lnTo>
                  <a:pt x="1327240" y="42747"/>
                </a:lnTo>
                <a:lnTo>
                  <a:pt x="1327574" y="34197"/>
                </a:lnTo>
                <a:lnTo>
                  <a:pt x="1327886" y="25648"/>
                </a:lnTo>
                <a:lnTo>
                  <a:pt x="1328174" y="17098"/>
                </a:lnTo>
                <a:lnTo>
                  <a:pt x="1328452" y="8549"/>
                </a:lnTo>
                <a:lnTo>
                  <a:pt x="1328701" y="0"/>
                </a:lnTo>
                <a:lnTo>
                  <a:pt x="1335370" y="0"/>
                </a:lnTo>
                <a:lnTo>
                  <a:pt x="1335619" y="8549"/>
                </a:lnTo>
                <a:lnTo>
                  <a:pt x="1335897" y="17098"/>
                </a:lnTo>
                <a:lnTo>
                  <a:pt x="1336186" y="25648"/>
                </a:lnTo>
                <a:lnTo>
                  <a:pt x="1336497" y="34197"/>
                </a:lnTo>
                <a:lnTo>
                  <a:pt x="1336831" y="42747"/>
                </a:lnTo>
                <a:lnTo>
                  <a:pt x="1337178" y="51296"/>
                </a:lnTo>
                <a:lnTo>
                  <a:pt x="1337563" y="59845"/>
                </a:lnTo>
                <a:lnTo>
                  <a:pt x="1337962" y="68395"/>
                </a:lnTo>
                <a:lnTo>
                  <a:pt x="1338392" y="76944"/>
                </a:lnTo>
                <a:lnTo>
                  <a:pt x="1338850" y="85494"/>
                </a:lnTo>
                <a:lnTo>
                  <a:pt x="1339329" y="94043"/>
                </a:lnTo>
                <a:lnTo>
                  <a:pt x="1339854" y="102592"/>
                </a:lnTo>
                <a:lnTo>
                  <a:pt x="1340397" y="111142"/>
                </a:lnTo>
                <a:lnTo>
                  <a:pt x="1340985" y="119691"/>
                </a:lnTo>
                <a:lnTo>
                  <a:pt x="1341606" y="128241"/>
                </a:lnTo>
                <a:lnTo>
                  <a:pt x="1342256" y="136790"/>
                </a:lnTo>
                <a:lnTo>
                  <a:pt x="1342964" y="145340"/>
                </a:lnTo>
                <a:lnTo>
                  <a:pt x="1343695" y="153889"/>
                </a:lnTo>
                <a:lnTo>
                  <a:pt x="1344486" y="162438"/>
                </a:lnTo>
                <a:lnTo>
                  <a:pt x="1345318" y="170988"/>
                </a:lnTo>
                <a:lnTo>
                  <a:pt x="1346189" y="179537"/>
                </a:lnTo>
                <a:lnTo>
                  <a:pt x="1347131" y="188087"/>
                </a:lnTo>
                <a:lnTo>
                  <a:pt x="1348103" y="196636"/>
                </a:lnTo>
                <a:lnTo>
                  <a:pt x="1349154" y="205185"/>
                </a:lnTo>
                <a:lnTo>
                  <a:pt x="1350253" y="213735"/>
                </a:lnTo>
                <a:lnTo>
                  <a:pt x="1351406" y="222284"/>
                </a:lnTo>
                <a:lnTo>
                  <a:pt x="1352644" y="230834"/>
                </a:lnTo>
                <a:lnTo>
                  <a:pt x="1353919" y="239383"/>
                </a:lnTo>
                <a:lnTo>
                  <a:pt x="1355298" y="247933"/>
                </a:lnTo>
                <a:lnTo>
                  <a:pt x="1356731" y="256482"/>
                </a:lnTo>
                <a:lnTo>
                  <a:pt x="1358236" y="265031"/>
                </a:lnTo>
                <a:lnTo>
                  <a:pt x="1359843" y="273581"/>
                </a:lnTo>
                <a:lnTo>
                  <a:pt x="1361493" y="282130"/>
                </a:lnTo>
                <a:lnTo>
                  <a:pt x="1363279" y="290680"/>
                </a:lnTo>
                <a:lnTo>
                  <a:pt x="1365124" y="299229"/>
                </a:lnTo>
                <a:lnTo>
                  <a:pt x="1367064" y="307778"/>
                </a:lnTo>
                <a:lnTo>
                  <a:pt x="1369121" y="316328"/>
                </a:lnTo>
                <a:lnTo>
                  <a:pt x="1371232" y="324877"/>
                </a:lnTo>
                <a:lnTo>
                  <a:pt x="1373513" y="333427"/>
                </a:lnTo>
                <a:lnTo>
                  <a:pt x="1375859" y="341976"/>
                </a:lnTo>
                <a:lnTo>
                  <a:pt x="1378326" y="350525"/>
                </a:lnTo>
                <a:lnTo>
                  <a:pt x="1380926" y="359075"/>
                </a:lnTo>
                <a:lnTo>
                  <a:pt x="1383592" y="367624"/>
                </a:lnTo>
                <a:lnTo>
                  <a:pt x="1386465" y="376174"/>
                </a:lnTo>
                <a:lnTo>
                  <a:pt x="1389410" y="384723"/>
                </a:lnTo>
                <a:lnTo>
                  <a:pt x="1392506" y="393273"/>
                </a:lnTo>
                <a:lnTo>
                  <a:pt x="1395751" y="401822"/>
                </a:lnTo>
                <a:lnTo>
                  <a:pt x="1399081" y="410371"/>
                </a:lnTo>
                <a:lnTo>
                  <a:pt x="1402646" y="418921"/>
                </a:lnTo>
                <a:lnTo>
                  <a:pt x="1406293" y="427470"/>
                </a:lnTo>
                <a:lnTo>
                  <a:pt x="1410127" y="436020"/>
                </a:lnTo>
                <a:lnTo>
                  <a:pt x="1414123" y="444569"/>
                </a:lnTo>
                <a:lnTo>
                  <a:pt x="1418229" y="453118"/>
                </a:lnTo>
                <a:lnTo>
                  <a:pt x="1422593" y="461668"/>
                </a:lnTo>
                <a:lnTo>
                  <a:pt x="1427051" y="470217"/>
                </a:lnTo>
                <a:lnTo>
                  <a:pt x="1431737" y="478767"/>
                </a:lnTo>
                <a:lnTo>
                  <a:pt x="1436593" y="487316"/>
                </a:lnTo>
                <a:lnTo>
                  <a:pt x="1441586" y="495866"/>
                </a:lnTo>
                <a:lnTo>
                  <a:pt x="1446860" y="504415"/>
                </a:lnTo>
                <a:lnTo>
                  <a:pt x="1452239" y="512964"/>
                </a:lnTo>
                <a:lnTo>
                  <a:pt x="1457885" y="521514"/>
                </a:lnTo>
                <a:lnTo>
                  <a:pt x="1463709" y="530063"/>
                </a:lnTo>
                <a:lnTo>
                  <a:pt x="1469700" y="538613"/>
                </a:lnTo>
                <a:lnTo>
                  <a:pt x="1475988" y="547162"/>
                </a:lnTo>
                <a:lnTo>
                  <a:pt x="1482391" y="555711"/>
                </a:lnTo>
                <a:lnTo>
                  <a:pt x="1489104" y="564261"/>
                </a:lnTo>
                <a:lnTo>
                  <a:pt x="1495995" y="572810"/>
                </a:lnTo>
                <a:lnTo>
                  <a:pt x="1503084" y="581360"/>
                </a:lnTo>
                <a:lnTo>
                  <a:pt x="1510480" y="589909"/>
                </a:lnTo>
                <a:lnTo>
                  <a:pt x="1518000" y="598459"/>
                </a:lnTo>
                <a:lnTo>
                  <a:pt x="1525870" y="607008"/>
                </a:lnTo>
                <a:lnTo>
                  <a:pt x="1533914" y="615557"/>
                </a:lnTo>
                <a:lnTo>
                  <a:pt x="1542186" y="624107"/>
                </a:lnTo>
                <a:lnTo>
                  <a:pt x="1550766" y="632656"/>
                </a:lnTo>
                <a:lnTo>
                  <a:pt x="1559478" y="641206"/>
                </a:lnTo>
                <a:lnTo>
                  <a:pt x="1568574" y="649755"/>
                </a:lnTo>
                <a:lnTo>
                  <a:pt x="1577835" y="658304"/>
                </a:lnTo>
                <a:lnTo>
                  <a:pt x="1587350" y="666854"/>
                </a:lnTo>
                <a:lnTo>
                  <a:pt x="1597168" y="675403"/>
                </a:lnTo>
                <a:lnTo>
                  <a:pt x="1607120" y="683953"/>
                </a:lnTo>
                <a:lnTo>
                  <a:pt x="1617482" y="692502"/>
                </a:lnTo>
                <a:lnTo>
                  <a:pt x="1627996" y="701051"/>
                </a:lnTo>
                <a:lnTo>
                  <a:pt x="1638782" y="709601"/>
                </a:lnTo>
                <a:lnTo>
                  <a:pt x="1649856" y="718150"/>
                </a:lnTo>
                <a:lnTo>
                  <a:pt x="1661066" y="726700"/>
                </a:lnTo>
                <a:lnTo>
                  <a:pt x="1672697" y="735249"/>
                </a:lnTo>
                <a:lnTo>
                  <a:pt x="1684460" y="743799"/>
                </a:lnTo>
                <a:lnTo>
                  <a:pt x="1696508" y="752348"/>
                </a:lnTo>
                <a:lnTo>
                  <a:pt x="1708817" y="760897"/>
                </a:lnTo>
                <a:lnTo>
                  <a:pt x="1721276" y="769447"/>
                </a:lnTo>
                <a:lnTo>
                  <a:pt x="1734119" y="777996"/>
                </a:lnTo>
                <a:lnTo>
                  <a:pt x="1747087" y="786546"/>
                </a:lnTo>
                <a:lnTo>
                  <a:pt x="1760339" y="795095"/>
                </a:lnTo>
                <a:lnTo>
                  <a:pt x="1773818" y="803644"/>
                </a:lnTo>
                <a:lnTo>
                  <a:pt x="1787450" y="812194"/>
                </a:lnTo>
                <a:lnTo>
                  <a:pt x="1801417" y="820743"/>
                </a:lnTo>
                <a:lnTo>
                  <a:pt x="1815497" y="829293"/>
                </a:lnTo>
                <a:lnTo>
                  <a:pt x="1829844" y="837842"/>
                </a:lnTo>
                <a:lnTo>
                  <a:pt x="1844376" y="846392"/>
                </a:lnTo>
                <a:lnTo>
                  <a:pt x="1859053" y="854941"/>
                </a:lnTo>
                <a:lnTo>
                  <a:pt x="1874004" y="863490"/>
                </a:lnTo>
                <a:lnTo>
                  <a:pt x="1889050" y="872040"/>
                </a:lnTo>
                <a:lnTo>
                  <a:pt x="1904328" y="880589"/>
                </a:lnTo>
                <a:lnTo>
                  <a:pt x="1919742" y="889139"/>
                </a:lnTo>
                <a:lnTo>
                  <a:pt x="1935283" y="897688"/>
                </a:lnTo>
                <a:lnTo>
                  <a:pt x="1951024" y="906237"/>
                </a:lnTo>
                <a:lnTo>
                  <a:pt x="1966836" y="914787"/>
                </a:lnTo>
                <a:lnTo>
                  <a:pt x="1982824" y="923336"/>
                </a:lnTo>
                <a:lnTo>
                  <a:pt x="1998898" y="931886"/>
                </a:lnTo>
                <a:lnTo>
                  <a:pt x="2015064" y="940435"/>
                </a:lnTo>
                <a:lnTo>
                  <a:pt x="2031349" y="948985"/>
                </a:lnTo>
                <a:lnTo>
                  <a:pt x="2047676" y="957534"/>
                </a:lnTo>
                <a:lnTo>
                  <a:pt x="2064102" y="966083"/>
                </a:lnTo>
                <a:lnTo>
                  <a:pt x="2080562" y="974633"/>
                </a:lnTo>
                <a:lnTo>
                  <a:pt x="2097066" y="983182"/>
                </a:lnTo>
                <a:lnTo>
                  <a:pt x="2113600" y="991732"/>
                </a:lnTo>
                <a:lnTo>
                  <a:pt x="2130144" y="1000281"/>
                </a:lnTo>
                <a:lnTo>
                  <a:pt x="2146690" y="1008830"/>
                </a:lnTo>
                <a:lnTo>
                  <a:pt x="2163220" y="1017380"/>
                </a:lnTo>
                <a:lnTo>
                  <a:pt x="2179728" y="1025929"/>
                </a:lnTo>
                <a:lnTo>
                  <a:pt x="2196179" y="1034479"/>
                </a:lnTo>
                <a:lnTo>
                  <a:pt x="2212603" y="1043028"/>
                </a:lnTo>
                <a:lnTo>
                  <a:pt x="2228912" y="1051577"/>
                </a:lnTo>
                <a:lnTo>
                  <a:pt x="2245162" y="1060127"/>
                </a:lnTo>
                <a:lnTo>
                  <a:pt x="2261308" y="1068676"/>
                </a:lnTo>
                <a:lnTo>
                  <a:pt x="2277314" y="1077226"/>
                </a:lnTo>
                <a:lnTo>
                  <a:pt x="2293255" y="1085775"/>
                </a:lnTo>
                <a:lnTo>
                  <a:pt x="2308947" y="1094325"/>
                </a:lnTo>
                <a:lnTo>
                  <a:pt x="2324544" y="1102874"/>
                </a:lnTo>
                <a:lnTo>
                  <a:pt x="2339945" y="1111423"/>
                </a:lnTo>
                <a:lnTo>
                  <a:pt x="2355129" y="1119973"/>
                </a:lnTo>
                <a:lnTo>
                  <a:pt x="2370194" y="1128522"/>
                </a:lnTo>
                <a:lnTo>
                  <a:pt x="2384894" y="1137072"/>
                </a:lnTo>
                <a:lnTo>
                  <a:pt x="2399461" y="1145621"/>
                </a:lnTo>
                <a:lnTo>
                  <a:pt x="2413727" y="1154170"/>
                </a:lnTo>
                <a:lnTo>
                  <a:pt x="2427713" y="1162720"/>
                </a:lnTo>
                <a:lnTo>
                  <a:pt x="2441517" y="1171269"/>
                </a:lnTo>
                <a:lnTo>
                  <a:pt x="2454855" y="1179819"/>
                </a:lnTo>
                <a:lnTo>
                  <a:pt x="2468023" y="1188368"/>
                </a:lnTo>
                <a:lnTo>
                  <a:pt x="2480781" y="1196918"/>
                </a:lnTo>
                <a:lnTo>
                  <a:pt x="2493211" y="1205467"/>
                </a:lnTo>
                <a:lnTo>
                  <a:pt x="2505389" y="1214016"/>
                </a:lnTo>
                <a:lnTo>
                  <a:pt x="2517020" y="1222566"/>
                </a:lnTo>
                <a:lnTo>
                  <a:pt x="2528447" y="1231115"/>
                </a:lnTo>
                <a:lnTo>
                  <a:pt x="2539356" y="1239665"/>
                </a:lnTo>
                <a:lnTo>
                  <a:pt x="2549906" y="1248214"/>
                </a:lnTo>
                <a:lnTo>
                  <a:pt x="2560131" y="1256763"/>
                </a:lnTo>
                <a:lnTo>
                  <a:pt x="2569752" y="1265313"/>
                </a:lnTo>
                <a:lnTo>
                  <a:pt x="2579140" y="1273862"/>
                </a:lnTo>
                <a:lnTo>
                  <a:pt x="2587908" y="1282412"/>
                </a:lnTo>
                <a:lnTo>
                  <a:pt x="2596304" y="1290961"/>
                </a:lnTo>
                <a:lnTo>
                  <a:pt x="2604305" y="1299511"/>
                </a:lnTo>
                <a:lnTo>
                  <a:pt x="2611669" y="1308060"/>
                </a:lnTo>
                <a:lnTo>
                  <a:pt x="2618778" y="1316609"/>
                </a:lnTo>
                <a:lnTo>
                  <a:pt x="2625179" y="1325159"/>
                </a:lnTo>
                <a:lnTo>
                  <a:pt x="2631211" y="1333708"/>
                </a:lnTo>
                <a:lnTo>
                  <a:pt x="2636786" y="1342258"/>
                </a:lnTo>
                <a:lnTo>
                  <a:pt x="2641717" y="1350807"/>
                </a:lnTo>
                <a:lnTo>
                  <a:pt x="2646377" y="1359356"/>
                </a:lnTo>
                <a:lnTo>
                  <a:pt x="2650261" y="1367906"/>
                </a:lnTo>
                <a:lnTo>
                  <a:pt x="2653796" y="1376455"/>
                </a:lnTo>
                <a:lnTo>
                  <a:pt x="2656822" y="1385005"/>
                </a:lnTo>
                <a:lnTo>
                  <a:pt x="2659221" y="1393554"/>
                </a:lnTo>
                <a:lnTo>
                  <a:pt x="2661344" y="1402103"/>
                </a:lnTo>
                <a:lnTo>
                  <a:pt x="2662645" y="1410653"/>
                </a:lnTo>
                <a:lnTo>
                  <a:pt x="2663630" y="1419202"/>
                </a:lnTo>
                <a:lnTo>
                  <a:pt x="2664072" y="1427752"/>
                </a:lnTo>
                <a:lnTo>
                  <a:pt x="2663925" y="1436301"/>
                </a:lnTo>
                <a:lnTo>
                  <a:pt x="2663505" y="1444851"/>
                </a:lnTo>
                <a:lnTo>
                  <a:pt x="2662247" y="1453400"/>
                </a:lnTo>
                <a:lnTo>
                  <a:pt x="2660715" y="1461949"/>
                </a:lnTo>
                <a:lnTo>
                  <a:pt x="2658624" y="1470499"/>
                </a:lnTo>
                <a:lnTo>
                  <a:pt x="2656003" y="1479048"/>
                </a:lnTo>
                <a:lnTo>
                  <a:pt x="2653095" y="1487598"/>
                </a:lnTo>
                <a:lnTo>
                  <a:pt x="2649412" y="1496147"/>
                </a:lnTo>
                <a:lnTo>
                  <a:pt x="2645480" y="1504696"/>
                </a:lnTo>
                <a:lnTo>
                  <a:pt x="2640994" y="1513246"/>
                </a:lnTo>
                <a:lnTo>
                  <a:pt x="2636050" y="1521795"/>
                </a:lnTo>
                <a:lnTo>
                  <a:pt x="2630811" y="1530345"/>
                </a:lnTo>
                <a:lnTo>
                  <a:pt x="2624896" y="1538894"/>
                </a:lnTo>
                <a:lnTo>
                  <a:pt x="2618756" y="1547444"/>
                </a:lnTo>
                <a:lnTo>
                  <a:pt x="2612093" y="1555993"/>
                </a:lnTo>
                <a:lnTo>
                  <a:pt x="2605049" y="1564542"/>
                </a:lnTo>
                <a:lnTo>
                  <a:pt x="2597720" y="1573092"/>
                </a:lnTo>
                <a:lnTo>
                  <a:pt x="2589827" y="1581641"/>
                </a:lnTo>
                <a:lnTo>
                  <a:pt x="2581739" y="1590191"/>
                </a:lnTo>
                <a:lnTo>
                  <a:pt x="2573180" y="1598740"/>
                </a:lnTo>
                <a:lnTo>
                  <a:pt x="2564324" y="1607289"/>
                </a:lnTo>
                <a:lnTo>
                  <a:pt x="2555206" y="1615839"/>
                </a:lnTo>
                <a:lnTo>
                  <a:pt x="2545644" y="1624388"/>
                </a:lnTo>
                <a:lnTo>
                  <a:pt x="2535923" y="1632938"/>
                </a:lnTo>
                <a:lnTo>
                  <a:pt x="2525803" y="1641487"/>
                </a:lnTo>
                <a:lnTo>
                  <a:pt x="2515468" y="1650036"/>
                </a:lnTo>
                <a:lnTo>
                  <a:pt x="2504909" y="1658586"/>
                </a:lnTo>
                <a:lnTo>
                  <a:pt x="2494028" y="1667135"/>
                </a:lnTo>
                <a:lnTo>
                  <a:pt x="2483025" y="1675685"/>
                </a:lnTo>
                <a:lnTo>
                  <a:pt x="2471715" y="1684234"/>
                </a:lnTo>
                <a:lnTo>
                  <a:pt x="2460265" y="1692784"/>
                </a:lnTo>
                <a:lnTo>
                  <a:pt x="2448644" y="1701333"/>
                </a:lnTo>
                <a:lnTo>
                  <a:pt x="2436817" y="1709882"/>
                </a:lnTo>
                <a:lnTo>
                  <a:pt x="2424908" y="1718432"/>
                </a:lnTo>
                <a:lnTo>
                  <a:pt x="2412796" y="1726981"/>
                </a:lnTo>
                <a:lnTo>
                  <a:pt x="2400609" y="1735531"/>
                </a:lnTo>
                <a:lnTo>
                  <a:pt x="2388317" y="1744080"/>
                </a:lnTo>
                <a:lnTo>
                  <a:pt x="2375924" y="1752629"/>
                </a:lnTo>
                <a:lnTo>
                  <a:pt x="2363489" y="1761179"/>
                </a:lnTo>
                <a:lnTo>
                  <a:pt x="2350963" y="1769728"/>
                </a:lnTo>
                <a:lnTo>
                  <a:pt x="2338418" y="1778278"/>
                </a:lnTo>
                <a:lnTo>
                  <a:pt x="2325840" y="1786827"/>
                </a:lnTo>
                <a:lnTo>
                  <a:pt x="2313252" y="1795377"/>
                </a:lnTo>
                <a:lnTo>
                  <a:pt x="2300661" y="1803926"/>
                </a:lnTo>
                <a:lnTo>
                  <a:pt x="2288096" y="1812475"/>
                </a:lnTo>
                <a:lnTo>
                  <a:pt x="2275552" y="1821025"/>
                </a:lnTo>
                <a:lnTo>
                  <a:pt x="2263052" y="1829574"/>
                </a:lnTo>
                <a:lnTo>
                  <a:pt x="2250618" y="1838124"/>
                </a:lnTo>
                <a:lnTo>
                  <a:pt x="2238220" y="1846673"/>
                </a:lnTo>
                <a:lnTo>
                  <a:pt x="2225955" y="1855222"/>
                </a:lnTo>
                <a:lnTo>
                  <a:pt x="2213743" y="1863772"/>
                </a:lnTo>
                <a:lnTo>
                  <a:pt x="2201652" y="1872321"/>
                </a:lnTo>
                <a:lnTo>
                  <a:pt x="2189686" y="1880871"/>
                </a:lnTo>
                <a:lnTo>
                  <a:pt x="2177797" y="1889420"/>
                </a:lnTo>
                <a:lnTo>
                  <a:pt x="2166126" y="1897970"/>
                </a:lnTo>
                <a:lnTo>
                  <a:pt x="2154536" y="1906519"/>
                </a:lnTo>
                <a:lnTo>
                  <a:pt x="2143140" y="1915068"/>
                </a:lnTo>
                <a:lnTo>
                  <a:pt x="2131908" y="1923618"/>
                </a:lnTo>
                <a:lnTo>
                  <a:pt x="2120798" y="1932167"/>
                </a:lnTo>
                <a:lnTo>
                  <a:pt x="2109966" y="1940717"/>
                </a:lnTo>
                <a:lnTo>
                  <a:pt x="2099239" y="1949266"/>
                </a:lnTo>
                <a:lnTo>
                  <a:pt x="2088771" y="1957815"/>
                </a:lnTo>
                <a:lnTo>
                  <a:pt x="2078491" y="1966365"/>
                </a:lnTo>
                <a:lnTo>
                  <a:pt x="2068375" y="1974914"/>
                </a:lnTo>
                <a:lnTo>
                  <a:pt x="2058575" y="1983464"/>
                </a:lnTo>
                <a:lnTo>
                  <a:pt x="2048895" y="1992013"/>
                </a:lnTo>
                <a:lnTo>
                  <a:pt x="2039532" y="2000562"/>
                </a:lnTo>
                <a:lnTo>
                  <a:pt x="2030365" y="2009112"/>
                </a:lnTo>
                <a:lnTo>
                  <a:pt x="2021399" y="2017661"/>
                </a:lnTo>
                <a:lnTo>
                  <a:pt x="2012766" y="2026211"/>
                </a:lnTo>
                <a:lnTo>
                  <a:pt x="2004265" y="2034760"/>
                </a:lnTo>
                <a:lnTo>
                  <a:pt x="1996123" y="2043310"/>
                </a:lnTo>
                <a:lnTo>
                  <a:pt x="1988174" y="2051859"/>
                </a:lnTo>
                <a:lnTo>
                  <a:pt x="1980455" y="2060408"/>
                </a:lnTo>
                <a:lnTo>
                  <a:pt x="1973069" y="2068958"/>
                </a:lnTo>
                <a:lnTo>
                  <a:pt x="1965820" y="2077507"/>
                </a:lnTo>
                <a:lnTo>
                  <a:pt x="1958958" y="2086057"/>
                </a:lnTo>
                <a:lnTo>
                  <a:pt x="1952277" y="2094606"/>
                </a:lnTo>
                <a:lnTo>
                  <a:pt x="1945846" y="2103155"/>
                </a:lnTo>
                <a:lnTo>
                  <a:pt x="1939731" y="2111705"/>
                </a:lnTo>
                <a:lnTo>
                  <a:pt x="1933754" y="2120254"/>
                </a:lnTo>
                <a:lnTo>
                  <a:pt x="1928177" y="2128804"/>
                </a:lnTo>
                <a:lnTo>
                  <a:pt x="1922759" y="2137353"/>
                </a:lnTo>
                <a:lnTo>
                  <a:pt x="1917603" y="2145903"/>
                </a:lnTo>
                <a:lnTo>
                  <a:pt x="1912735" y="2154452"/>
                </a:lnTo>
                <a:lnTo>
                  <a:pt x="1908000" y="2163001"/>
                </a:lnTo>
                <a:lnTo>
                  <a:pt x="1903661" y="2171551"/>
                </a:lnTo>
                <a:lnTo>
                  <a:pt x="1899457" y="2180100"/>
                </a:lnTo>
                <a:lnTo>
                  <a:pt x="1895514" y="2188650"/>
                </a:lnTo>
                <a:lnTo>
                  <a:pt x="1891824" y="2197199"/>
                </a:lnTo>
                <a:lnTo>
                  <a:pt x="1888264" y="2205748"/>
                </a:lnTo>
                <a:lnTo>
                  <a:pt x="1885068" y="2214298"/>
                </a:lnTo>
                <a:lnTo>
                  <a:pt x="1881986" y="2222847"/>
                </a:lnTo>
                <a:lnTo>
                  <a:pt x="1879154" y="2231397"/>
                </a:lnTo>
                <a:lnTo>
                  <a:pt x="1876534" y="2239946"/>
                </a:lnTo>
                <a:lnTo>
                  <a:pt x="1874044" y="2248496"/>
                </a:lnTo>
                <a:lnTo>
                  <a:pt x="1871860" y="2257045"/>
                </a:lnTo>
                <a:lnTo>
                  <a:pt x="1869775" y="2265594"/>
                </a:lnTo>
                <a:lnTo>
                  <a:pt x="1867919" y="2274144"/>
                </a:lnTo>
                <a:lnTo>
                  <a:pt x="1866232" y="2282693"/>
                </a:lnTo>
                <a:lnTo>
                  <a:pt x="1864666" y="2291243"/>
                </a:lnTo>
                <a:lnTo>
                  <a:pt x="1863346" y="2299792"/>
                </a:lnTo>
                <a:lnTo>
                  <a:pt x="1862108" y="2308341"/>
                </a:lnTo>
                <a:lnTo>
                  <a:pt x="1861067" y="2316891"/>
                </a:lnTo>
                <a:lnTo>
                  <a:pt x="1860153" y="2325440"/>
                </a:lnTo>
                <a:lnTo>
                  <a:pt x="1859345" y="2333990"/>
                </a:lnTo>
                <a:lnTo>
                  <a:pt x="1858722" y="2342539"/>
                </a:lnTo>
                <a:lnTo>
                  <a:pt x="1858163" y="2351088"/>
                </a:lnTo>
                <a:lnTo>
                  <a:pt x="1857761" y="2359638"/>
                </a:lnTo>
                <a:lnTo>
                  <a:pt x="1857446" y="2368187"/>
                </a:lnTo>
                <a:lnTo>
                  <a:pt x="1857217" y="2376737"/>
                </a:lnTo>
                <a:lnTo>
                  <a:pt x="1857112" y="2385286"/>
                </a:lnTo>
                <a:lnTo>
                  <a:pt x="1857054" y="2393836"/>
                </a:lnTo>
                <a:lnTo>
                  <a:pt x="1857107" y="2402385"/>
                </a:lnTo>
                <a:lnTo>
                  <a:pt x="1857212" y="2410934"/>
                </a:lnTo>
                <a:lnTo>
                  <a:pt x="1857377" y="2419484"/>
                </a:lnTo>
                <a:lnTo>
                  <a:pt x="1857612" y="2428033"/>
                </a:lnTo>
                <a:lnTo>
                  <a:pt x="1857874" y="2436583"/>
                </a:lnTo>
                <a:lnTo>
                  <a:pt x="1858200" y="2445132"/>
                </a:lnTo>
                <a:lnTo>
                  <a:pt x="1858548" y="2453681"/>
                </a:lnTo>
                <a:lnTo>
                  <a:pt x="1858925" y="2462231"/>
                </a:lnTo>
                <a:lnTo>
                  <a:pt x="1859326" y="2470780"/>
                </a:lnTo>
                <a:lnTo>
                  <a:pt x="1859736" y="2479330"/>
                </a:lnTo>
                <a:lnTo>
                  <a:pt x="1860159" y="2487879"/>
                </a:lnTo>
                <a:lnTo>
                  <a:pt x="1860580" y="2496429"/>
                </a:lnTo>
                <a:lnTo>
                  <a:pt x="1860999" y="2504978"/>
                </a:lnTo>
                <a:lnTo>
                  <a:pt x="1861403" y="2513527"/>
                </a:lnTo>
                <a:lnTo>
                  <a:pt x="1861800" y="2522077"/>
                </a:lnTo>
                <a:lnTo>
                  <a:pt x="1862161" y="2530626"/>
                </a:lnTo>
                <a:lnTo>
                  <a:pt x="1862503" y="2539176"/>
                </a:lnTo>
                <a:lnTo>
                  <a:pt x="1862811" y="2547725"/>
                </a:lnTo>
                <a:lnTo>
                  <a:pt x="1863074" y="2556274"/>
                </a:lnTo>
                <a:lnTo>
                  <a:pt x="1863315" y="2564824"/>
                </a:lnTo>
                <a:lnTo>
                  <a:pt x="1863475" y="2573373"/>
                </a:lnTo>
                <a:lnTo>
                  <a:pt x="1863606" y="2581923"/>
                </a:lnTo>
                <a:lnTo>
                  <a:pt x="1863672" y="2590472"/>
                </a:lnTo>
                <a:lnTo>
                  <a:pt x="1863671" y="2599022"/>
                </a:lnTo>
                <a:lnTo>
                  <a:pt x="1863631" y="2607571"/>
                </a:lnTo>
                <a:lnTo>
                  <a:pt x="1863482" y="2616120"/>
                </a:lnTo>
                <a:lnTo>
                  <a:pt x="1863292" y="2624670"/>
                </a:lnTo>
                <a:lnTo>
                  <a:pt x="1863011" y="2633219"/>
                </a:lnTo>
                <a:lnTo>
                  <a:pt x="1862650" y="2641769"/>
                </a:lnTo>
                <a:lnTo>
                  <a:pt x="1862234" y="2650318"/>
                </a:lnTo>
                <a:lnTo>
                  <a:pt x="1861690" y="2658867"/>
                </a:lnTo>
                <a:lnTo>
                  <a:pt x="1861098" y="2667417"/>
                </a:lnTo>
                <a:lnTo>
                  <a:pt x="1860393" y="2675966"/>
                </a:lnTo>
                <a:lnTo>
                  <a:pt x="1859602" y="2684516"/>
                </a:lnTo>
                <a:lnTo>
                  <a:pt x="1858743" y="2693065"/>
                </a:lnTo>
                <a:lnTo>
                  <a:pt x="1857746" y="2701614"/>
                </a:lnTo>
                <a:lnTo>
                  <a:pt x="1856698" y="2710164"/>
                </a:lnTo>
                <a:lnTo>
                  <a:pt x="1855519" y="2718713"/>
                </a:lnTo>
                <a:lnTo>
                  <a:pt x="1854257" y="2727263"/>
                </a:lnTo>
                <a:lnTo>
                  <a:pt x="1852914" y="2735812"/>
                </a:lnTo>
                <a:lnTo>
                  <a:pt x="1851434" y="2744362"/>
                </a:lnTo>
                <a:lnTo>
                  <a:pt x="1849901" y="2752911"/>
                </a:lnTo>
                <a:lnTo>
                  <a:pt x="1848227" y="2761460"/>
                </a:lnTo>
                <a:lnTo>
                  <a:pt x="1846476" y="2770010"/>
                </a:lnTo>
                <a:lnTo>
                  <a:pt x="1844637" y="2778559"/>
                </a:lnTo>
                <a:lnTo>
                  <a:pt x="1842668" y="2787109"/>
                </a:lnTo>
                <a:lnTo>
                  <a:pt x="1840646" y="2795658"/>
                </a:lnTo>
                <a:lnTo>
                  <a:pt x="1838480" y="2804207"/>
                </a:lnTo>
                <a:lnTo>
                  <a:pt x="1836246" y="2812757"/>
                </a:lnTo>
                <a:lnTo>
                  <a:pt x="1833920" y="2821306"/>
                </a:lnTo>
                <a:lnTo>
                  <a:pt x="1831477" y="2829856"/>
                </a:lnTo>
                <a:lnTo>
                  <a:pt x="1828984" y="2838405"/>
                </a:lnTo>
                <a:lnTo>
                  <a:pt x="1826349" y="2846955"/>
                </a:lnTo>
                <a:lnTo>
                  <a:pt x="1823656" y="2855504"/>
                </a:lnTo>
                <a:lnTo>
                  <a:pt x="1820873" y="2864053"/>
                </a:lnTo>
                <a:lnTo>
                  <a:pt x="1817988" y="2872603"/>
                </a:lnTo>
                <a:lnTo>
                  <a:pt x="1815058" y="2881152"/>
                </a:lnTo>
                <a:lnTo>
                  <a:pt x="1811993" y="2889702"/>
                </a:lnTo>
                <a:lnTo>
                  <a:pt x="1808882" y="2898251"/>
                </a:lnTo>
                <a:lnTo>
                  <a:pt x="1805685" y="2906800"/>
                </a:lnTo>
                <a:lnTo>
                  <a:pt x="1802403" y="2915350"/>
                </a:lnTo>
                <a:lnTo>
                  <a:pt x="1799080" y="2923899"/>
                </a:lnTo>
                <a:lnTo>
                  <a:pt x="1795637" y="2932449"/>
                </a:lnTo>
                <a:lnTo>
                  <a:pt x="1792158" y="2940998"/>
                </a:lnTo>
                <a:lnTo>
                  <a:pt x="1788600" y="2949547"/>
                </a:lnTo>
                <a:lnTo>
                  <a:pt x="1784974" y="2958097"/>
                </a:lnTo>
                <a:lnTo>
                  <a:pt x="1781309" y="2966646"/>
                </a:lnTo>
                <a:lnTo>
                  <a:pt x="1777547" y="2975196"/>
                </a:lnTo>
                <a:lnTo>
                  <a:pt x="1773755" y="2983745"/>
                </a:lnTo>
                <a:lnTo>
                  <a:pt x="1769894" y="2992295"/>
                </a:lnTo>
                <a:lnTo>
                  <a:pt x="1765980" y="3000844"/>
                </a:lnTo>
                <a:lnTo>
                  <a:pt x="1762031" y="3009393"/>
                </a:lnTo>
                <a:lnTo>
                  <a:pt x="1758007" y="3017943"/>
                </a:lnTo>
                <a:lnTo>
                  <a:pt x="1753959" y="3026492"/>
                </a:lnTo>
                <a:lnTo>
                  <a:pt x="1749853" y="3035042"/>
                </a:lnTo>
                <a:lnTo>
                  <a:pt x="1745709" y="3043591"/>
                </a:lnTo>
                <a:lnTo>
                  <a:pt x="1741534" y="3052140"/>
                </a:lnTo>
                <a:lnTo>
                  <a:pt x="1737304" y="3060690"/>
                </a:lnTo>
                <a:lnTo>
                  <a:pt x="1733055" y="3069239"/>
                </a:lnTo>
                <a:lnTo>
                  <a:pt x="1728760" y="3077789"/>
                </a:lnTo>
                <a:lnTo>
                  <a:pt x="1724439" y="3086338"/>
                </a:lnTo>
                <a:lnTo>
                  <a:pt x="1720093" y="3094888"/>
                </a:lnTo>
                <a:lnTo>
                  <a:pt x="1715709" y="3103437"/>
                </a:lnTo>
                <a:lnTo>
                  <a:pt x="1711311" y="3111986"/>
                </a:lnTo>
                <a:lnTo>
                  <a:pt x="1706878" y="3120536"/>
                </a:lnTo>
                <a:lnTo>
                  <a:pt x="1702429" y="3129085"/>
                </a:lnTo>
                <a:lnTo>
                  <a:pt x="1697962" y="3137635"/>
                </a:lnTo>
                <a:lnTo>
                  <a:pt x="1693470" y="3146184"/>
                </a:lnTo>
                <a:lnTo>
                  <a:pt x="1688970" y="3154733"/>
                </a:lnTo>
                <a:lnTo>
                  <a:pt x="1684446" y="3163283"/>
                </a:lnTo>
                <a:lnTo>
                  <a:pt x="1679914" y="3171832"/>
                </a:lnTo>
                <a:lnTo>
                  <a:pt x="1675369" y="3180382"/>
                </a:lnTo>
                <a:lnTo>
                  <a:pt x="1670812" y="3188931"/>
                </a:lnTo>
                <a:lnTo>
                  <a:pt x="1666250" y="3197481"/>
                </a:lnTo>
                <a:lnTo>
                  <a:pt x="1661676" y="3206030"/>
                </a:lnTo>
                <a:lnTo>
                  <a:pt x="1657099" y="3214579"/>
                </a:lnTo>
                <a:lnTo>
                  <a:pt x="1652516" y="3223129"/>
                </a:lnTo>
                <a:lnTo>
                  <a:pt x="1647930" y="3231678"/>
                </a:lnTo>
                <a:lnTo>
                  <a:pt x="1643343" y="3240228"/>
                </a:lnTo>
                <a:lnTo>
                  <a:pt x="1638755" y="3248777"/>
                </a:lnTo>
                <a:lnTo>
                  <a:pt x="1634168" y="3257326"/>
                </a:lnTo>
                <a:lnTo>
                  <a:pt x="1629582" y="3265876"/>
                </a:lnTo>
                <a:lnTo>
                  <a:pt x="1625001" y="3274425"/>
                </a:lnTo>
                <a:lnTo>
                  <a:pt x="1620421" y="3282975"/>
                </a:lnTo>
                <a:lnTo>
                  <a:pt x="1615851" y="3291524"/>
                </a:lnTo>
                <a:lnTo>
                  <a:pt x="1611285" y="3300073"/>
                </a:lnTo>
                <a:lnTo>
                  <a:pt x="1606728" y="3308623"/>
                </a:lnTo>
                <a:lnTo>
                  <a:pt x="1602181" y="3317172"/>
                </a:lnTo>
                <a:lnTo>
                  <a:pt x="1597640" y="3325722"/>
                </a:lnTo>
                <a:lnTo>
                  <a:pt x="1593118" y="3334271"/>
                </a:lnTo>
                <a:lnTo>
                  <a:pt x="1588603" y="3342821"/>
                </a:lnTo>
                <a:lnTo>
                  <a:pt x="1584105" y="3351370"/>
                </a:lnTo>
                <a:lnTo>
                  <a:pt x="1579622" y="3359919"/>
                </a:lnTo>
                <a:lnTo>
                  <a:pt x="1575149" y="3368469"/>
                </a:lnTo>
                <a:lnTo>
                  <a:pt x="1570703" y="3377018"/>
                </a:lnTo>
                <a:lnTo>
                  <a:pt x="1566268" y="3385568"/>
                </a:lnTo>
                <a:lnTo>
                  <a:pt x="1561857" y="3394117"/>
                </a:lnTo>
                <a:lnTo>
                  <a:pt x="1557466" y="3402666"/>
                </a:lnTo>
                <a:lnTo>
                  <a:pt x="1553091" y="3411216"/>
                </a:lnTo>
                <a:lnTo>
                  <a:pt x="1548751" y="3419765"/>
                </a:lnTo>
                <a:lnTo>
                  <a:pt x="1544423" y="3428315"/>
                </a:lnTo>
                <a:lnTo>
                  <a:pt x="1540129" y="3436864"/>
                </a:lnTo>
                <a:lnTo>
                  <a:pt x="1535859" y="3445414"/>
                </a:lnTo>
                <a:lnTo>
                  <a:pt x="1531611" y="3453963"/>
                </a:lnTo>
                <a:lnTo>
                  <a:pt x="1527404" y="3462512"/>
                </a:lnTo>
                <a:lnTo>
                  <a:pt x="1523213" y="3471062"/>
                </a:lnTo>
                <a:lnTo>
                  <a:pt x="1519066" y="3479611"/>
                </a:lnTo>
                <a:lnTo>
                  <a:pt x="1514945" y="3488161"/>
                </a:lnTo>
                <a:lnTo>
                  <a:pt x="1510853" y="3496710"/>
                </a:lnTo>
                <a:lnTo>
                  <a:pt x="1506808" y="3505259"/>
                </a:lnTo>
                <a:lnTo>
                  <a:pt x="1502782" y="3513809"/>
                </a:lnTo>
                <a:lnTo>
                  <a:pt x="1498810" y="3522358"/>
                </a:lnTo>
                <a:lnTo>
                  <a:pt x="1494867" y="3530908"/>
                </a:lnTo>
                <a:lnTo>
                  <a:pt x="1490960" y="3539457"/>
                </a:lnTo>
                <a:lnTo>
                  <a:pt x="1487104" y="3548007"/>
                </a:lnTo>
                <a:lnTo>
                  <a:pt x="1483271" y="3556556"/>
                </a:lnTo>
                <a:lnTo>
                  <a:pt x="1479503" y="3565105"/>
                </a:lnTo>
                <a:lnTo>
                  <a:pt x="1475764" y="3573655"/>
                </a:lnTo>
                <a:lnTo>
                  <a:pt x="1472069" y="3582204"/>
                </a:lnTo>
                <a:lnTo>
                  <a:pt x="1468430" y="3590754"/>
                </a:lnTo>
                <a:lnTo>
                  <a:pt x="1464815" y="3599303"/>
                </a:lnTo>
                <a:lnTo>
                  <a:pt x="1461275" y="3607852"/>
                </a:lnTo>
                <a:lnTo>
                  <a:pt x="1457766" y="3616402"/>
                </a:lnTo>
                <a:lnTo>
                  <a:pt x="1454308" y="3624951"/>
                </a:lnTo>
                <a:lnTo>
                  <a:pt x="1450907" y="3633501"/>
                </a:lnTo>
                <a:lnTo>
                  <a:pt x="1447533" y="3642050"/>
                </a:lnTo>
                <a:lnTo>
                  <a:pt x="1444245" y="3650599"/>
                </a:lnTo>
                <a:lnTo>
                  <a:pt x="1440985" y="3659149"/>
                </a:lnTo>
                <a:lnTo>
                  <a:pt x="1437785" y="3667698"/>
                </a:lnTo>
                <a:lnTo>
                  <a:pt x="1434642" y="3676248"/>
                </a:lnTo>
                <a:lnTo>
                  <a:pt x="1431531" y="3684797"/>
                </a:lnTo>
                <a:lnTo>
                  <a:pt x="1428508" y="3693347"/>
                </a:lnTo>
                <a:lnTo>
                  <a:pt x="1425514" y="3701896"/>
                </a:lnTo>
                <a:lnTo>
                  <a:pt x="1422587" y="3710445"/>
                </a:lnTo>
                <a:lnTo>
                  <a:pt x="1419716" y="3718995"/>
                </a:lnTo>
                <a:lnTo>
                  <a:pt x="1416882" y="3727544"/>
                </a:lnTo>
                <a:lnTo>
                  <a:pt x="1414135" y="3736094"/>
                </a:lnTo>
                <a:lnTo>
                  <a:pt x="1411418" y="3744643"/>
                </a:lnTo>
                <a:lnTo>
                  <a:pt x="1408773" y="3753192"/>
                </a:lnTo>
                <a:lnTo>
                  <a:pt x="1406182" y="3761742"/>
                </a:lnTo>
                <a:lnTo>
                  <a:pt x="1403633" y="3770291"/>
                </a:lnTo>
                <a:lnTo>
                  <a:pt x="1401168" y="3778841"/>
                </a:lnTo>
                <a:lnTo>
                  <a:pt x="1398733" y="3787390"/>
                </a:lnTo>
                <a:lnTo>
                  <a:pt x="1396374" y="3795940"/>
                </a:lnTo>
                <a:lnTo>
                  <a:pt x="1394065" y="3804489"/>
                </a:lnTo>
                <a:lnTo>
                  <a:pt x="1391800" y="3813038"/>
                </a:lnTo>
                <a:lnTo>
                  <a:pt x="1389616" y="3821588"/>
                </a:lnTo>
                <a:lnTo>
                  <a:pt x="1387461" y="3830137"/>
                </a:lnTo>
                <a:lnTo>
                  <a:pt x="1385385" y="3838687"/>
                </a:lnTo>
                <a:lnTo>
                  <a:pt x="1383353" y="3847236"/>
                </a:lnTo>
                <a:lnTo>
                  <a:pt x="1381369" y="3855785"/>
                </a:lnTo>
                <a:lnTo>
                  <a:pt x="1379459" y="3864335"/>
                </a:lnTo>
                <a:lnTo>
                  <a:pt x="1377578" y="3872884"/>
                </a:lnTo>
                <a:lnTo>
                  <a:pt x="1375775" y="3881434"/>
                </a:lnTo>
                <a:lnTo>
                  <a:pt x="1374011" y="3889983"/>
                </a:lnTo>
                <a:lnTo>
                  <a:pt x="1372296" y="3898533"/>
                </a:lnTo>
                <a:lnTo>
                  <a:pt x="1370647" y="3907082"/>
                </a:lnTo>
                <a:lnTo>
                  <a:pt x="1369026" y="3915631"/>
                </a:lnTo>
                <a:lnTo>
                  <a:pt x="1367482" y="3924181"/>
                </a:lnTo>
                <a:lnTo>
                  <a:pt x="1365972" y="3932730"/>
                </a:lnTo>
                <a:lnTo>
                  <a:pt x="1364510" y="3941280"/>
                </a:lnTo>
                <a:lnTo>
                  <a:pt x="1363106" y="3949829"/>
                </a:lnTo>
                <a:lnTo>
                  <a:pt x="1361728" y="3958378"/>
                </a:lnTo>
                <a:lnTo>
                  <a:pt x="1360425" y="3966928"/>
                </a:lnTo>
                <a:lnTo>
                  <a:pt x="1359148" y="3975477"/>
                </a:lnTo>
                <a:lnTo>
                  <a:pt x="1357920" y="3984027"/>
                </a:lnTo>
                <a:lnTo>
                  <a:pt x="1356741" y="3992576"/>
                </a:lnTo>
                <a:lnTo>
                  <a:pt x="1355586" y="4001125"/>
                </a:lnTo>
                <a:lnTo>
                  <a:pt x="1354501" y="4009675"/>
                </a:lnTo>
                <a:lnTo>
                  <a:pt x="1353437" y="4018224"/>
                </a:lnTo>
                <a:lnTo>
                  <a:pt x="1352419" y="4026774"/>
                </a:lnTo>
                <a:lnTo>
                  <a:pt x="1351444" y="4035323"/>
                </a:lnTo>
                <a:lnTo>
                  <a:pt x="1350490" y="4043873"/>
                </a:lnTo>
                <a:lnTo>
                  <a:pt x="1349598" y="4052422"/>
                </a:lnTo>
                <a:lnTo>
                  <a:pt x="1348724" y="4060971"/>
                </a:lnTo>
                <a:lnTo>
                  <a:pt x="1347892" y="4069521"/>
                </a:lnTo>
                <a:lnTo>
                  <a:pt x="1347096" y="4078070"/>
                </a:lnTo>
                <a:lnTo>
                  <a:pt x="1346321" y="4086620"/>
                </a:lnTo>
                <a:lnTo>
                  <a:pt x="1345596" y="4095169"/>
                </a:lnTo>
                <a:lnTo>
                  <a:pt x="1344889" y="4103718"/>
                </a:lnTo>
                <a:lnTo>
                  <a:pt x="1344219" y="4112268"/>
                </a:lnTo>
                <a:lnTo>
                  <a:pt x="1343578" y="4120817"/>
                </a:lnTo>
                <a:lnTo>
                  <a:pt x="1342957" y="4129367"/>
                </a:lnTo>
                <a:lnTo>
                  <a:pt x="1342377" y="4137916"/>
                </a:lnTo>
                <a:lnTo>
                  <a:pt x="1341812" y="4146466"/>
                </a:lnTo>
                <a:lnTo>
                  <a:pt x="1341280" y="4155015"/>
                </a:lnTo>
                <a:lnTo>
                  <a:pt x="1340771" y="4163564"/>
                </a:lnTo>
                <a:lnTo>
                  <a:pt x="1340281" y="4172114"/>
                </a:lnTo>
                <a:lnTo>
                  <a:pt x="1339824" y="4180663"/>
                </a:lnTo>
                <a:lnTo>
                  <a:pt x="1339378" y="4189213"/>
                </a:lnTo>
                <a:lnTo>
                  <a:pt x="1338963" y="4197762"/>
                </a:lnTo>
                <a:lnTo>
                  <a:pt x="1338564" y="4206311"/>
                </a:lnTo>
                <a:lnTo>
                  <a:pt x="1338182" y="4214861"/>
                </a:lnTo>
                <a:lnTo>
                  <a:pt x="1337827" y="4223410"/>
                </a:lnTo>
                <a:lnTo>
                  <a:pt x="1337481" y="4231960"/>
                </a:lnTo>
                <a:lnTo>
                  <a:pt x="1337160" y="4240509"/>
                </a:lnTo>
                <a:lnTo>
                  <a:pt x="1336853" y="4249058"/>
                </a:lnTo>
                <a:lnTo>
                  <a:pt x="1336560" y="4257608"/>
                </a:lnTo>
                <a:lnTo>
                  <a:pt x="1336287" y="4266157"/>
                </a:lnTo>
                <a:lnTo>
                  <a:pt x="1336022" y="4274707"/>
                </a:lnTo>
                <a:lnTo>
                  <a:pt x="1335779" y="4283256"/>
                </a:lnTo>
                <a:lnTo>
                  <a:pt x="1335545" y="4291806"/>
                </a:lnTo>
                <a:lnTo>
                  <a:pt x="1335324" y="4300355"/>
                </a:lnTo>
                <a:lnTo>
                  <a:pt x="1335117" y="4308904"/>
                </a:lnTo>
                <a:lnTo>
                  <a:pt x="1334917" y="4317454"/>
                </a:lnTo>
                <a:lnTo>
                  <a:pt x="1334735" y="4326003"/>
                </a:lnTo>
                <a:lnTo>
                  <a:pt x="1334559" y="4334553"/>
                </a:lnTo>
                <a:lnTo>
                  <a:pt x="1334394" y="4343102"/>
                </a:lnTo>
                <a:lnTo>
                  <a:pt x="1334241" y="4351651"/>
                </a:lnTo>
                <a:lnTo>
                  <a:pt x="1334092" y="4360201"/>
                </a:lnTo>
                <a:lnTo>
                  <a:pt x="1333957" y="4368750"/>
                </a:lnTo>
                <a:close/>
              </a:path>
            </a:pathLst>
          </a:custGeom>
          <a:solidFill>
            <a:srgbClr val="2F5597">
              <a:alpha val="90196"/>
            </a:srgbClr>
          </a:solidFill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9" name="pl7">
            <a:extLst>
              <a:ext uri="{FF2B5EF4-FFF2-40B4-BE49-F238E27FC236}">
                <a16:creationId xmlns:a16="http://schemas.microsoft.com/office/drawing/2014/main" id="{D70C7960-E07E-D91A-476F-A2DFD7A7183D}"/>
              </a:ext>
            </a:extLst>
          </p:cNvPr>
          <p:cNvSpPr/>
          <p:nvPr/>
        </p:nvSpPr>
        <p:spPr>
          <a:xfrm>
            <a:off x="6857307" y="4388118"/>
            <a:ext cx="2267179" cy="0"/>
          </a:xfrm>
          <a:custGeom>
            <a:avLst/>
            <a:gdLst/>
            <a:ahLst/>
            <a:cxnLst/>
            <a:rect l="0" t="0" r="0" b="0"/>
            <a:pathLst>
              <a:path w="2267179">
                <a:moveTo>
                  <a:pt x="0" y="0"/>
                </a:moveTo>
                <a:lnTo>
                  <a:pt x="2267179" y="0"/>
                </a:lnTo>
              </a:path>
            </a:pathLst>
          </a:custGeom>
          <a:ln w="1355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10" name="pt8">
            <a:extLst>
              <a:ext uri="{FF2B5EF4-FFF2-40B4-BE49-F238E27FC236}">
                <a16:creationId xmlns:a16="http://schemas.microsoft.com/office/drawing/2014/main" id="{2A09C4E6-39EB-A490-1F00-ECF382858B18}"/>
              </a:ext>
            </a:extLst>
          </p:cNvPr>
          <p:cNvSpPr/>
          <p:nvPr/>
        </p:nvSpPr>
        <p:spPr>
          <a:xfrm>
            <a:off x="3963766" y="6289225"/>
            <a:ext cx="117405" cy="117405"/>
          </a:xfrm>
          <a:prstGeom prst="ellipse">
            <a:avLst/>
          </a:prstGeom>
          <a:solidFill>
            <a:srgbClr val="8B7355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1" name="pg9">
            <a:extLst>
              <a:ext uri="{FF2B5EF4-FFF2-40B4-BE49-F238E27FC236}">
                <a16:creationId xmlns:a16="http://schemas.microsoft.com/office/drawing/2014/main" id="{53A2A372-0B41-BEE2-0CBC-5486A24441C2}"/>
              </a:ext>
            </a:extLst>
          </p:cNvPr>
          <p:cNvSpPr/>
          <p:nvPr/>
        </p:nvSpPr>
        <p:spPr>
          <a:xfrm>
            <a:off x="4192854" y="4521124"/>
            <a:ext cx="117404" cy="117405"/>
          </a:xfrm>
          <a:custGeom>
            <a:avLst/>
            <a:gdLst/>
            <a:ahLst/>
            <a:cxnLst/>
            <a:rect l="0" t="0" r="0" b="0"/>
            <a:pathLst>
              <a:path w="117404" h="117405">
                <a:moveTo>
                  <a:pt x="0" y="58702"/>
                </a:moveTo>
                <a:lnTo>
                  <a:pt x="58702" y="0"/>
                </a:lnTo>
                <a:lnTo>
                  <a:pt x="117404" y="58702"/>
                </a:lnTo>
                <a:lnTo>
                  <a:pt x="58702" y="117405"/>
                </a:lnTo>
                <a:close/>
              </a:path>
            </a:pathLst>
          </a:custGeom>
          <a:solidFill>
            <a:srgbClr val="FFC5D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2" name="pt10">
            <a:extLst>
              <a:ext uri="{FF2B5EF4-FFF2-40B4-BE49-F238E27FC236}">
                <a16:creationId xmlns:a16="http://schemas.microsoft.com/office/drawing/2014/main" id="{3667FD18-2217-3E9A-6F89-8A103844E3CF}"/>
              </a:ext>
            </a:extLst>
          </p:cNvPr>
          <p:cNvSpPr/>
          <p:nvPr/>
        </p:nvSpPr>
        <p:spPr>
          <a:xfrm>
            <a:off x="2931180" y="6293343"/>
            <a:ext cx="117405" cy="117405"/>
          </a:xfrm>
          <a:prstGeom prst="ellipse">
            <a:avLst/>
          </a:prstGeom>
          <a:solidFill>
            <a:srgbClr val="0064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pt11">
            <a:extLst>
              <a:ext uri="{FF2B5EF4-FFF2-40B4-BE49-F238E27FC236}">
                <a16:creationId xmlns:a16="http://schemas.microsoft.com/office/drawing/2014/main" id="{9F533E64-3E21-C5FA-6593-B6FB74072BE5}"/>
              </a:ext>
            </a:extLst>
          </p:cNvPr>
          <p:cNvSpPr/>
          <p:nvPr/>
        </p:nvSpPr>
        <p:spPr>
          <a:xfrm>
            <a:off x="4170182" y="4673809"/>
            <a:ext cx="117405" cy="117405"/>
          </a:xfrm>
          <a:prstGeom prst="ellipse">
            <a:avLst/>
          </a:prstGeom>
          <a:solidFill>
            <a:srgbClr val="FFD39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pt12">
            <a:extLst>
              <a:ext uri="{FF2B5EF4-FFF2-40B4-BE49-F238E27FC236}">
                <a16:creationId xmlns:a16="http://schemas.microsoft.com/office/drawing/2014/main" id="{7C70814D-041B-9163-4AC7-B30A06DB87E4}"/>
              </a:ext>
            </a:extLst>
          </p:cNvPr>
          <p:cNvSpPr/>
          <p:nvPr/>
        </p:nvSpPr>
        <p:spPr>
          <a:xfrm>
            <a:off x="7772700" y="4527957"/>
            <a:ext cx="117405" cy="117405"/>
          </a:xfrm>
          <a:prstGeom prst="ellipse">
            <a:avLst/>
          </a:prstGeom>
          <a:solidFill>
            <a:srgbClr val="FF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pt13">
            <a:extLst>
              <a:ext uri="{FF2B5EF4-FFF2-40B4-BE49-F238E27FC236}">
                <a16:creationId xmlns:a16="http://schemas.microsoft.com/office/drawing/2014/main" id="{7DFB2F47-75DD-0C59-9976-596D8CA76567}"/>
              </a:ext>
            </a:extLst>
          </p:cNvPr>
          <p:cNvSpPr/>
          <p:nvPr/>
        </p:nvSpPr>
        <p:spPr>
          <a:xfrm>
            <a:off x="7121706" y="5360595"/>
            <a:ext cx="117405" cy="117405"/>
          </a:xfrm>
          <a:prstGeom prst="ellipse">
            <a:avLst/>
          </a:prstGeom>
          <a:solidFill>
            <a:srgbClr val="FF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6" name="pt14">
            <a:extLst>
              <a:ext uri="{FF2B5EF4-FFF2-40B4-BE49-F238E27FC236}">
                <a16:creationId xmlns:a16="http://schemas.microsoft.com/office/drawing/2014/main" id="{15A3C10C-40FF-5E84-E13E-7884A01A7E54}"/>
              </a:ext>
            </a:extLst>
          </p:cNvPr>
          <p:cNvSpPr/>
          <p:nvPr/>
        </p:nvSpPr>
        <p:spPr>
          <a:xfrm>
            <a:off x="4125534" y="5507158"/>
            <a:ext cx="117405" cy="117405"/>
          </a:xfrm>
          <a:prstGeom prst="ellipse">
            <a:avLst/>
          </a:prstGeom>
          <a:solidFill>
            <a:srgbClr val="8B232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7" name="pt15">
            <a:extLst>
              <a:ext uri="{FF2B5EF4-FFF2-40B4-BE49-F238E27FC236}">
                <a16:creationId xmlns:a16="http://schemas.microsoft.com/office/drawing/2014/main" id="{12062128-D205-4913-9477-F8B6E6750988}"/>
              </a:ext>
            </a:extLst>
          </p:cNvPr>
          <p:cNvSpPr/>
          <p:nvPr/>
        </p:nvSpPr>
        <p:spPr>
          <a:xfrm>
            <a:off x="7861994" y="4185330"/>
            <a:ext cx="117405" cy="117405"/>
          </a:xfrm>
          <a:prstGeom prst="ellipse">
            <a:avLst/>
          </a:prstGeom>
          <a:solidFill>
            <a:srgbClr val="7FFFD4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8" name="pt16">
            <a:extLst>
              <a:ext uri="{FF2B5EF4-FFF2-40B4-BE49-F238E27FC236}">
                <a16:creationId xmlns:a16="http://schemas.microsoft.com/office/drawing/2014/main" id="{A52B35DD-D365-C1F9-A0BF-1F143D5BB78A}"/>
              </a:ext>
            </a:extLst>
          </p:cNvPr>
          <p:cNvSpPr/>
          <p:nvPr/>
        </p:nvSpPr>
        <p:spPr>
          <a:xfrm>
            <a:off x="8764418" y="3857800"/>
            <a:ext cx="117405" cy="117405"/>
          </a:xfrm>
          <a:prstGeom prst="ellipse">
            <a:avLst/>
          </a:prstGeom>
          <a:solidFill>
            <a:srgbClr val="E066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pt17">
            <a:extLst>
              <a:ext uri="{FF2B5EF4-FFF2-40B4-BE49-F238E27FC236}">
                <a16:creationId xmlns:a16="http://schemas.microsoft.com/office/drawing/2014/main" id="{5A57D31F-95E0-460D-B3BA-A09F2416A9B4}"/>
              </a:ext>
            </a:extLst>
          </p:cNvPr>
          <p:cNvSpPr/>
          <p:nvPr/>
        </p:nvSpPr>
        <p:spPr>
          <a:xfrm>
            <a:off x="7306494" y="4024587"/>
            <a:ext cx="117405" cy="11740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pt18">
            <a:extLst>
              <a:ext uri="{FF2B5EF4-FFF2-40B4-BE49-F238E27FC236}">
                <a16:creationId xmlns:a16="http://schemas.microsoft.com/office/drawing/2014/main" id="{9F77881E-A47D-D0B5-8D9C-8CDAF6AB1CD1}"/>
              </a:ext>
            </a:extLst>
          </p:cNvPr>
          <p:cNvSpPr/>
          <p:nvPr/>
        </p:nvSpPr>
        <p:spPr>
          <a:xfrm>
            <a:off x="7063021" y="4024595"/>
            <a:ext cx="117405" cy="11740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t19">
            <a:extLst>
              <a:ext uri="{FF2B5EF4-FFF2-40B4-BE49-F238E27FC236}">
                <a16:creationId xmlns:a16="http://schemas.microsoft.com/office/drawing/2014/main" id="{BFC651E6-D744-F66E-C4CE-3E675961F96C}"/>
              </a:ext>
            </a:extLst>
          </p:cNvPr>
          <p:cNvSpPr/>
          <p:nvPr/>
        </p:nvSpPr>
        <p:spPr>
          <a:xfrm>
            <a:off x="7392658" y="4024659"/>
            <a:ext cx="117405" cy="11740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pt20">
            <a:extLst>
              <a:ext uri="{FF2B5EF4-FFF2-40B4-BE49-F238E27FC236}">
                <a16:creationId xmlns:a16="http://schemas.microsoft.com/office/drawing/2014/main" id="{6BF879BF-1B73-9FD6-FD60-11FE2A722CB9}"/>
              </a:ext>
            </a:extLst>
          </p:cNvPr>
          <p:cNvSpPr/>
          <p:nvPr/>
        </p:nvSpPr>
        <p:spPr>
          <a:xfrm>
            <a:off x="7703731" y="4074115"/>
            <a:ext cx="117405" cy="11740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pt21">
            <a:extLst>
              <a:ext uri="{FF2B5EF4-FFF2-40B4-BE49-F238E27FC236}">
                <a16:creationId xmlns:a16="http://schemas.microsoft.com/office/drawing/2014/main" id="{91C24BB7-44CC-34BB-7045-11F789CEA32F}"/>
              </a:ext>
            </a:extLst>
          </p:cNvPr>
          <p:cNvSpPr/>
          <p:nvPr/>
        </p:nvSpPr>
        <p:spPr>
          <a:xfrm>
            <a:off x="8245780" y="3754250"/>
            <a:ext cx="117405" cy="11740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pt22">
            <a:extLst>
              <a:ext uri="{FF2B5EF4-FFF2-40B4-BE49-F238E27FC236}">
                <a16:creationId xmlns:a16="http://schemas.microsoft.com/office/drawing/2014/main" id="{02D769BE-6D46-1CE2-EF08-5A816AF64D13}"/>
              </a:ext>
            </a:extLst>
          </p:cNvPr>
          <p:cNvSpPr/>
          <p:nvPr/>
        </p:nvSpPr>
        <p:spPr>
          <a:xfrm>
            <a:off x="3123424" y="4481608"/>
            <a:ext cx="117405" cy="117405"/>
          </a:xfrm>
          <a:prstGeom prst="ellipse">
            <a:avLst/>
          </a:prstGeom>
          <a:solidFill>
            <a:srgbClr val="FF6347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pt23">
            <a:extLst>
              <a:ext uri="{FF2B5EF4-FFF2-40B4-BE49-F238E27FC236}">
                <a16:creationId xmlns:a16="http://schemas.microsoft.com/office/drawing/2014/main" id="{4BF9F374-766B-3ECF-BAB0-643353C53B3B}"/>
              </a:ext>
            </a:extLst>
          </p:cNvPr>
          <p:cNvSpPr/>
          <p:nvPr/>
        </p:nvSpPr>
        <p:spPr>
          <a:xfrm>
            <a:off x="2652690" y="6463506"/>
            <a:ext cx="117405" cy="117405"/>
          </a:xfrm>
          <a:prstGeom prst="ellipse">
            <a:avLst/>
          </a:prstGeom>
          <a:solidFill>
            <a:srgbClr val="CCCCC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pg24">
            <a:extLst>
              <a:ext uri="{FF2B5EF4-FFF2-40B4-BE49-F238E27FC236}">
                <a16:creationId xmlns:a16="http://schemas.microsoft.com/office/drawing/2014/main" id="{5E89DB8F-304A-CE22-6279-41AF1E846318}"/>
              </a:ext>
            </a:extLst>
          </p:cNvPr>
          <p:cNvSpPr/>
          <p:nvPr/>
        </p:nvSpPr>
        <p:spPr>
          <a:xfrm>
            <a:off x="4228755" y="4136235"/>
            <a:ext cx="117404" cy="117405"/>
          </a:xfrm>
          <a:custGeom>
            <a:avLst/>
            <a:gdLst/>
            <a:ahLst/>
            <a:cxnLst/>
            <a:rect l="0" t="0" r="0" b="0"/>
            <a:pathLst>
              <a:path w="117404" h="117405">
                <a:moveTo>
                  <a:pt x="0" y="117405"/>
                </a:moveTo>
                <a:lnTo>
                  <a:pt x="117404" y="117405"/>
                </a:lnTo>
                <a:lnTo>
                  <a:pt x="117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pg25">
            <a:extLst>
              <a:ext uri="{FF2B5EF4-FFF2-40B4-BE49-F238E27FC236}">
                <a16:creationId xmlns:a16="http://schemas.microsoft.com/office/drawing/2014/main" id="{4238CDBA-349B-4127-485A-DAE4C952F53F}"/>
              </a:ext>
            </a:extLst>
          </p:cNvPr>
          <p:cNvSpPr/>
          <p:nvPr/>
        </p:nvSpPr>
        <p:spPr>
          <a:xfrm>
            <a:off x="8622724" y="5002477"/>
            <a:ext cx="117405" cy="117405"/>
          </a:xfrm>
          <a:custGeom>
            <a:avLst/>
            <a:gdLst/>
            <a:ahLst/>
            <a:cxnLst/>
            <a:rect l="0" t="0" r="0" b="0"/>
            <a:pathLst>
              <a:path w="117405" h="117405">
                <a:moveTo>
                  <a:pt x="0" y="117405"/>
                </a:moveTo>
                <a:lnTo>
                  <a:pt x="117405" y="117405"/>
                </a:lnTo>
                <a:lnTo>
                  <a:pt x="117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8" name="pt26">
            <a:extLst>
              <a:ext uri="{FF2B5EF4-FFF2-40B4-BE49-F238E27FC236}">
                <a16:creationId xmlns:a16="http://schemas.microsoft.com/office/drawing/2014/main" id="{831E6ED9-9E7A-A8FD-7755-B1D0BCB8C822}"/>
              </a:ext>
            </a:extLst>
          </p:cNvPr>
          <p:cNvSpPr/>
          <p:nvPr/>
        </p:nvSpPr>
        <p:spPr>
          <a:xfrm>
            <a:off x="4186542" y="6689380"/>
            <a:ext cx="117405" cy="117405"/>
          </a:xfrm>
          <a:prstGeom prst="ellipse">
            <a:avLst/>
          </a:prstGeom>
          <a:solidFill>
            <a:srgbClr val="CCCCC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9" name="pg27">
            <a:extLst>
              <a:ext uri="{FF2B5EF4-FFF2-40B4-BE49-F238E27FC236}">
                <a16:creationId xmlns:a16="http://schemas.microsoft.com/office/drawing/2014/main" id="{0224029F-D832-E223-BCA6-1AC26C5BD6D3}"/>
              </a:ext>
            </a:extLst>
          </p:cNvPr>
          <p:cNvSpPr/>
          <p:nvPr/>
        </p:nvSpPr>
        <p:spPr>
          <a:xfrm>
            <a:off x="4084305" y="6261771"/>
            <a:ext cx="117404" cy="117404"/>
          </a:xfrm>
          <a:custGeom>
            <a:avLst/>
            <a:gdLst/>
            <a:ahLst/>
            <a:cxnLst/>
            <a:rect l="0" t="0" r="0" b="0"/>
            <a:pathLst>
              <a:path w="117404" h="117404">
                <a:moveTo>
                  <a:pt x="0" y="117404"/>
                </a:moveTo>
                <a:lnTo>
                  <a:pt x="117404" y="117404"/>
                </a:lnTo>
                <a:lnTo>
                  <a:pt x="117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0" name="pt28">
            <a:extLst>
              <a:ext uri="{FF2B5EF4-FFF2-40B4-BE49-F238E27FC236}">
                <a16:creationId xmlns:a16="http://schemas.microsoft.com/office/drawing/2014/main" id="{FE025D78-015E-FBD9-ACFD-1CF927DBE6FC}"/>
              </a:ext>
            </a:extLst>
          </p:cNvPr>
          <p:cNvSpPr/>
          <p:nvPr/>
        </p:nvSpPr>
        <p:spPr>
          <a:xfrm>
            <a:off x="3754675" y="5572862"/>
            <a:ext cx="117405" cy="117405"/>
          </a:xfrm>
          <a:prstGeom prst="ellipse">
            <a:avLst/>
          </a:prstGeom>
          <a:solidFill>
            <a:srgbClr val="FF8C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1" name="pt29">
            <a:extLst>
              <a:ext uri="{FF2B5EF4-FFF2-40B4-BE49-F238E27FC236}">
                <a16:creationId xmlns:a16="http://schemas.microsoft.com/office/drawing/2014/main" id="{DF13F948-F3B1-8D7A-065E-9329FB797C1B}"/>
              </a:ext>
            </a:extLst>
          </p:cNvPr>
          <p:cNvSpPr/>
          <p:nvPr/>
        </p:nvSpPr>
        <p:spPr>
          <a:xfrm>
            <a:off x="3503777" y="6668785"/>
            <a:ext cx="117405" cy="117405"/>
          </a:xfrm>
          <a:prstGeom prst="ellipse">
            <a:avLst/>
          </a:prstGeom>
          <a:solidFill>
            <a:srgbClr val="CCCCC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2" name="pg30">
            <a:extLst>
              <a:ext uri="{FF2B5EF4-FFF2-40B4-BE49-F238E27FC236}">
                <a16:creationId xmlns:a16="http://schemas.microsoft.com/office/drawing/2014/main" id="{EE146BA5-9FAD-46D5-2170-BB340796C6D1}"/>
              </a:ext>
            </a:extLst>
          </p:cNvPr>
          <p:cNvSpPr/>
          <p:nvPr/>
        </p:nvSpPr>
        <p:spPr>
          <a:xfrm>
            <a:off x="3084847" y="6585796"/>
            <a:ext cx="117405" cy="117404"/>
          </a:xfrm>
          <a:custGeom>
            <a:avLst/>
            <a:gdLst/>
            <a:ahLst/>
            <a:cxnLst/>
            <a:rect l="0" t="0" r="0" b="0"/>
            <a:pathLst>
              <a:path w="117405" h="117404">
                <a:moveTo>
                  <a:pt x="0" y="117404"/>
                </a:moveTo>
                <a:lnTo>
                  <a:pt x="117405" y="117404"/>
                </a:lnTo>
                <a:lnTo>
                  <a:pt x="117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FF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3" name="pt31">
            <a:extLst>
              <a:ext uri="{FF2B5EF4-FFF2-40B4-BE49-F238E27FC236}">
                <a16:creationId xmlns:a16="http://schemas.microsoft.com/office/drawing/2014/main" id="{A6209038-ED84-81AF-90AE-6DBED553145B}"/>
              </a:ext>
            </a:extLst>
          </p:cNvPr>
          <p:cNvSpPr/>
          <p:nvPr/>
        </p:nvSpPr>
        <p:spPr>
          <a:xfrm>
            <a:off x="4249878" y="3817557"/>
            <a:ext cx="117405" cy="117405"/>
          </a:xfrm>
          <a:prstGeom prst="ellipse">
            <a:avLst/>
          </a:prstGeom>
          <a:solidFill>
            <a:srgbClr val="DB70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4" name="pt32">
            <a:extLst>
              <a:ext uri="{FF2B5EF4-FFF2-40B4-BE49-F238E27FC236}">
                <a16:creationId xmlns:a16="http://schemas.microsoft.com/office/drawing/2014/main" id="{64CC26B6-22F5-B1B1-7266-8A37D29CBC25}"/>
              </a:ext>
            </a:extLst>
          </p:cNvPr>
          <p:cNvSpPr/>
          <p:nvPr/>
        </p:nvSpPr>
        <p:spPr>
          <a:xfrm>
            <a:off x="2690903" y="3817539"/>
            <a:ext cx="117405" cy="117405"/>
          </a:xfrm>
          <a:prstGeom prst="ellipse">
            <a:avLst/>
          </a:prstGeom>
          <a:solidFill>
            <a:srgbClr val="DB70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5" name="pg33">
            <a:extLst>
              <a:ext uri="{FF2B5EF4-FFF2-40B4-BE49-F238E27FC236}">
                <a16:creationId xmlns:a16="http://schemas.microsoft.com/office/drawing/2014/main" id="{F63881FB-E78B-3834-3C48-F152D4F5E117}"/>
              </a:ext>
            </a:extLst>
          </p:cNvPr>
          <p:cNvSpPr/>
          <p:nvPr/>
        </p:nvSpPr>
        <p:spPr>
          <a:xfrm>
            <a:off x="8674401" y="5895769"/>
            <a:ext cx="117405" cy="117404"/>
          </a:xfrm>
          <a:custGeom>
            <a:avLst/>
            <a:gdLst/>
            <a:ahLst/>
            <a:cxnLst/>
            <a:rect l="0" t="0" r="0" b="0"/>
            <a:pathLst>
              <a:path w="117405" h="117404">
                <a:moveTo>
                  <a:pt x="0" y="117404"/>
                </a:moveTo>
                <a:lnTo>
                  <a:pt x="117405" y="117404"/>
                </a:lnTo>
                <a:lnTo>
                  <a:pt x="11740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7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6" name="pt34">
            <a:extLst>
              <a:ext uri="{FF2B5EF4-FFF2-40B4-BE49-F238E27FC236}">
                <a16:creationId xmlns:a16="http://schemas.microsoft.com/office/drawing/2014/main" id="{2B12633E-0FCA-5CA2-9EE4-F98882382AA3}"/>
              </a:ext>
            </a:extLst>
          </p:cNvPr>
          <p:cNvSpPr/>
          <p:nvPr/>
        </p:nvSpPr>
        <p:spPr>
          <a:xfrm>
            <a:off x="3323796" y="4756127"/>
            <a:ext cx="117405" cy="117405"/>
          </a:xfrm>
          <a:prstGeom prst="ellipse">
            <a:avLst/>
          </a:prstGeom>
          <a:solidFill>
            <a:srgbClr val="FFA07A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" name="pt35">
            <a:extLst>
              <a:ext uri="{FF2B5EF4-FFF2-40B4-BE49-F238E27FC236}">
                <a16:creationId xmlns:a16="http://schemas.microsoft.com/office/drawing/2014/main" id="{AFF92F5E-F9C4-DA9A-20D4-0408FF64C4C3}"/>
              </a:ext>
            </a:extLst>
          </p:cNvPr>
          <p:cNvSpPr/>
          <p:nvPr/>
        </p:nvSpPr>
        <p:spPr>
          <a:xfrm>
            <a:off x="7676898" y="4262883"/>
            <a:ext cx="117405" cy="117405"/>
          </a:xfrm>
          <a:prstGeom prst="ellipse">
            <a:avLst/>
          </a:prstGeom>
          <a:solidFill>
            <a:srgbClr val="FF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pg36">
            <a:extLst>
              <a:ext uri="{FF2B5EF4-FFF2-40B4-BE49-F238E27FC236}">
                <a16:creationId xmlns:a16="http://schemas.microsoft.com/office/drawing/2014/main" id="{2D7157B6-E014-68CD-2D03-8CD22870FC4F}"/>
              </a:ext>
            </a:extLst>
          </p:cNvPr>
          <p:cNvSpPr/>
          <p:nvPr/>
        </p:nvSpPr>
        <p:spPr>
          <a:xfrm>
            <a:off x="3300530" y="4867085"/>
            <a:ext cx="117404" cy="117405"/>
          </a:xfrm>
          <a:custGeom>
            <a:avLst/>
            <a:gdLst/>
            <a:ahLst/>
            <a:cxnLst/>
            <a:rect l="0" t="0" r="0" b="0"/>
            <a:pathLst>
              <a:path w="117404" h="117405">
                <a:moveTo>
                  <a:pt x="0" y="117405"/>
                </a:moveTo>
                <a:lnTo>
                  <a:pt x="117404" y="117405"/>
                </a:lnTo>
                <a:lnTo>
                  <a:pt x="117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C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pg37">
            <a:extLst>
              <a:ext uri="{FF2B5EF4-FFF2-40B4-BE49-F238E27FC236}">
                <a16:creationId xmlns:a16="http://schemas.microsoft.com/office/drawing/2014/main" id="{949F676C-3279-7651-6007-8EA52C964015}"/>
              </a:ext>
            </a:extLst>
          </p:cNvPr>
          <p:cNvSpPr/>
          <p:nvPr/>
        </p:nvSpPr>
        <p:spPr>
          <a:xfrm>
            <a:off x="3928469" y="4206284"/>
            <a:ext cx="117404" cy="117405"/>
          </a:xfrm>
          <a:custGeom>
            <a:avLst/>
            <a:gdLst/>
            <a:ahLst/>
            <a:cxnLst/>
            <a:rect l="0" t="0" r="0" b="0"/>
            <a:pathLst>
              <a:path w="117404" h="117405">
                <a:moveTo>
                  <a:pt x="0" y="117405"/>
                </a:moveTo>
                <a:lnTo>
                  <a:pt x="117404" y="117405"/>
                </a:lnTo>
                <a:lnTo>
                  <a:pt x="117404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C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pg38">
            <a:extLst>
              <a:ext uri="{FF2B5EF4-FFF2-40B4-BE49-F238E27FC236}">
                <a16:creationId xmlns:a16="http://schemas.microsoft.com/office/drawing/2014/main" id="{6372A9DC-F851-612B-1E9C-44DDB5879DAC}"/>
              </a:ext>
            </a:extLst>
          </p:cNvPr>
          <p:cNvSpPr/>
          <p:nvPr/>
        </p:nvSpPr>
        <p:spPr>
          <a:xfrm>
            <a:off x="8509435" y="5345930"/>
            <a:ext cx="158117" cy="136934"/>
          </a:xfrm>
          <a:custGeom>
            <a:avLst/>
            <a:gdLst/>
            <a:ahLst/>
            <a:cxnLst/>
            <a:rect l="0" t="0" r="0" b="0"/>
            <a:pathLst>
              <a:path w="158117" h="136934">
                <a:moveTo>
                  <a:pt x="79058" y="0"/>
                </a:moveTo>
                <a:lnTo>
                  <a:pt x="158117" y="136934"/>
                </a:lnTo>
                <a:lnTo>
                  <a:pt x="0" y="136934"/>
                </a:lnTo>
                <a:close/>
              </a:path>
            </a:pathLst>
          </a:custGeom>
          <a:solidFill>
            <a:srgbClr val="ED90A4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pt39">
            <a:extLst>
              <a:ext uri="{FF2B5EF4-FFF2-40B4-BE49-F238E27FC236}">
                <a16:creationId xmlns:a16="http://schemas.microsoft.com/office/drawing/2014/main" id="{49E390CA-8FAE-C76A-DA42-0C85E8D3F479}"/>
              </a:ext>
            </a:extLst>
          </p:cNvPr>
          <p:cNvSpPr/>
          <p:nvPr/>
        </p:nvSpPr>
        <p:spPr>
          <a:xfrm>
            <a:off x="3417735" y="6109566"/>
            <a:ext cx="117405" cy="117405"/>
          </a:xfrm>
          <a:prstGeom prst="ellipse">
            <a:avLst/>
          </a:prstGeom>
          <a:solidFill>
            <a:srgbClr val="9AFF9A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t40">
            <a:extLst>
              <a:ext uri="{FF2B5EF4-FFF2-40B4-BE49-F238E27FC236}">
                <a16:creationId xmlns:a16="http://schemas.microsoft.com/office/drawing/2014/main" id="{EC8446ED-65EB-47F1-DFFB-BD785FA2F65C}"/>
              </a:ext>
            </a:extLst>
          </p:cNvPr>
          <p:cNvSpPr/>
          <p:nvPr/>
        </p:nvSpPr>
        <p:spPr>
          <a:xfrm>
            <a:off x="4005504" y="6668713"/>
            <a:ext cx="117405" cy="117405"/>
          </a:xfrm>
          <a:prstGeom prst="ellipse">
            <a:avLst/>
          </a:prstGeom>
          <a:solidFill>
            <a:srgbClr val="CCCCC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pl41">
            <a:extLst>
              <a:ext uri="{FF2B5EF4-FFF2-40B4-BE49-F238E27FC236}">
                <a16:creationId xmlns:a16="http://schemas.microsoft.com/office/drawing/2014/main" id="{736097CD-80C8-7E59-CB62-AD2EB9D1EE5C}"/>
              </a:ext>
            </a:extLst>
          </p:cNvPr>
          <p:cNvSpPr/>
          <p:nvPr/>
        </p:nvSpPr>
        <p:spPr>
          <a:xfrm>
            <a:off x="946537" y="2011010"/>
            <a:ext cx="0" cy="6602248"/>
          </a:xfrm>
          <a:custGeom>
            <a:avLst/>
            <a:gdLst/>
            <a:ahLst/>
            <a:cxnLst/>
            <a:rect l="0" t="0" r="0" b="0"/>
            <a:pathLst>
              <a:path h="6602248">
                <a:moveTo>
                  <a:pt x="0" y="6602248"/>
                </a:moveTo>
                <a:lnTo>
                  <a:pt x="0" y="0"/>
                </a:lnTo>
              </a:path>
            </a:pathLst>
          </a:custGeom>
          <a:ln w="19710" cap="flat">
            <a:solidFill>
              <a:srgbClr val="000000">
                <a:alpha val="100000"/>
              </a:srgbClr>
            </a:solidFill>
            <a:prstDash val="solid"/>
            <a:round/>
          </a:ln>
        </p:spPr>
        <p:txBody>
          <a:bodyPr/>
          <a:lstStyle/>
          <a:p>
            <a:endParaRPr/>
          </a:p>
        </p:txBody>
      </p:sp>
      <p:sp>
        <p:nvSpPr>
          <p:cNvPr id="44" name="tx42">
            <a:extLst>
              <a:ext uri="{FF2B5EF4-FFF2-40B4-BE49-F238E27FC236}">
                <a16:creationId xmlns:a16="http://schemas.microsoft.com/office/drawing/2014/main" id="{1FFEDFA8-A3FE-160C-5B41-46E67E32E178}"/>
              </a:ext>
            </a:extLst>
          </p:cNvPr>
          <p:cNvSpPr/>
          <p:nvPr/>
        </p:nvSpPr>
        <p:spPr>
          <a:xfrm>
            <a:off x="356071" y="7529569"/>
            <a:ext cx="499367" cy="1299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1e+02</a:t>
            </a:r>
          </a:p>
        </p:txBody>
      </p:sp>
      <p:sp>
        <p:nvSpPr>
          <p:cNvPr id="45" name="tx43">
            <a:extLst>
              <a:ext uri="{FF2B5EF4-FFF2-40B4-BE49-F238E27FC236}">
                <a16:creationId xmlns:a16="http://schemas.microsoft.com/office/drawing/2014/main" id="{DE9FBAB4-72AA-7656-77F1-881DB3CF8551}"/>
              </a:ext>
            </a:extLst>
          </p:cNvPr>
          <p:cNvSpPr/>
          <p:nvPr/>
        </p:nvSpPr>
        <p:spPr>
          <a:xfrm>
            <a:off x="356071" y="5676309"/>
            <a:ext cx="499367" cy="1299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1e+04</a:t>
            </a:r>
          </a:p>
        </p:txBody>
      </p:sp>
      <p:sp>
        <p:nvSpPr>
          <p:cNvPr id="46" name="tx44">
            <a:extLst>
              <a:ext uri="{FF2B5EF4-FFF2-40B4-BE49-F238E27FC236}">
                <a16:creationId xmlns:a16="http://schemas.microsoft.com/office/drawing/2014/main" id="{20320EC5-3F59-6BC1-C817-3FF26F96F3DC}"/>
              </a:ext>
            </a:extLst>
          </p:cNvPr>
          <p:cNvSpPr/>
          <p:nvPr/>
        </p:nvSpPr>
        <p:spPr>
          <a:xfrm>
            <a:off x="356071" y="3823048"/>
            <a:ext cx="499367" cy="1299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1e+06</a:t>
            </a:r>
          </a:p>
        </p:txBody>
      </p:sp>
      <p:sp>
        <p:nvSpPr>
          <p:cNvPr id="47" name="tx45">
            <a:extLst>
              <a:ext uri="{FF2B5EF4-FFF2-40B4-BE49-F238E27FC236}">
                <a16:creationId xmlns:a16="http://schemas.microsoft.com/office/drawing/2014/main" id="{934DA0E9-2344-8F0E-9822-5F8157B6F09A}"/>
              </a:ext>
            </a:extLst>
          </p:cNvPr>
          <p:cNvSpPr/>
          <p:nvPr/>
        </p:nvSpPr>
        <p:spPr>
          <a:xfrm>
            <a:off x="356071" y="1969788"/>
            <a:ext cx="499367" cy="1299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4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1e+08</a:t>
            </a:r>
          </a:p>
        </p:txBody>
      </p:sp>
      <p:sp>
        <p:nvSpPr>
          <p:cNvPr id="48" name="tx50">
            <a:extLst>
              <a:ext uri="{FF2B5EF4-FFF2-40B4-BE49-F238E27FC236}">
                <a16:creationId xmlns:a16="http://schemas.microsoft.com/office/drawing/2014/main" id="{0CDD16FA-264E-99FF-9D9E-2BF044D4A034}"/>
              </a:ext>
            </a:extLst>
          </p:cNvPr>
          <p:cNvSpPr/>
          <p:nvPr/>
        </p:nvSpPr>
        <p:spPr>
          <a:xfrm rot="16200000">
            <a:off x="-1826005" y="5216785"/>
            <a:ext cx="3986708" cy="190698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600"/>
              </a:lnSpc>
              <a:spcBef>
                <a:spcPts val="0"/>
              </a:spcBef>
              <a:spcAft>
                <a:spcPts val="0"/>
              </a:spcAft>
            </a:pPr>
            <a:r>
              <a:rPr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Number of patient movements per year (log)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ED223DF7-73AB-FD6E-EFCA-0DB4AC6D0E26}"/>
              </a:ext>
            </a:extLst>
          </p:cNvPr>
          <p:cNvSpPr txBox="1"/>
          <p:nvPr/>
        </p:nvSpPr>
        <p:spPr>
          <a:xfrm>
            <a:off x="-124677" y="1404000"/>
            <a:ext cx="5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</p:spTree>
    <p:extLst>
      <p:ext uri="{BB962C8B-B14F-4D97-AF65-F5344CB8AC3E}">
        <p14:creationId xmlns:p14="http://schemas.microsoft.com/office/powerpoint/2010/main" val="6842418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0" name="Groupe 229">
            <a:extLst>
              <a:ext uri="{FF2B5EF4-FFF2-40B4-BE49-F238E27FC236}">
                <a16:creationId xmlns:a16="http://schemas.microsoft.com/office/drawing/2014/main" id="{4B109BD2-C20C-4CC9-BD5B-8FFE07E3B098}"/>
              </a:ext>
            </a:extLst>
          </p:cNvPr>
          <p:cNvGrpSpPr/>
          <p:nvPr/>
        </p:nvGrpSpPr>
        <p:grpSpPr>
          <a:xfrm>
            <a:off x="-344625" y="-5640150"/>
            <a:ext cx="10800000" cy="7200000"/>
            <a:chOff x="0" y="0"/>
            <a:chExt cx="10800000" cy="7200000"/>
          </a:xfrm>
        </p:grpSpPr>
        <p:sp>
          <p:nvSpPr>
            <p:cNvPr id="231" name="rc3">
              <a:extLst>
                <a:ext uri="{FF2B5EF4-FFF2-40B4-BE49-F238E27FC236}">
                  <a16:creationId xmlns:a16="http://schemas.microsoft.com/office/drawing/2014/main" id="{1481F189-120B-4B6E-A3DB-FE04192FC4C4}"/>
                </a:ext>
              </a:extLst>
            </p:cNvPr>
            <p:cNvSpPr/>
            <p:nvPr/>
          </p:nvSpPr>
          <p:spPr>
            <a:xfrm>
              <a:off x="0" y="0"/>
              <a:ext cx="10800000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2" name="rc4">
              <a:extLst>
                <a:ext uri="{FF2B5EF4-FFF2-40B4-BE49-F238E27FC236}">
                  <a16:creationId xmlns:a16="http://schemas.microsoft.com/office/drawing/2014/main" id="{A23F46BA-9F6F-4EAC-8FFB-6165547A8F80}"/>
                </a:ext>
              </a:extLst>
            </p:cNvPr>
            <p:cNvSpPr/>
            <p:nvPr/>
          </p:nvSpPr>
          <p:spPr>
            <a:xfrm>
              <a:off x="0" y="0"/>
              <a:ext cx="10799999" cy="7200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 dirty="0"/>
            </a:p>
          </p:txBody>
        </p:sp>
        <p:sp>
          <p:nvSpPr>
            <p:cNvPr id="233" name="pg5">
              <a:extLst>
                <a:ext uri="{FF2B5EF4-FFF2-40B4-BE49-F238E27FC236}">
                  <a16:creationId xmlns:a16="http://schemas.microsoft.com/office/drawing/2014/main" id="{72A43958-D225-4444-9797-160886D25C5F}"/>
                </a:ext>
              </a:extLst>
            </p:cNvPr>
            <p:cNvSpPr/>
            <p:nvPr/>
          </p:nvSpPr>
          <p:spPr>
            <a:xfrm>
              <a:off x="1124766" y="822943"/>
              <a:ext cx="2592212" cy="4804560"/>
            </a:xfrm>
            <a:custGeom>
              <a:avLst/>
              <a:gdLst/>
              <a:ahLst/>
              <a:cxnLst/>
              <a:rect l="0" t="0" r="0" b="0"/>
              <a:pathLst>
                <a:path w="2592212" h="4804560">
                  <a:moveTo>
                    <a:pt x="1289969" y="4804560"/>
                  </a:moveTo>
                  <a:lnTo>
                    <a:pt x="1289522" y="4792983"/>
                  </a:lnTo>
                  <a:lnTo>
                    <a:pt x="1289044" y="4781405"/>
                  </a:lnTo>
                  <a:lnTo>
                    <a:pt x="1288531" y="4769828"/>
                  </a:lnTo>
                  <a:lnTo>
                    <a:pt x="1288001" y="4758251"/>
                  </a:lnTo>
                  <a:lnTo>
                    <a:pt x="1287416" y="4746674"/>
                  </a:lnTo>
                  <a:lnTo>
                    <a:pt x="1286809" y="4735096"/>
                  </a:lnTo>
                  <a:lnTo>
                    <a:pt x="1286163" y="4723519"/>
                  </a:lnTo>
                  <a:lnTo>
                    <a:pt x="1285471" y="4711942"/>
                  </a:lnTo>
                  <a:lnTo>
                    <a:pt x="1284756" y="4700365"/>
                  </a:lnTo>
                  <a:lnTo>
                    <a:pt x="1283973" y="4688787"/>
                  </a:lnTo>
                  <a:lnTo>
                    <a:pt x="1283161" y="4677210"/>
                  </a:lnTo>
                  <a:lnTo>
                    <a:pt x="1282301" y="4665633"/>
                  </a:lnTo>
                  <a:lnTo>
                    <a:pt x="1281381" y="4654056"/>
                  </a:lnTo>
                  <a:lnTo>
                    <a:pt x="1280434" y="4642478"/>
                  </a:lnTo>
                  <a:lnTo>
                    <a:pt x="1279402" y="4630901"/>
                  </a:lnTo>
                  <a:lnTo>
                    <a:pt x="1278332" y="4619324"/>
                  </a:lnTo>
                  <a:lnTo>
                    <a:pt x="1277205" y="4607747"/>
                  </a:lnTo>
                  <a:lnTo>
                    <a:pt x="1276003" y="4596169"/>
                  </a:lnTo>
                  <a:lnTo>
                    <a:pt x="1274766" y="4584592"/>
                  </a:lnTo>
                  <a:lnTo>
                    <a:pt x="1273428" y="4573015"/>
                  </a:lnTo>
                  <a:lnTo>
                    <a:pt x="1272043" y="4561438"/>
                  </a:lnTo>
                  <a:lnTo>
                    <a:pt x="1270589" y="4549860"/>
                  </a:lnTo>
                  <a:lnTo>
                    <a:pt x="1269043" y="4538283"/>
                  </a:lnTo>
                  <a:lnTo>
                    <a:pt x="1267454" y="4526706"/>
                  </a:lnTo>
                  <a:lnTo>
                    <a:pt x="1265747" y="4515129"/>
                  </a:lnTo>
                  <a:lnTo>
                    <a:pt x="1263981" y="4503551"/>
                  </a:lnTo>
                  <a:lnTo>
                    <a:pt x="1262137" y="4491974"/>
                  </a:lnTo>
                  <a:lnTo>
                    <a:pt x="1260180" y="4480397"/>
                  </a:lnTo>
                  <a:lnTo>
                    <a:pt x="1258173" y="4468820"/>
                  </a:lnTo>
                  <a:lnTo>
                    <a:pt x="1256031" y="4457242"/>
                  </a:lnTo>
                  <a:lnTo>
                    <a:pt x="1253816" y="4445665"/>
                  </a:lnTo>
                  <a:lnTo>
                    <a:pt x="1251514" y="4434088"/>
                  </a:lnTo>
                  <a:lnTo>
                    <a:pt x="1249078" y="4422511"/>
                  </a:lnTo>
                  <a:lnTo>
                    <a:pt x="1246585" y="4410933"/>
                  </a:lnTo>
                  <a:lnTo>
                    <a:pt x="1243940" y="4399356"/>
                  </a:lnTo>
                  <a:lnTo>
                    <a:pt x="1241210" y="4387779"/>
                  </a:lnTo>
                  <a:lnTo>
                    <a:pt x="1238383" y="4376202"/>
                  </a:lnTo>
                  <a:lnTo>
                    <a:pt x="1235403" y="4364624"/>
                  </a:lnTo>
                  <a:lnTo>
                    <a:pt x="1232358" y="4353047"/>
                  </a:lnTo>
                  <a:lnTo>
                    <a:pt x="1229148" y="4341470"/>
                  </a:lnTo>
                  <a:lnTo>
                    <a:pt x="1225838" y="4329893"/>
                  </a:lnTo>
                  <a:lnTo>
                    <a:pt x="1222426" y="4318315"/>
                  </a:lnTo>
                  <a:lnTo>
                    <a:pt x="1218842" y="4306738"/>
                  </a:lnTo>
                  <a:lnTo>
                    <a:pt x="1215187" y="4295161"/>
                  </a:lnTo>
                  <a:lnTo>
                    <a:pt x="1211356" y="4283584"/>
                  </a:lnTo>
                  <a:lnTo>
                    <a:pt x="1207414" y="4272006"/>
                  </a:lnTo>
                  <a:lnTo>
                    <a:pt x="1203366" y="4260429"/>
                  </a:lnTo>
                  <a:lnTo>
                    <a:pt x="1199131" y="4248852"/>
                  </a:lnTo>
                  <a:lnTo>
                    <a:pt x="1194820" y="4237274"/>
                  </a:lnTo>
                  <a:lnTo>
                    <a:pt x="1190329" y="4225697"/>
                  </a:lnTo>
                  <a:lnTo>
                    <a:pt x="1185717" y="4214120"/>
                  </a:lnTo>
                  <a:lnTo>
                    <a:pt x="1181000" y="4202543"/>
                  </a:lnTo>
                  <a:lnTo>
                    <a:pt x="1176085" y="4190965"/>
                  </a:lnTo>
                  <a:lnTo>
                    <a:pt x="1171092" y="4179388"/>
                  </a:lnTo>
                  <a:lnTo>
                    <a:pt x="1165920" y="4167811"/>
                  </a:lnTo>
                  <a:lnTo>
                    <a:pt x="1160624" y="4156234"/>
                  </a:lnTo>
                  <a:lnTo>
                    <a:pt x="1155225" y="4144656"/>
                  </a:lnTo>
                  <a:lnTo>
                    <a:pt x="1149627" y="4133079"/>
                  </a:lnTo>
                  <a:lnTo>
                    <a:pt x="1143952" y="4121502"/>
                  </a:lnTo>
                  <a:lnTo>
                    <a:pt x="1138107" y="4109925"/>
                  </a:lnTo>
                  <a:lnTo>
                    <a:pt x="1132138" y="4098347"/>
                  </a:lnTo>
                  <a:lnTo>
                    <a:pt x="1126076" y="4086770"/>
                  </a:lnTo>
                  <a:lnTo>
                    <a:pt x="1119820" y="4075193"/>
                  </a:lnTo>
                  <a:lnTo>
                    <a:pt x="1113495" y="4063616"/>
                  </a:lnTo>
                  <a:lnTo>
                    <a:pt x="1107015" y="4052038"/>
                  </a:lnTo>
                  <a:lnTo>
                    <a:pt x="1100420" y="4040461"/>
                  </a:lnTo>
                  <a:lnTo>
                    <a:pt x="1093744" y="4028884"/>
                  </a:lnTo>
                  <a:lnTo>
                    <a:pt x="1086895" y="4017307"/>
                  </a:lnTo>
                  <a:lnTo>
                    <a:pt x="1079984" y="4005729"/>
                  </a:lnTo>
                  <a:lnTo>
                    <a:pt x="1072946" y="3994152"/>
                  </a:lnTo>
                  <a:lnTo>
                    <a:pt x="1065808" y="3982575"/>
                  </a:lnTo>
                  <a:lnTo>
                    <a:pt x="1058606" y="3970998"/>
                  </a:lnTo>
                  <a:lnTo>
                    <a:pt x="1051263" y="3959420"/>
                  </a:lnTo>
                  <a:lnTo>
                    <a:pt x="1043873" y="3947843"/>
                  </a:lnTo>
                  <a:lnTo>
                    <a:pt x="1036389" y="3936266"/>
                  </a:lnTo>
                  <a:lnTo>
                    <a:pt x="1028830" y="3924689"/>
                  </a:lnTo>
                  <a:lnTo>
                    <a:pt x="1021229" y="3913111"/>
                  </a:lnTo>
                  <a:lnTo>
                    <a:pt x="1013531" y="3901534"/>
                  </a:lnTo>
                  <a:lnTo>
                    <a:pt x="1005806" y="3889957"/>
                  </a:lnTo>
                  <a:lnTo>
                    <a:pt x="998026" y="3878380"/>
                  </a:lnTo>
                  <a:lnTo>
                    <a:pt x="990207" y="3866802"/>
                  </a:lnTo>
                  <a:lnTo>
                    <a:pt x="982368" y="3855225"/>
                  </a:lnTo>
                  <a:lnTo>
                    <a:pt x="974491" y="3843648"/>
                  </a:lnTo>
                  <a:lnTo>
                    <a:pt x="966610" y="3832071"/>
                  </a:lnTo>
                  <a:lnTo>
                    <a:pt x="958719" y="3820493"/>
                  </a:lnTo>
                  <a:lnTo>
                    <a:pt x="950833" y="3808916"/>
                  </a:lnTo>
                  <a:lnTo>
                    <a:pt x="942951" y="3797339"/>
                  </a:lnTo>
                  <a:lnTo>
                    <a:pt x="935102" y="3785762"/>
                  </a:lnTo>
                  <a:lnTo>
                    <a:pt x="927273" y="3774184"/>
                  </a:lnTo>
                  <a:lnTo>
                    <a:pt x="919483" y="3762607"/>
                  </a:lnTo>
                  <a:lnTo>
                    <a:pt x="911750" y="3751030"/>
                  </a:lnTo>
                  <a:lnTo>
                    <a:pt x="904046" y="3739453"/>
                  </a:lnTo>
                  <a:lnTo>
                    <a:pt x="896450" y="3727875"/>
                  </a:lnTo>
                  <a:lnTo>
                    <a:pt x="888903" y="3716298"/>
                  </a:lnTo>
                  <a:lnTo>
                    <a:pt x="881443" y="3704721"/>
                  </a:lnTo>
                  <a:lnTo>
                    <a:pt x="874097" y="3693144"/>
                  </a:lnTo>
                  <a:lnTo>
                    <a:pt x="866807" y="3681566"/>
                  </a:lnTo>
                  <a:lnTo>
                    <a:pt x="859697" y="3669989"/>
                  </a:lnTo>
                  <a:lnTo>
                    <a:pt x="852670" y="3658412"/>
                  </a:lnTo>
                  <a:lnTo>
                    <a:pt x="845774" y="3646835"/>
                  </a:lnTo>
                  <a:lnTo>
                    <a:pt x="839051" y="3635257"/>
                  </a:lnTo>
                  <a:lnTo>
                    <a:pt x="832411" y="3623680"/>
                  </a:lnTo>
                  <a:lnTo>
                    <a:pt x="826018" y="3612103"/>
                  </a:lnTo>
                  <a:lnTo>
                    <a:pt x="819740" y="3600526"/>
                  </a:lnTo>
                  <a:lnTo>
                    <a:pt x="813634" y="3588948"/>
                  </a:lnTo>
                  <a:lnTo>
                    <a:pt x="807757" y="3577371"/>
                  </a:lnTo>
                  <a:lnTo>
                    <a:pt x="801988" y="3565794"/>
                  </a:lnTo>
                  <a:lnTo>
                    <a:pt x="796521" y="3554216"/>
                  </a:lnTo>
                  <a:lnTo>
                    <a:pt x="791203" y="3542639"/>
                  </a:lnTo>
                  <a:lnTo>
                    <a:pt x="786087" y="3531062"/>
                  </a:lnTo>
                  <a:lnTo>
                    <a:pt x="781251" y="3519485"/>
                  </a:lnTo>
                  <a:lnTo>
                    <a:pt x="776543" y="3507907"/>
                  </a:lnTo>
                  <a:lnTo>
                    <a:pt x="772179" y="3496330"/>
                  </a:lnTo>
                  <a:lnTo>
                    <a:pt x="767992" y="3484753"/>
                  </a:lnTo>
                  <a:lnTo>
                    <a:pt x="764026" y="3473176"/>
                  </a:lnTo>
                  <a:lnTo>
                    <a:pt x="760383" y="3461598"/>
                  </a:lnTo>
                  <a:lnTo>
                    <a:pt x="756880" y="3450021"/>
                  </a:lnTo>
                  <a:lnTo>
                    <a:pt x="753746" y="3438444"/>
                  </a:lnTo>
                  <a:lnTo>
                    <a:pt x="750811" y="3426867"/>
                  </a:lnTo>
                  <a:lnTo>
                    <a:pt x="748106" y="3415289"/>
                  </a:lnTo>
                  <a:lnTo>
                    <a:pt x="745748" y="3403712"/>
                  </a:lnTo>
                  <a:lnTo>
                    <a:pt x="743539" y="3392135"/>
                  </a:lnTo>
                  <a:lnTo>
                    <a:pt x="741703" y="3380558"/>
                  </a:lnTo>
                  <a:lnTo>
                    <a:pt x="740078" y="3368980"/>
                  </a:lnTo>
                  <a:lnTo>
                    <a:pt x="738678" y="3357403"/>
                  </a:lnTo>
                  <a:lnTo>
                    <a:pt x="737635" y="3345826"/>
                  </a:lnTo>
                  <a:lnTo>
                    <a:pt x="736739" y="3334249"/>
                  </a:lnTo>
                  <a:lnTo>
                    <a:pt x="736202" y="3322671"/>
                  </a:lnTo>
                  <a:lnTo>
                    <a:pt x="735875" y="3311094"/>
                  </a:lnTo>
                  <a:lnTo>
                    <a:pt x="735758" y="3299517"/>
                  </a:lnTo>
                  <a:lnTo>
                    <a:pt x="735986" y="3287940"/>
                  </a:lnTo>
                  <a:lnTo>
                    <a:pt x="736351" y="3276362"/>
                  </a:lnTo>
                  <a:lnTo>
                    <a:pt x="737041" y="3264785"/>
                  </a:lnTo>
                  <a:lnTo>
                    <a:pt x="737930" y="3253208"/>
                  </a:lnTo>
                  <a:lnTo>
                    <a:pt x="739001" y="3241631"/>
                  </a:lnTo>
                  <a:lnTo>
                    <a:pt x="740384" y="3230053"/>
                  </a:lnTo>
                  <a:lnTo>
                    <a:pt x="741887" y="3218476"/>
                  </a:lnTo>
                  <a:lnTo>
                    <a:pt x="743664" y="3206899"/>
                  </a:lnTo>
                  <a:lnTo>
                    <a:pt x="745614" y="3195322"/>
                  </a:lnTo>
                  <a:lnTo>
                    <a:pt x="747710" y="3183744"/>
                  </a:lnTo>
                  <a:lnTo>
                    <a:pt x="750066" y="3172167"/>
                  </a:lnTo>
                  <a:lnTo>
                    <a:pt x="752517" y="3160590"/>
                  </a:lnTo>
                  <a:lnTo>
                    <a:pt x="755176" y="3149013"/>
                  </a:lnTo>
                  <a:lnTo>
                    <a:pt x="757970" y="3137435"/>
                  </a:lnTo>
                  <a:lnTo>
                    <a:pt x="760869" y="3125858"/>
                  </a:lnTo>
                  <a:lnTo>
                    <a:pt x="763957" y="3114281"/>
                  </a:lnTo>
                  <a:lnTo>
                    <a:pt x="767109" y="3102704"/>
                  </a:lnTo>
                  <a:lnTo>
                    <a:pt x="770395" y="3091126"/>
                  </a:lnTo>
                  <a:lnTo>
                    <a:pt x="773766" y="3079549"/>
                  </a:lnTo>
                  <a:lnTo>
                    <a:pt x="777197" y="3067972"/>
                  </a:lnTo>
                  <a:lnTo>
                    <a:pt x="780731" y="3056395"/>
                  </a:lnTo>
                  <a:lnTo>
                    <a:pt x="784294" y="3044817"/>
                  </a:lnTo>
                  <a:lnTo>
                    <a:pt x="787913" y="3033240"/>
                  </a:lnTo>
                  <a:lnTo>
                    <a:pt x="791558" y="3021663"/>
                  </a:lnTo>
                  <a:lnTo>
                    <a:pt x="795219" y="3010086"/>
                  </a:lnTo>
                  <a:lnTo>
                    <a:pt x="798886" y="2998508"/>
                  </a:lnTo>
                  <a:lnTo>
                    <a:pt x="802545" y="2986931"/>
                  </a:lnTo>
                  <a:lnTo>
                    <a:pt x="806183" y="2975354"/>
                  </a:lnTo>
                  <a:lnTo>
                    <a:pt x="809782" y="2963777"/>
                  </a:lnTo>
                  <a:lnTo>
                    <a:pt x="813356" y="2952199"/>
                  </a:lnTo>
                  <a:lnTo>
                    <a:pt x="816834" y="2940622"/>
                  </a:lnTo>
                  <a:lnTo>
                    <a:pt x="820269" y="2929045"/>
                  </a:lnTo>
                  <a:lnTo>
                    <a:pt x="823610" y="2917468"/>
                  </a:lnTo>
                  <a:lnTo>
                    <a:pt x="826844" y="2905890"/>
                  </a:lnTo>
                  <a:lnTo>
                    <a:pt x="830018" y="2894313"/>
                  </a:lnTo>
                  <a:lnTo>
                    <a:pt x="832997" y="2882736"/>
                  </a:lnTo>
                  <a:lnTo>
                    <a:pt x="835898" y="2871159"/>
                  </a:lnTo>
                  <a:lnTo>
                    <a:pt x="838643" y="2859581"/>
                  </a:lnTo>
                  <a:lnTo>
                    <a:pt x="841216" y="2848004"/>
                  </a:lnTo>
                  <a:lnTo>
                    <a:pt x="843701" y="2836427"/>
                  </a:lnTo>
                  <a:lnTo>
                    <a:pt x="845897" y="2824849"/>
                  </a:lnTo>
                  <a:lnTo>
                    <a:pt x="847988" y="2813272"/>
                  </a:lnTo>
                  <a:lnTo>
                    <a:pt x="849870" y="2801695"/>
                  </a:lnTo>
                  <a:lnTo>
                    <a:pt x="851523" y="2790118"/>
                  </a:lnTo>
                  <a:lnTo>
                    <a:pt x="853060" y="2778540"/>
                  </a:lnTo>
                  <a:lnTo>
                    <a:pt x="854244" y="2766963"/>
                  </a:lnTo>
                  <a:lnTo>
                    <a:pt x="855291" y="2755386"/>
                  </a:lnTo>
                  <a:lnTo>
                    <a:pt x="856094" y="2743809"/>
                  </a:lnTo>
                  <a:lnTo>
                    <a:pt x="856618" y="2732231"/>
                  </a:lnTo>
                  <a:lnTo>
                    <a:pt x="857008" y="2720654"/>
                  </a:lnTo>
                  <a:lnTo>
                    <a:pt x="856999" y="2709077"/>
                  </a:lnTo>
                  <a:lnTo>
                    <a:pt x="856829" y="2697500"/>
                  </a:lnTo>
                  <a:lnTo>
                    <a:pt x="856394" y="2685922"/>
                  </a:lnTo>
                  <a:lnTo>
                    <a:pt x="855645" y="2674345"/>
                  </a:lnTo>
                  <a:lnTo>
                    <a:pt x="854748" y="2662768"/>
                  </a:lnTo>
                  <a:lnTo>
                    <a:pt x="853431" y="2651191"/>
                  </a:lnTo>
                  <a:lnTo>
                    <a:pt x="851935" y="2639613"/>
                  </a:lnTo>
                  <a:lnTo>
                    <a:pt x="850168" y="2628036"/>
                  </a:lnTo>
                  <a:lnTo>
                    <a:pt x="848068" y="2616459"/>
                  </a:lnTo>
                  <a:lnTo>
                    <a:pt x="845813" y="2604882"/>
                  </a:lnTo>
                  <a:lnTo>
                    <a:pt x="843139" y="2593304"/>
                  </a:lnTo>
                  <a:lnTo>
                    <a:pt x="840277" y="2581727"/>
                  </a:lnTo>
                  <a:lnTo>
                    <a:pt x="837152" y="2570150"/>
                  </a:lnTo>
                  <a:lnTo>
                    <a:pt x="833687" y="2558573"/>
                  </a:lnTo>
                  <a:lnTo>
                    <a:pt x="830072" y="2546995"/>
                  </a:lnTo>
                  <a:lnTo>
                    <a:pt x="826057" y="2535418"/>
                  </a:lnTo>
                  <a:lnTo>
                    <a:pt x="821854" y="2523841"/>
                  </a:lnTo>
                  <a:lnTo>
                    <a:pt x="817406" y="2512264"/>
                  </a:lnTo>
                  <a:lnTo>
                    <a:pt x="812630" y="2500686"/>
                  </a:lnTo>
                  <a:lnTo>
                    <a:pt x="807713" y="2489109"/>
                  </a:lnTo>
                  <a:lnTo>
                    <a:pt x="802432" y="2477532"/>
                  </a:lnTo>
                  <a:lnTo>
                    <a:pt x="796971" y="2465955"/>
                  </a:lnTo>
                  <a:lnTo>
                    <a:pt x="791294" y="2454377"/>
                  </a:lnTo>
                  <a:lnTo>
                    <a:pt x="785314" y="2442800"/>
                  </a:lnTo>
                  <a:lnTo>
                    <a:pt x="779207" y="2431223"/>
                  </a:lnTo>
                  <a:lnTo>
                    <a:pt x="772785" y="2419646"/>
                  </a:lnTo>
                  <a:lnTo>
                    <a:pt x="766198" y="2408068"/>
                  </a:lnTo>
                  <a:lnTo>
                    <a:pt x="759430" y="2396491"/>
                  </a:lnTo>
                  <a:lnTo>
                    <a:pt x="752395" y="2384914"/>
                  </a:lnTo>
                  <a:lnTo>
                    <a:pt x="745253" y="2373337"/>
                  </a:lnTo>
                  <a:lnTo>
                    <a:pt x="737850" y="2361759"/>
                  </a:lnTo>
                  <a:lnTo>
                    <a:pt x="730307" y="2350182"/>
                  </a:lnTo>
                  <a:lnTo>
                    <a:pt x="722618" y="2338605"/>
                  </a:lnTo>
                  <a:lnTo>
                    <a:pt x="714708" y="2327028"/>
                  </a:lnTo>
                  <a:lnTo>
                    <a:pt x="706711" y="2315450"/>
                  </a:lnTo>
                  <a:lnTo>
                    <a:pt x="698513" y="2303873"/>
                  </a:lnTo>
                  <a:lnTo>
                    <a:pt x="690200" y="2292296"/>
                  </a:lnTo>
                  <a:lnTo>
                    <a:pt x="681779" y="2280719"/>
                  </a:lnTo>
                  <a:lnTo>
                    <a:pt x="673187" y="2269141"/>
                  </a:lnTo>
                  <a:lnTo>
                    <a:pt x="664531" y="2257564"/>
                  </a:lnTo>
                  <a:lnTo>
                    <a:pt x="655729" y="2245987"/>
                  </a:lnTo>
                  <a:lnTo>
                    <a:pt x="646844" y="2234410"/>
                  </a:lnTo>
                  <a:lnTo>
                    <a:pt x="637884" y="2222832"/>
                  </a:lnTo>
                  <a:lnTo>
                    <a:pt x="628804" y="2211255"/>
                  </a:lnTo>
                  <a:lnTo>
                    <a:pt x="619681" y="2199678"/>
                  </a:lnTo>
                  <a:lnTo>
                    <a:pt x="610465" y="2188101"/>
                  </a:lnTo>
                  <a:lnTo>
                    <a:pt x="601195" y="2176523"/>
                  </a:lnTo>
                  <a:lnTo>
                    <a:pt x="591881" y="2164946"/>
                  </a:lnTo>
                  <a:lnTo>
                    <a:pt x="582495" y="2153369"/>
                  </a:lnTo>
                  <a:lnTo>
                    <a:pt x="573086" y="2141792"/>
                  </a:lnTo>
                  <a:lnTo>
                    <a:pt x="563629" y="2130214"/>
                  </a:lnTo>
                  <a:lnTo>
                    <a:pt x="554146" y="2118637"/>
                  </a:lnTo>
                  <a:lnTo>
                    <a:pt x="544643" y="2107060"/>
                  </a:lnTo>
                  <a:lnTo>
                    <a:pt x="535113" y="2095482"/>
                  </a:lnTo>
                  <a:lnTo>
                    <a:pt x="525577" y="2083905"/>
                  </a:lnTo>
                  <a:lnTo>
                    <a:pt x="516029" y="2072328"/>
                  </a:lnTo>
                  <a:lnTo>
                    <a:pt x="506481" y="2060751"/>
                  </a:lnTo>
                  <a:lnTo>
                    <a:pt x="496931" y="2049173"/>
                  </a:lnTo>
                  <a:lnTo>
                    <a:pt x="487393" y="2037596"/>
                  </a:lnTo>
                  <a:lnTo>
                    <a:pt x="477861" y="2026019"/>
                  </a:lnTo>
                  <a:lnTo>
                    <a:pt x="468345" y="2014442"/>
                  </a:lnTo>
                  <a:lnTo>
                    <a:pt x="458851" y="2002864"/>
                  </a:lnTo>
                  <a:lnTo>
                    <a:pt x="449369" y="1991287"/>
                  </a:lnTo>
                  <a:lnTo>
                    <a:pt x="439928" y="1979710"/>
                  </a:lnTo>
                  <a:lnTo>
                    <a:pt x="430505" y="1968133"/>
                  </a:lnTo>
                  <a:lnTo>
                    <a:pt x="421119" y="1956555"/>
                  </a:lnTo>
                  <a:lnTo>
                    <a:pt x="411771" y="1944978"/>
                  </a:lnTo>
                  <a:lnTo>
                    <a:pt x="402445" y="1933401"/>
                  </a:lnTo>
                  <a:lnTo>
                    <a:pt x="393185" y="1921824"/>
                  </a:lnTo>
                  <a:lnTo>
                    <a:pt x="383950" y="1910246"/>
                  </a:lnTo>
                  <a:lnTo>
                    <a:pt x="374766" y="1898669"/>
                  </a:lnTo>
                  <a:lnTo>
                    <a:pt x="365635" y="1887092"/>
                  </a:lnTo>
                  <a:lnTo>
                    <a:pt x="356532" y="1875515"/>
                  </a:lnTo>
                  <a:lnTo>
                    <a:pt x="347515" y="1863937"/>
                  </a:lnTo>
                  <a:lnTo>
                    <a:pt x="338528" y="1852360"/>
                  </a:lnTo>
                  <a:lnTo>
                    <a:pt x="329603" y="1840783"/>
                  </a:lnTo>
                  <a:lnTo>
                    <a:pt x="320743" y="1829206"/>
                  </a:lnTo>
                  <a:lnTo>
                    <a:pt x="311917" y="1817628"/>
                  </a:lnTo>
                  <a:lnTo>
                    <a:pt x="303191" y="1806051"/>
                  </a:lnTo>
                  <a:lnTo>
                    <a:pt x="294503" y="1794474"/>
                  </a:lnTo>
                  <a:lnTo>
                    <a:pt x="285884" y="1782897"/>
                  </a:lnTo>
                  <a:lnTo>
                    <a:pt x="277343" y="1771319"/>
                  </a:lnTo>
                  <a:lnTo>
                    <a:pt x="268841" y="1759742"/>
                  </a:lnTo>
                  <a:lnTo>
                    <a:pt x="260452" y="1748165"/>
                  </a:lnTo>
                  <a:lnTo>
                    <a:pt x="252110" y="1736588"/>
                  </a:lnTo>
                  <a:lnTo>
                    <a:pt x="243845" y="1725010"/>
                  </a:lnTo>
                  <a:lnTo>
                    <a:pt x="235672" y="1713433"/>
                  </a:lnTo>
                  <a:lnTo>
                    <a:pt x="227543" y="1701856"/>
                  </a:lnTo>
                  <a:lnTo>
                    <a:pt x="219544" y="1690279"/>
                  </a:lnTo>
                  <a:lnTo>
                    <a:pt x="211600" y="1678701"/>
                  </a:lnTo>
                  <a:lnTo>
                    <a:pt x="203743" y="1667124"/>
                  </a:lnTo>
                  <a:lnTo>
                    <a:pt x="195996" y="1655547"/>
                  </a:lnTo>
                  <a:lnTo>
                    <a:pt x="188300" y="1643970"/>
                  </a:lnTo>
                  <a:lnTo>
                    <a:pt x="180752" y="1632392"/>
                  </a:lnTo>
                  <a:lnTo>
                    <a:pt x="173272" y="1620815"/>
                  </a:lnTo>
                  <a:lnTo>
                    <a:pt x="165891" y="1609238"/>
                  </a:lnTo>
                  <a:lnTo>
                    <a:pt x="158641" y="1597661"/>
                  </a:lnTo>
                  <a:lnTo>
                    <a:pt x="151452" y="1586083"/>
                  </a:lnTo>
                  <a:lnTo>
                    <a:pt x="144433" y="1574506"/>
                  </a:lnTo>
                  <a:lnTo>
                    <a:pt x="137497" y="1562929"/>
                  </a:lnTo>
                  <a:lnTo>
                    <a:pt x="130673" y="1551352"/>
                  </a:lnTo>
                  <a:lnTo>
                    <a:pt x="124008" y="1539774"/>
                  </a:lnTo>
                  <a:lnTo>
                    <a:pt x="117415" y="1528197"/>
                  </a:lnTo>
                  <a:lnTo>
                    <a:pt x="111017" y="1516620"/>
                  </a:lnTo>
                  <a:lnTo>
                    <a:pt x="104721" y="1505043"/>
                  </a:lnTo>
                  <a:lnTo>
                    <a:pt x="98552" y="1493465"/>
                  </a:lnTo>
                  <a:lnTo>
                    <a:pt x="92573" y="1481888"/>
                  </a:lnTo>
                  <a:lnTo>
                    <a:pt x="86678" y="1470311"/>
                  </a:lnTo>
                  <a:lnTo>
                    <a:pt x="81005" y="1458734"/>
                  </a:lnTo>
                  <a:lnTo>
                    <a:pt x="75456" y="1447156"/>
                  </a:lnTo>
                  <a:lnTo>
                    <a:pt x="70049" y="1435579"/>
                  </a:lnTo>
                  <a:lnTo>
                    <a:pt x="64866" y="1424002"/>
                  </a:lnTo>
                  <a:lnTo>
                    <a:pt x="59780" y="1412424"/>
                  </a:lnTo>
                  <a:lnTo>
                    <a:pt x="54943" y="1400847"/>
                  </a:lnTo>
                  <a:lnTo>
                    <a:pt x="50253" y="1389270"/>
                  </a:lnTo>
                  <a:lnTo>
                    <a:pt x="45718" y="1377693"/>
                  </a:lnTo>
                  <a:lnTo>
                    <a:pt x="41444" y="1366115"/>
                  </a:lnTo>
                  <a:lnTo>
                    <a:pt x="37278" y="1354538"/>
                  </a:lnTo>
                  <a:lnTo>
                    <a:pt x="33385" y="1342961"/>
                  </a:lnTo>
                  <a:lnTo>
                    <a:pt x="29663" y="1331384"/>
                  </a:lnTo>
                  <a:lnTo>
                    <a:pt x="26107" y="1319806"/>
                  </a:lnTo>
                  <a:lnTo>
                    <a:pt x="22845" y="1308229"/>
                  </a:lnTo>
                  <a:lnTo>
                    <a:pt x="19703" y="1296652"/>
                  </a:lnTo>
                  <a:lnTo>
                    <a:pt x="16851" y="1285075"/>
                  </a:lnTo>
                  <a:lnTo>
                    <a:pt x="14192" y="1273497"/>
                  </a:lnTo>
                  <a:lnTo>
                    <a:pt x="11707" y="1261920"/>
                  </a:lnTo>
                  <a:lnTo>
                    <a:pt x="9545" y="1250343"/>
                  </a:lnTo>
                  <a:lnTo>
                    <a:pt x="7512" y="1238766"/>
                  </a:lnTo>
                  <a:lnTo>
                    <a:pt x="5781" y="1227188"/>
                  </a:lnTo>
                  <a:lnTo>
                    <a:pt x="4261" y="1215611"/>
                  </a:lnTo>
                  <a:lnTo>
                    <a:pt x="2916" y="1204034"/>
                  </a:lnTo>
                  <a:lnTo>
                    <a:pt x="1918" y="1192457"/>
                  </a:lnTo>
                  <a:lnTo>
                    <a:pt x="1053" y="1180879"/>
                  </a:lnTo>
                  <a:lnTo>
                    <a:pt x="495" y="1169302"/>
                  </a:lnTo>
                  <a:lnTo>
                    <a:pt x="161" y="1157725"/>
                  </a:lnTo>
                  <a:lnTo>
                    <a:pt x="0" y="1146148"/>
                  </a:lnTo>
                  <a:lnTo>
                    <a:pt x="198" y="1134570"/>
                  </a:lnTo>
                  <a:lnTo>
                    <a:pt x="533" y="1122993"/>
                  </a:lnTo>
                  <a:lnTo>
                    <a:pt x="1169" y="1111416"/>
                  </a:lnTo>
                  <a:lnTo>
                    <a:pt x="2036" y="1099839"/>
                  </a:lnTo>
                  <a:lnTo>
                    <a:pt x="3069" y="1088261"/>
                  </a:lnTo>
                  <a:lnTo>
                    <a:pt x="4467" y="1076684"/>
                  </a:lnTo>
                  <a:lnTo>
                    <a:pt x="5998" y="1065107"/>
                  </a:lnTo>
                  <a:lnTo>
                    <a:pt x="7818" y="1053530"/>
                  </a:lnTo>
                  <a:lnTo>
                    <a:pt x="9872" y="1041952"/>
                  </a:lnTo>
                  <a:lnTo>
                    <a:pt x="12079" y="1030375"/>
                  </a:lnTo>
                  <a:lnTo>
                    <a:pt x="14646" y="1018798"/>
                  </a:lnTo>
                  <a:lnTo>
                    <a:pt x="17342" y="1007221"/>
                  </a:lnTo>
                  <a:lnTo>
                    <a:pt x="20306" y="995643"/>
                  </a:lnTo>
                  <a:lnTo>
                    <a:pt x="23501" y="984066"/>
                  </a:lnTo>
                  <a:lnTo>
                    <a:pt x="26834" y="972489"/>
                  </a:lnTo>
                  <a:lnTo>
                    <a:pt x="30515" y="960912"/>
                  </a:lnTo>
                  <a:lnTo>
                    <a:pt x="34315" y="949334"/>
                  </a:lnTo>
                  <a:lnTo>
                    <a:pt x="38362" y="937757"/>
                  </a:lnTo>
                  <a:lnTo>
                    <a:pt x="42628" y="926180"/>
                  </a:lnTo>
                  <a:lnTo>
                    <a:pt x="47018" y="914603"/>
                  </a:lnTo>
                  <a:lnTo>
                    <a:pt x="51736" y="903025"/>
                  </a:lnTo>
                  <a:lnTo>
                    <a:pt x="56564" y="891448"/>
                  </a:lnTo>
                  <a:lnTo>
                    <a:pt x="61611" y="879871"/>
                  </a:lnTo>
                  <a:lnTo>
                    <a:pt x="66867" y="868294"/>
                  </a:lnTo>
                  <a:lnTo>
                    <a:pt x="72229" y="856716"/>
                  </a:lnTo>
                  <a:lnTo>
                    <a:pt x="77896" y="845139"/>
                  </a:lnTo>
                  <a:lnTo>
                    <a:pt x="83662" y="833562"/>
                  </a:lnTo>
                  <a:lnTo>
                    <a:pt x="89622" y="821985"/>
                  </a:lnTo>
                  <a:lnTo>
                    <a:pt x="95776" y="810407"/>
                  </a:lnTo>
                  <a:lnTo>
                    <a:pt x="102026" y="798830"/>
                  </a:lnTo>
                  <a:lnTo>
                    <a:pt x="108545" y="787253"/>
                  </a:lnTo>
                  <a:lnTo>
                    <a:pt x="115159" y="775676"/>
                  </a:lnTo>
                  <a:lnTo>
                    <a:pt x="121942" y="764098"/>
                  </a:lnTo>
                  <a:lnTo>
                    <a:pt x="128904" y="752521"/>
                  </a:lnTo>
                  <a:lnTo>
                    <a:pt x="135952" y="740944"/>
                  </a:lnTo>
                  <a:lnTo>
                    <a:pt x="143237" y="729367"/>
                  </a:lnTo>
                  <a:lnTo>
                    <a:pt x="150612" y="717789"/>
                  </a:lnTo>
                  <a:lnTo>
                    <a:pt x="158135" y="706212"/>
                  </a:lnTo>
                  <a:lnTo>
                    <a:pt x="165823" y="694635"/>
                  </a:lnTo>
                  <a:lnTo>
                    <a:pt x="173588" y="683057"/>
                  </a:lnTo>
                  <a:lnTo>
                    <a:pt x="181562" y="671480"/>
                  </a:lnTo>
                  <a:lnTo>
                    <a:pt x="189622" y="659903"/>
                  </a:lnTo>
                  <a:lnTo>
                    <a:pt x="197810" y="648326"/>
                  </a:lnTo>
                  <a:lnTo>
                    <a:pt x="206153" y="636748"/>
                  </a:lnTo>
                  <a:lnTo>
                    <a:pt x="214565" y="625171"/>
                  </a:lnTo>
                  <a:lnTo>
                    <a:pt x="223163" y="613594"/>
                  </a:lnTo>
                  <a:lnTo>
                    <a:pt x="231843" y="602017"/>
                  </a:lnTo>
                  <a:lnTo>
                    <a:pt x="240636" y="590439"/>
                  </a:lnTo>
                  <a:lnTo>
                    <a:pt x="249573" y="578862"/>
                  </a:lnTo>
                  <a:lnTo>
                    <a:pt x="258575" y="567285"/>
                  </a:lnTo>
                  <a:lnTo>
                    <a:pt x="267743" y="555708"/>
                  </a:lnTo>
                  <a:lnTo>
                    <a:pt x="276989" y="544130"/>
                  </a:lnTo>
                  <a:lnTo>
                    <a:pt x="286337" y="532553"/>
                  </a:lnTo>
                  <a:lnTo>
                    <a:pt x="295820" y="520976"/>
                  </a:lnTo>
                  <a:lnTo>
                    <a:pt x="305362" y="509399"/>
                  </a:lnTo>
                  <a:lnTo>
                    <a:pt x="315054" y="497821"/>
                  </a:lnTo>
                  <a:lnTo>
                    <a:pt x="324822" y="486244"/>
                  </a:lnTo>
                  <a:lnTo>
                    <a:pt x="334680" y="474667"/>
                  </a:lnTo>
                  <a:lnTo>
                    <a:pt x="344666" y="463090"/>
                  </a:lnTo>
                  <a:lnTo>
                    <a:pt x="354706" y="451512"/>
                  </a:lnTo>
                  <a:lnTo>
                    <a:pt x="364880" y="439935"/>
                  </a:lnTo>
                  <a:lnTo>
                    <a:pt x="375127" y="428358"/>
                  </a:lnTo>
                  <a:lnTo>
                    <a:pt x="385452" y="416781"/>
                  </a:lnTo>
                  <a:lnTo>
                    <a:pt x="395897" y="405203"/>
                  </a:lnTo>
                  <a:lnTo>
                    <a:pt x="406391" y="393626"/>
                  </a:lnTo>
                  <a:lnTo>
                    <a:pt x="417002" y="382049"/>
                  </a:lnTo>
                  <a:lnTo>
                    <a:pt x="427681" y="370472"/>
                  </a:lnTo>
                  <a:lnTo>
                    <a:pt x="438427" y="358894"/>
                  </a:lnTo>
                  <a:lnTo>
                    <a:pt x="449281" y="347317"/>
                  </a:lnTo>
                  <a:lnTo>
                    <a:pt x="460177" y="335740"/>
                  </a:lnTo>
                  <a:lnTo>
                    <a:pt x="471172" y="324163"/>
                  </a:lnTo>
                  <a:lnTo>
                    <a:pt x="482226" y="312585"/>
                  </a:lnTo>
                  <a:lnTo>
                    <a:pt x="493335" y="301008"/>
                  </a:lnTo>
                  <a:lnTo>
                    <a:pt x="504535" y="289431"/>
                  </a:lnTo>
                  <a:lnTo>
                    <a:pt x="515768" y="277854"/>
                  </a:lnTo>
                  <a:lnTo>
                    <a:pt x="527080" y="266276"/>
                  </a:lnTo>
                  <a:lnTo>
                    <a:pt x="538438" y="254699"/>
                  </a:lnTo>
                  <a:lnTo>
                    <a:pt x="549837" y="243122"/>
                  </a:lnTo>
                  <a:lnTo>
                    <a:pt x="561303" y="231545"/>
                  </a:lnTo>
                  <a:lnTo>
                    <a:pt x="572794" y="219967"/>
                  </a:lnTo>
                  <a:lnTo>
                    <a:pt x="584336" y="208390"/>
                  </a:lnTo>
                  <a:lnTo>
                    <a:pt x="595909" y="196813"/>
                  </a:lnTo>
                  <a:lnTo>
                    <a:pt x="607506" y="185236"/>
                  </a:lnTo>
                  <a:lnTo>
                    <a:pt x="619142" y="173658"/>
                  </a:lnTo>
                  <a:lnTo>
                    <a:pt x="630789" y="162081"/>
                  </a:lnTo>
                  <a:lnTo>
                    <a:pt x="642460" y="150504"/>
                  </a:lnTo>
                  <a:lnTo>
                    <a:pt x="654140" y="138927"/>
                  </a:lnTo>
                  <a:lnTo>
                    <a:pt x="665827" y="127349"/>
                  </a:lnTo>
                  <a:lnTo>
                    <a:pt x="677516" y="115772"/>
                  </a:lnTo>
                  <a:lnTo>
                    <a:pt x="689203" y="104195"/>
                  </a:lnTo>
                  <a:lnTo>
                    <a:pt x="700881" y="92618"/>
                  </a:lnTo>
                  <a:lnTo>
                    <a:pt x="712544" y="81040"/>
                  </a:lnTo>
                  <a:lnTo>
                    <a:pt x="724196" y="69463"/>
                  </a:lnTo>
                  <a:lnTo>
                    <a:pt x="735810" y="57886"/>
                  </a:lnTo>
                  <a:lnTo>
                    <a:pt x="747405" y="46309"/>
                  </a:lnTo>
                  <a:lnTo>
                    <a:pt x="758960" y="34731"/>
                  </a:lnTo>
                  <a:lnTo>
                    <a:pt x="770470" y="23154"/>
                  </a:lnTo>
                  <a:lnTo>
                    <a:pt x="781953" y="11577"/>
                  </a:lnTo>
                  <a:lnTo>
                    <a:pt x="793352" y="0"/>
                  </a:lnTo>
                  <a:lnTo>
                    <a:pt x="1798860" y="0"/>
                  </a:lnTo>
                  <a:lnTo>
                    <a:pt x="1810259" y="11577"/>
                  </a:lnTo>
                  <a:lnTo>
                    <a:pt x="1821741" y="23154"/>
                  </a:lnTo>
                  <a:lnTo>
                    <a:pt x="1833252" y="34731"/>
                  </a:lnTo>
                  <a:lnTo>
                    <a:pt x="1844806" y="46309"/>
                  </a:lnTo>
                  <a:lnTo>
                    <a:pt x="1856402" y="57886"/>
                  </a:lnTo>
                  <a:lnTo>
                    <a:pt x="1868015" y="69463"/>
                  </a:lnTo>
                  <a:lnTo>
                    <a:pt x="1879667" y="81040"/>
                  </a:lnTo>
                  <a:lnTo>
                    <a:pt x="1891330" y="92618"/>
                  </a:lnTo>
                  <a:lnTo>
                    <a:pt x="1903009" y="104195"/>
                  </a:lnTo>
                  <a:lnTo>
                    <a:pt x="1914695" y="115772"/>
                  </a:lnTo>
                  <a:lnTo>
                    <a:pt x="1926385" y="127349"/>
                  </a:lnTo>
                  <a:lnTo>
                    <a:pt x="1938072" y="138927"/>
                  </a:lnTo>
                  <a:lnTo>
                    <a:pt x="1949752" y="150504"/>
                  </a:lnTo>
                  <a:lnTo>
                    <a:pt x="1961422" y="162081"/>
                  </a:lnTo>
                  <a:lnTo>
                    <a:pt x="1973069" y="173658"/>
                  </a:lnTo>
                  <a:lnTo>
                    <a:pt x="1984705" y="185236"/>
                  </a:lnTo>
                  <a:lnTo>
                    <a:pt x="1996302" y="196813"/>
                  </a:lnTo>
                  <a:lnTo>
                    <a:pt x="2007875" y="208390"/>
                  </a:lnTo>
                  <a:lnTo>
                    <a:pt x="2019418" y="219967"/>
                  </a:lnTo>
                  <a:lnTo>
                    <a:pt x="2030908" y="231545"/>
                  </a:lnTo>
                  <a:lnTo>
                    <a:pt x="2042375" y="243122"/>
                  </a:lnTo>
                  <a:lnTo>
                    <a:pt x="2053773" y="254699"/>
                  </a:lnTo>
                  <a:lnTo>
                    <a:pt x="2065132" y="266276"/>
                  </a:lnTo>
                  <a:lnTo>
                    <a:pt x="2076443" y="277854"/>
                  </a:lnTo>
                  <a:lnTo>
                    <a:pt x="2087677" y="289431"/>
                  </a:lnTo>
                  <a:lnTo>
                    <a:pt x="2098876" y="301008"/>
                  </a:lnTo>
                  <a:lnTo>
                    <a:pt x="2109985" y="312585"/>
                  </a:lnTo>
                  <a:lnTo>
                    <a:pt x="2121040" y="324163"/>
                  </a:lnTo>
                  <a:lnTo>
                    <a:pt x="2132035" y="335740"/>
                  </a:lnTo>
                  <a:lnTo>
                    <a:pt x="2142931" y="347317"/>
                  </a:lnTo>
                  <a:lnTo>
                    <a:pt x="2153784" y="358894"/>
                  </a:lnTo>
                  <a:lnTo>
                    <a:pt x="2164530" y="370472"/>
                  </a:lnTo>
                  <a:lnTo>
                    <a:pt x="2175209" y="382049"/>
                  </a:lnTo>
                  <a:lnTo>
                    <a:pt x="2185821" y="393626"/>
                  </a:lnTo>
                  <a:lnTo>
                    <a:pt x="2196314" y="405203"/>
                  </a:lnTo>
                  <a:lnTo>
                    <a:pt x="2206759" y="416781"/>
                  </a:lnTo>
                  <a:lnTo>
                    <a:pt x="2217085" y="428358"/>
                  </a:lnTo>
                  <a:lnTo>
                    <a:pt x="2227331" y="439935"/>
                  </a:lnTo>
                  <a:lnTo>
                    <a:pt x="2237506" y="451512"/>
                  </a:lnTo>
                  <a:lnTo>
                    <a:pt x="2247546" y="463090"/>
                  </a:lnTo>
                  <a:lnTo>
                    <a:pt x="2257532" y="474667"/>
                  </a:lnTo>
                  <a:lnTo>
                    <a:pt x="2267389" y="486244"/>
                  </a:lnTo>
                  <a:lnTo>
                    <a:pt x="2277157" y="497821"/>
                  </a:lnTo>
                  <a:lnTo>
                    <a:pt x="2286849" y="509399"/>
                  </a:lnTo>
                  <a:lnTo>
                    <a:pt x="2296392" y="520976"/>
                  </a:lnTo>
                  <a:lnTo>
                    <a:pt x="2305875" y="532553"/>
                  </a:lnTo>
                  <a:lnTo>
                    <a:pt x="2315222" y="544130"/>
                  </a:lnTo>
                  <a:lnTo>
                    <a:pt x="2324469" y="555708"/>
                  </a:lnTo>
                  <a:lnTo>
                    <a:pt x="2333637" y="567285"/>
                  </a:lnTo>
                  <a:lnTo>
                    <a:pt x="2342638" y="578862"/>
                  </a:lnTo>
                  <a:lnTo>
                    <a:pt x="2351576" y="590439"/>
                  </a:lnTo>
                  <a:lnTo>
                    <a:pt x="2360369" y="602017"/>
                  </a:lnTo>
                  <a:lnTo>
                    <a:pt x="2369049" y="613594"/>
                  </a:lnTo>
                  <a:lnTo>
                    <a:pt x="2377646" y="625171"/>
                  </a:lnTo>
                  <a:lnTo>
                    <a:pt x="2386059" y="636748"/>
                  </a:lnTo>
                  <a:lnTo>
                    <a:pt x="2394401" y="648326"/>
                  </a:lnTo>
                  <a:lnTo>
                    <a:pt x="2402590" y="659903"/>
                  </a:lnTo>
                  <a:lnTo>
                    <a:pt x="2410649" y="671480"/>
                  </a:lnTo>
                  <a:lnTo>
                    <a:pt x="2418623" y="683057"/>
                  </a:lnTo>
                  <a:lnTo>
                    <a:pt x="2426389" y="694635"/>
                  </a:lnTo>
                  <a:lnTo>
                    <a:pt x="2434077" y="706212"/>
                  </a:lnTo>
                  <a:lnTo>
                    <a:pt x="2441599" y="717789"/>
                  </a:lnTo>
                  <a:lnTo>
                    <a:pt x="2448974" y="729367"/>
                  </a:lnTo>
                  <a:lnTo>
                    <a:pt x="2456259" y="740944"/>
                  </a:lnTo>
                  <a:lnTo>
                    <a:pt x="2463308" y="752521"/>
                  </a:lnTo>
                  <a:lnTo>
                    <a:pt x="2470270" y="764098"/>
                  </a:lnTo>
                  <a:lnTo>
                    <a:pt x="2477053" y="775676"/>
                  </a:lnTo>
                  <a:lnTo>
                    <a:pt x="2483667" y="787253"/>
                  </a:lnTo>
                  <a:lnTo>
                    <a:pt x="2490185" y="798830"/>
                  </a:lnTo>
                  <a:lnTo>
                    <a:pt x="2496435" y="810407"/>
                  </a:lnTo>
                  <a:lnTo>
                    <a:pt x="2502589" y="821985"/>
                  </a:lnTo>
                  <a:lnTo>
                    <a:pt x="2508549" y="833562"/>
                  </a:lnTo>
                  <a:lnTo>
                    <a:pt x="2514316" y="845139"/>
                  </a:lnTo>
                  <a:lnTo>
                    <a:pt x="2519982" y="856716"/>
                  </a:lnTo>
                  <a:lnTo>
                    <a:pt x="2525345" y="868294"/>
                  </a:lnTo>
                  <a:lnTo>
                    <a:pt x="2530600" y="879871"/>
                  </a:lnTo>
                  <a:lnTo>
                    <a:pt x="2535648" y="891448"/>
                  </a:lnTo>
                  <a:lnTo>
                    <a:pt x="2540476" y="903025"/>
                  </a:lnTo>
                  <a:lnTo>
                    <a:pt x="2545193" y="914603"/>
                  </a:lnTo>
                  <a:lnTo>
                    <a:pt x="2549583" y="926180"/>
                  </a:lnTo>
                  <a:lnTo>
                    <a:pt x="2553850" y="937757"/>
                  </a:lnTo>
                  <a:lnTo>
                    <a:pt x="2557896" y="949334"/>
                  </a:lnTo>
                  <a:lnTo>
                    <a:pt x="2561697" y="960912"/>
                  </a:lnTo>
                  <a:lnTo>
                    <a:pt x="2565378" y="972489"/>
                  </a:lnTo>
                  <a:lnTo>
                    <a:pt x="2568711" y="984066"/>
                  </a:lnTo>
                  <a:lnTo>
                    <a:pt x="2571905" y="995643"/>
                  </a:lnTo>
                  <a:lnTo>
                    <a:pt x="2574870" y="1007221"/>
                  </a:lnTo>
                  <a:lnTo>
                    <a:pt x="2577565" y="1018798"/>
                  </a:lnTo>
                  <a:lnTo>
                    <a:pt x="2580133" y="1030375"/>
                  </a:lnTo>
                  <a:lnTo>
                    <a:pt x="2582340" y="1041952"/>
                  </a:lnTo>
                  <a:lnTo>
                    <a:pt x="2584393" y="1053530"/>
                  </a:lnTo>
                  <a:lnTo>
                    <a:pt x="2586213" y="1065107"/>
                  </a:lnTo>
                  <a:lnTo>
                    <a:pt x="2587744" y="1076684"/>
                  </a:lnTo>
                  <a:lnTo>
                    <a:pt x="2589142" y="1088261"/>
                  </a:lnTo>
                  <a:lnTo>
                    <a:pt x="2590175" y="1099839"/>
                  </a:lnTo>
                  <a:lnTo>
                    <a:pt x="2591043" y="1111416"/>
                  </a:lnTo>
                  <a:lnTo>
                    <a:pt x="2591679" y="1122993"/>
                  </a:lnTo>
                  <a:lnTo>
                    <a:pt x="2592013" y="1134570"/>
                  </a:lnTo>
                  <a:lnTo>
                    <a:pt x="2592212" y="1146148"/>
                  </a:lnTo>
                  <a:lnTo>
                    <a:pt x="2592051" y="1157725"/>
                  </a:lnTo>
                  <a:lnTo>
                    <a:pt x="2591717" y="1169302"/>
                  </a:lnTo>
                  <a:lnTo>
                    <a:pt x="2591158" y="1180879"/>
                  </a:lnTo>
                  <a:lnTo>
                    <a:pt x="2590294" y="1192457"/>
                  </a:lnTo>
                  <a:lnTo>
                    <a:pt x="2589295" y="1204034"/>
                  </a:lnTo>
                  <a:lnTo>
                    <a:pt x="2587951" y="1215611"/>
                  </a:lnTo>
                  <a:lnTo>
                    <a:pt x="2586431" y="1227188"/>
                  </a:lnTo>
                  <a:lnTo>
                    <a:pt x="2584700" y="1238766"/>
                  </a:lnTo>
                  <a:lnTo>
                    <a:pt x="2582666" y="1250343"/>
                  </a:lnTo>
                  <a:lnTo>
                    <a:pt x="2580504" y="1261920"/>
                  </a:lnTo>
                  <a:lnTo>
                    <a:pt x="2578019" y="1273497"/>
                  </a:lnTo>
                  <a:lnTo>
                    <a:pt x="2575360" y="1285075"/>
                  </a:lnTo>
                  <a:lnTo>
                    <a:pt x="2572509" y="1296652"/>
                  </a:lnTo>
                  <a:lnTo>
                    <a:pt x="2569367" y="1308229"/>
                  </a:lnTo>
                  <a:lnTo>
                    <a:pt x="2566105" y="1319806"/>
                  </a:lnTo>
                  <a:lnTo>
                    <a:pt x="2562549" y="1331384"/>
                  </a:lnTo>
                  <a:lnTo>
                    <a:pt x="2558826" y="1342961"/>
                  </a:lnTo>
                  <a:lnTo>
                    <a:pt x="2554933" y="1354538"/>
                  </a:lnTo>
                  <a:lnTo>
                    <a:pt x="2550768" y="1366115"/>
                  </a:lnTo>
                  <a:lnTo>
                    <a:pt x="2546493" y="1377693"/>
                  </a:lnTo>
                  <a:lnTo>
                    <a:pt x="2541959" y="1389270"/>
                  </a:lnTo>
                  <a:lnTo>
                    <a:pt x="2537269" y="1400847"/>
                  </a:lnTo>
                  <a:lnTo>
                    <a:pt x="2532431" y="1412424"/>
                  </a:lnTo>
                  <a:lnTo>
                    <a:pt x="2527345" y="1424002"/>
                  </a:lnTo>
                  <a:lnTo>
                    <a:pt x="2522163" y="1435579"/>
                  </a:lnTo>
                  <a:lnTo>
                    <a:pt x="2516756" y="1447156"/>
                  </a:lnTo>
                  <a:lnTo>
                    <a:pt x="2511207" y="1458734"/>
                  </a:lnTo>
                  <a:lnTo>
                    <a:pt x="2505534" y="1470311"/>
                  </a:lnTo>
                  <a:lnTo>
                    <a:pt x="2499639" y="1481888"/>
                  </a:lnTo>
                  <a:lnTo>
                    <a:pt x="2493660" y="1493465"/>
                  </a:lnTo>
                  <a:lnTo>
                    <a:pt x="2487491" y="1505043"/>
                  </a:lnTo>
                  <a:lnTo>
                    <a:pt x="2481195" y="1516620"/>
                  </a:lnTo>
                  <a:lnTo>
                    <a:pt x="2474796" y="1528197"/>
                  </a:lnTo>
                  <a:lnTo>
                    <a:pt x="2468203" y="1539774"/>
                  </a:lnTo>
                  <a:lnTo>
                    <a:pt x="2461538" y="1551352"/>
                  </a:lnTo>
                  <a:lnTo>
                    <a:pt x="2454715" y="1562929"/>
                  </a:lnTo>
                  <a:lnTo>
                    <a:pt x="2447779" y="1574506"/>
                  </a:lnTo>
                  <a:lnTo>
                    <a:pt x="2440759" y="1586083"/>
                  </a:lnTo>
                  <a:lnTo>
                    <a:pt x="2433570" y="1597661"/>
                  </a:lnTo>
                  <a:lnTo>
                    <a:pt x="2426321" y="1609238"/>
                  </a:lnTo>
                  <a:lnTo>
                    <a:pt x="2418939" y="1620815"/>
                  </a:lnTo>
                  <a:lnTo>
                    <a:pt x="2411459" y="1632392"/>
                  </a:lnTo>
                  <a:lnTo>
                    <a:pt x="2403911" y="1643970"/>
                  </a:lnTo>
                  <a:lnTo>
                    <a:pt x="2396216" y="1655547"/>
                  </a:lnTo>
                  <a:lnTo>
                    <a:pt x="2388468" y="1667124"/>
                  </a:lnTo>
                  <a:lnTo>
                    <a:pt x="2380612" y="1678701"/>
                  </a:lnTo>
                  <a:lnTo>
                    <a:pt x="2372668" y="1690279"/>
                  </a:lnTo>
                  <a:lnTo>
                    <a:pt x="2364668" y="1701856"/>
                  </a:lnTo>
                  <a:lnTo>
                    <a:pt x="2356540" y="1713433"/>
                  </a:lnTo>
                  <a:lnTo>
                    <a:pt x="2348367" y="1725010"/>
                  </a:lnTo>
                  <a:lnTo>
                    <a:pt x="2340102" y="1736588"/>
                  </a:lnTo>
                  <a:lnTo>
                    <a:pt x="2331759" y="1748165"/>
                  </a:lnTo>
                  <a:lnTo>
                    <a:pt x="2323371" y="1759742"/>
                  </a:lnTo>
                  <a:lnTo>
                    <a:pt x="2314868" y="1771319"/>
                  </a:lnTo>
                  <a:lnTo>
                    <a:pt x="2306327" y="1782897"/>
                  </a:lnTo>
                  <a:lnTo>
                    <a:pt x="2297709" y="1794474"/>
                  </a:lnTo>
                  <a:lnTo>
                    <a:pt x="2289021" y="1806051"/>
                  </a:lnTo>
                  <a:lnTo>
                    <a:pt x="2280295" y="1817628"/>
                  </a:lnTo>
                  <a:lnTo>
                    <a:pt x="2271468" y="1829206"/>
                  </a:lnTo>
                  <a:lnTo>
                    <a:pt x="2262608" y="1840783"/>
                  </a:lnTo>
                  <a:lnTo>
                    <a:pt x="2253683" y="1852360"/>
                  </a:lnTo>
                  <a:lnTo>
                    <a:pt x="2244697" y="1863937"/>
                  </a:lnTo>
                  <a:lnTo>
                    <a:pt x="2235679" y="1875515"/>
                  </a:lnTo>
                  <a:lnTo>
                    <a:pt x="2226576" y="1887092"/>
                  </a:lnTo>
                  <a:lnTo>
                    <a:pt x="2217445" y="1898669"/>
                  </a:lnTo>
                  <a:lnTo>
                    <a:pt x="2208261" y="1910246"/>
                  </a:lnTo>
                  <a:lnTo>
                    <a:pt x="2199026" y="1921824"/>
                  </a:lnTo>
                  <a:lnTo>
                    <a:pt x="2189766" y="1933401"/>
                  </a:lnTo>
                  <a:lnTo>
                    <a:pt x="2180440" y="1944978"/>
                  </a:lnTo>
                  <a:lnTo>
                    <a:pt x="2171092" y="1956555"/>
                  </a:lnTo>
                  <a:lnTo>
                    <a:pt x="2161706" y="1968133"/>
                  </a:lnTo>
                  <a:lnTo>
                    <a:pt x="2152283" y="1979710"/>
                  </a:lnTo>
                  <a:lnTo>
                    <a:pt x="2142843" y="1991287"/>
                  </a:lnTo>
                  <a:lnTo>
                    <a:pt x="2133361" y="2002864"/>
                  </a:lnTo>
                  <a:lnTo>
                    <a:pt x="2123866" y="2014442"/>
                  </a:lnTo>
                  <a:lnTo>
                    <a:pt x="2114351" y="2026019"/>
                  </a:lnTo>
                  <a:lnTo>
                    <a:pt x="2104819" y="2037596"/>
                  </a:lnTo>
                  <a:lnTo>
                    <a:pt x="2095280" y="2049173"/>
                  </a:lnTo>
                  <a:lnTo>
                    <a:pt x="2085731" y="2060751"/>
                  </a:lnTo>
                  <a:lnTo>
                    <a:pt x="2076182" y="2072328"/>
                  </a:lnTo>
                  <a:lnTo>
                    <a:pt x="2066634" y="2083905"/>
                  </a:lnTo>
                  <a:lnTo>
                    <a:pt x="2057098" y="2095482"/>
                  </a:lnTo>
                  <a:lnTo>
                    <a:pt x="2047568" y="2107060"/>
                  </a:lnTo>
                  <a:lnTo>
                    <a:pt x="2038066" y="2118637"/>
                  </a:lnTo>
                  <a:lnTo>
                    <a:pt x="2028583" y="2130214"/>
                  </a:lnTo>
                  <a:lnTo>
                    <a:pt x="2019126" y="2141792"/>
                  </a:lnTo>
                  <a:lnTo>
                    <a:pt x="2009717" y="2153369"/>
                  </a:lnTo>
                  <a:lnTo>
                    <a:pt x="2000331" y="2164946"/>
                  </a:lnTo>
                  <a:lnTo>
                    <a:pt x="1991017" y="2176523"/>
                  </a:lnTo>
                  <a:lnTo>
                    <a:pt x="1981746" y="2188101"/>
                  </a:lnTo>
                  <a:lnTo>
                    <a:pt x="1972531" y="2199678"/>
                  </a:lnTo>
                  <a:lnTo>
                    <a:pt x="1963408" y="2211255"/>
                  </a:lnTo>
                  <a:lnTo>
                    <a:pt x="1954328" y="2222832"/>
                  </a:lnTo>
                  <a:lnTo>
                    <a:pt x="1945368" y="2234410"/>
                  </a:lnTo>
                  <a:lnTo>
                    <a:pt x="1936482" y="2245987"/>
                  </a:lnTo>
                  <a:lnTo>
                    <a:pt x="1927681" y="2257564"/>
                  </a:lnTo>
                  <a:lnTo>
                    <a:pt x="1919025" y="2269141"/>
                  </a:lnTo>
                  <a:lnTo>
                    <a:pt x="1910432" y="2280719"/>
                  </a:lnTo>
                  <a:lnTo>
                    <a:pt x="1902012" y="2292296"/>
                  </a:lnTo>
                  <a:lnTo>
                    <a:pt x="1893699" y="2303873"/>
                  </a:lnTo>
                  <a:lnTo>
                    <a:pt x="1885501" y="2315450"/>
                  </a:lnTo>
                  <a:lnTo>
                    <a:pt x="1877504" y="2327028"/>
                  </a:lnTo>
                  <a:lnTo>
                    <a:pt x="1869594" y="2338605"/>
                  </a:lnTo>
                  <a:lnTo>
                    <a:pt x="1861905" y="2350182"/>
                  </a:lnTo>
                  <a:lnTo>
                    <a:pt x="1854361" y="2361759"/>
                  </a:lnTo>
                  <a:lnTo>
                    <a:pt x="1846959" y="2373337"/>
                  </a:lnTo>
                  <a:lnTo>
                    <a:pt x="1839816" y="2384914"/>
                  </a:lnTo>
                  <a:lnTo>
                    <a:pt x="1832781" y="2396491"/>
                  </a:lnTo>
                  <a:lnTo>
                    <a:pt x="1826013" y="2408068"/>
                  </a:lnTo>
                  <a:lnTo>
                    <a:pt x="1819427" y="2419646"/>
                  </a:lnTo>
                  <a:lnTo>
                    <a:pt x="1813005" y="2431223"/>
                  </a:lnTo>
                  <a:lnTo>
                    <a:pt x="1806898" y="2442800"/>
                  </a:lnTo>
                  <a:lnTo>
                    <a:pt x="1800918" y="2454377"/>
                  </a:lnTo>
                  <a:lnTo>
                    <a:pt x="1795241" y="2465955"/>
                  </a:lnTo>
                  <a:lnTo>
                    <a:pt x="1789779" y="2477532"/>
                  </a:lnTo>
                  <a:lnTo>
                    <a:pt x="1784499" y="2489109"/>
                  </a:lnTo>
                  <a:lnTo>
                    <a:pt x="1779581" y="2500686"/>
                  </a:lnTo>
                  <a:lnTo>
                    <a:pt x="1774806" y="2512264"/>
                  </a:lnTo>
                  <a:lnTo>
                    <a:pt x="1770358" y="2523841"/>
                  </a:lnTo>
                  <a:lnTo>
                    <a:pt x="1766155" y="2535418"/>
                  </a:lnTo>
                  <a:lnTo>
                    <a:pt x="1762140" y="2546995"/>
                  </a:lnTo>
                  <a:lnTo>
                    <a:pt x="1758524" y="2558573"/>
                  </a:lnTo>
                  <a:lnTo>
                    <a:pt x="1755060" y="2570150"/>
                  </a:lnTo>
                  <a:lnTo>
                    <a:pt x="1751934" y="2581727"/>
                  </a:lnTo>
                  <a:lnTo>
                    <a:pt x="1749073" y="2593304"/>
                  </a:lnTo>
                  <a:lnTo>
                    <a:pt x="1746399" y="2604882"/>
                  </a:lnTo>
                  <a:lnTo>
                    <a:pt x="1744144" y="2616459"/>
                  </a:lnTo>
                  <a:lnTo>
                    <a:pt x="1742043" y="2628036"/>
                  </a:lnTo>
                  <a:lnTo>
                    <a:pt x="1740276" y="2639613"/>
                  </a:lnTo>
                  <a:lnTo>
                    <a:pt x="1738781" y="2651191"/>
                  </a:lnTo>
                  <a:lnTo>
                    <a:pt x="1737464" y="2662768"/>
                  </a:lnTo>
                  <a:lnTo>
                    <a:pt x="1736567" y="2674345"/>
                  </a:lnTo>
                  <a:lnTo>
                    <a:pt x="1735818" y="2685922"/>
                  </a:lnTo>
                  <a:lnTo>
                    <a:pt x="1735383" y="2697500"/>
                  </a:lnTo>
                  <a:lnTo>
                    <a:pt x="1735213" y="2709077"/>
                  </a:lnTo>
                  <a:lnTo>
                    <a:pt x="1735204" y="2720654"/>
                  </a:lnTo>
                  <a:lnTo>
                    <a:pt x="1735593" y="2732231"/>
                  </a:lnTo>
                  <a:lnTo>
                    <a:pt x="1736118" y="2743809"/>
                  </a:lnTo>
                  <a:lnTo>
                    <a:pt x="1736921" y="2755386"/>
                  </a:lnTo>
                  <a:lnTo>
                    <a:pt x="1737968" y="2766963"/>
                  </a:lnTo>
                  <a:lnTo>
                    <a:pt x="1739151" y="2778540"/>
                  </a:lnTo>
                  <a:lnTo>
                    <a:pt x="1740689" y="2790118"/>
                  </a:lnTo>
                  <a:lnTo>
                    <a:pt x="1742342" y="2801695"/>
                  </a:lnTo>
                  <a:lnTo>
                    <a:pt x="1744224" y="2813272"/>
                  </a:lnTo>
                  <a:lnTo>
                    <a:pt x="1746314" y="2824849"/>
                  </a:lnTo>
                  <a:lnTo>
                    <a:pt x="1748511" y="2836427"/>
                  </a:lnTo>
                  <a:lnTo>
                    <a:pt x="1750996" y="2848004"/>
                  </a:lnTo>
                  <a:lnTo>
                    <a:pt x="1753569" y="2859581"/>
                  </a:lnTo>
                  <a:lnTo>
                    <a:pt x="1756313" y="2871159"/>
                  </a:lnTo>
                  <a:lnTo>
                    <a:pt x="1759214" y="2882736"/>
                  </a:lnTo>
                  <a:lnTo>
                    <a:pt x="1762193" y="2894313"/>
                  </a:lnTo>
                  <a:lnTo>
                    <a:pt x="1765368" y="2905890"/>
                  </a:lnTo>
                  <a:lnTo>
                    <a:pt x="1768602" y="2917468"/>
                  </a:lnTo>
                  <a:lnTo>
                    <a:pt x="1771943" y="2929045"/>
                  </a:lnTo>
                  <a:lnTo>
                    <a:pt x="1775377" y="2940622"/>
                  </a:lnTo>
                  <a:lnTo>
                    <a:pt x="1778856" y="2952199"/>
                  </a:lnTo>
                  <a:lnTo>
                    <a:pt x="1782430" y="2963777"/>
                  </a:lnTo>
                  <a:lnTo>
                    <a:pt x="1786028" y="2975354"/>
                  </a:lnTo>
                  <a:lnTo>
                    <a:pt x="1789667" y="2986931"/>
                  </a:lnTo>
                  <a:lnTo>
                    <a:pt x="1793326" y="2998508"/>
                  </a:lnTo>
                  <a:lnTo>
                    <a:pt x="1796993" y="3010086"/>
                  </a:lnTo>
                  <a:lnTo>
                    <a:pt x="1800654" y="3021663"/>
                  </a:lnTo>
                  <a:lnTo>
                    <a:pt x="1804298" y="3033240"/>
                  </a:lnTo>
                  <a:lnTo>
                    <a:pt x="1807918" y="3044817"/>
                  </a:lnTo>
                  <a:lnTo>
                    <a:pt x="1811481" y="3056395"/>
                  </a:lnTo>
                  <a:lnTo>
                    <a:pt x="1815015" y="3067972"/>
                  </a:lnTo>
                  <a:lnTo>
                    <a:pt x="1818446" y="3079549"/>
                  </a:lnTo>
                  <a:lnTo>
                    <a:pt x="1821817" y="3091126"/>
                  </a:lnTo>
                  <a:lnTo>
                    <a:pt x="1825103" y="3102704"/>
                  </a:lnTo>
                  <a:lnTo>
                    <a:pt x="1828254" y="3114281"/>
                  </a:lnTo>
                  <a:lnTo>
                    <a:pt x="1831342" y="3125858"/>
                  </a:lnTo>
                  <a:lnTo>
                    <a:pt x="1834241" y="3137435"/>
                  </a:lnTo>
                  <a:lnTo>
                    <a:pt x="1837035" y="3149013"/>
                  </a:lnTo>
                  <a:lnTo>
                    <a:pt x="1839695" y="3160590"/>
                  </a:lnTo>
                  <a:lnTo>
                    <a:pt x="1842145" y="3172167"/>
                  </a:lnTo>
                  <a:lnTo>
                    <a:pt x="1844502" y="3183744"/>
                  </a:lnTo>
                  <a:lnTo>
                    <a:pt x="1846598" y="3195322"/>
                  </a:lnTo>
                  <a:lnTo>
                    <a:pt x="1848548" y="3206899"/>
                  </a:lnTo>
                  <a:lnTo>
                    <a:pt x="1850324" y="3218476"/>
                  </a:lnTo>
                  <a:lnTo>
                    <a:pt x="1851827" y="3230053"/>
                  </a:lnTo>
                  <a:lnTo>
                    <a:pt x="1853211" y="3241631"/>
                  </a:lnTo>
                  <a:lnTo>
                    <a:pt x="1854282" y="3253208"/>
                  </a:lnTo>
                  <a:lnTo>
                    <a:pt x="1855170" y="3264785"/>
                  </a:lnTo>
                  <a:lnTo>
                    <a:pt x="1855860" y="3276362"/>
                  </a:lnTo>
                  <a:lnTo>
                    <a:pt x="1856225" y="3287940"/>
                  </a:lnTo>
                  <a:lnTo>
                    <a:pt x="1856454" y="3299517"/>
                  </a:lnTo>
                  <a:lnTo>
                    <a:pt x="1856336" y="3311094"/>
                  </a:lnTo>
                  <a:lnTo>
                    <a:pt x="1856010" y="3322671"/>
                  </a:lnTo>
                  <a:lnTo>
                    <a:pt x="1855472" y="3334249"/>
                  </a:lnTo>
                  <a:lnTo>
                    <a:pt x="1854576" y="3345826"/>
                  </a:lnTo>
                  <a:lnTo>
                    <a:pt x="1853533" y="3357403"/>
                  </a:lnTo>
                  <a:lnTo>
                    <a:pt x="1852134" y="3368980"/>
                  </a:lnTo>
                  <a:lnTo>
                    <a:pt x="1850509" y="3380558"/>
                  </a:lnTo>
                  <a:lnTo>
                    <a:pt x="1848673" y="3392135"/>
                  </a:lnTo>
                  <a:lnTo>
                    <a:pt x="1846463" y="3403712"/>
                  </a:lnTo>
                  <a:lnTo>
                    <a:pt x="1844106" y="3415289"/>
                  </a:lnTo>
                  <a:lnTo>
                    <a:pt x="1841400" y="3426867"/>
                  </a:lnTo>
                  <a:lnTo>
                    <a:pt x="1838465" y="3438444"/>
                  </a:lnTo>
                  <a:lnTo>
                    <a:pt x="1835331" y="3450021"/>
                  </a:lnTo>
                  <a:lnTo>
                    <a:pt x="1831829" y="3461598"/>
                  </a:lnTo>
                  <a:lnTo>
                    <a:pt x="1828185" y="3473176"/>
                  </a:lnTo>
                  <a:lnTo>
                    <a:pt x="1824220" y="3484753"/>
                  </a:lnTo>
                  <a:lnTo>
                    <a:pt x="1820033" y="3496330"/>
                  </a:lnTo>
                  <a:lnTo>
                    <a:pt x="1815669" y="3507907"/>
                  </a:lnTo>
                  <a:lnTo>
                    <a:pt x="1810960" y="3519485"/>
                  </a:lnTo>
                  <a:lnTo>
                    <a:pt x="1806125" y="3531062"/>
                  </a:lnTo>
                  <a:lnTo>
                    <a:pt x="1801008" y="3542639"/>
                  </a:lnTo>
                  <a:lnTo>
                    <a:pt x="1795690" y="3554216"/>
                  </a:lnTo>
                  <a:lnTo>
                    <a:pt x="1790223" y="3565794"/>
                  </a:lnTo>
                  <a:lnTo>
                    <a:pt x="1784454" y="3577371"/>
                  </a:lnTo>
                  <a:lnTo>
                    <a:pt x="1778578" y="3588948"/>
                  </a:lnTo>
                  <a:lnTo>
                    <a:pt x="1772471" y="3600526"/>
                  </a:lnTo>
                  <a:lnTo>
                    <a:pt x="1766194" y="3612103"/>
                  </a:lnTo>
                  <a:lnTo>
                    <a:pt x="1759800" y="3623680"/>
                  </a:lnTo>
                  <a:lnTo>
                    <a:pt x="1753161" y="3635257"/>
                  </a:lnTo>
                  <a:lnTo>
                    <a:pt x="1746438" y="3646835"/>
                  </a:lnTo>
                  <a:lnTo>
                    <a:pt x="1739542" y="3658412"/>
                  </a:lnTo>
                  <a:lnTo>
                    <a:pt x="1732514" y="3669989"/>
                  </a:lnTo>
                  <a:lnTo>
                    <a:pt x="1725404" y="3681566"/>
                  </a:lnTo>
                  <a:lnTo>
                    <a:pt x="1718115" y="3693144"/>
                  </a:lnTo>
                  <a:lnTo>
                    <a:pt x="1710769" y="3704721"/>
                  </a:lnTo>
                  <a:lnTo>
                    <a:pt x="1703308" y="3716298"/>
                  </a:lnTo>
                  <a:lnTo>
                    <a:pt x="1695762" y="3727875"/>
                  </a:lnTo>
                  <a:lnTo>
                    <a:pt x="1688165" y="3739453"/>
                  </a:lnTo>
                  <a:lnTo>
                    <a:pt x="1680462" y="3751030"/>
                  </a:lnTo>
                  <a:lnTo>
                    <a:pt x="1672729" y="3762607"/>
                  </a:lnTo>
                  <a:lnTo>
                    <a:pt x="1664938" y="3774184"/>
                  </a:lnTo>
                  <a:lnTo>
                    <a:pt x="1657109" y="3785762"/>
                  </a:lnTo>
                  <a:lnTo>
                    <a:pt x="1649260" y="3797339"/>
                  </a:lnTo>
                  <a:lnTo>
                    <a:pt x="1641378" y="3808916"/>
                  </a:lnTo>
                  <a:lnTo>
                    <a:pt x="1633493" y="3820493"/>
                  </a:lnTo>
                  <a:lnTo>
                    <a:pt x="1625602" y="3832071"/>
                  </a:lnTo>
                  <a:lnTo>
                    <a:pt x="1617720" y="3843648"/>
                  </a:lnTo>
                  <a:lnTo>
                    <a:pt x="1609844" y="3855225"/>
                  </a:lnTo>
                  <a:lnTo>
                    <a:pt x="1602005" y="3866802"/>
                  </a:lnTo>
                  <a:lnTo>
                    <a:pt x="1594186" y="3878380"/>
                  </a:lnTo>
                  <a:lnTo>
                    <a:pt x="1586406" y="3889957"/>
                  </a:lnTo>
                  <a:lnTo>
                    <a:pt x="1578680" y="3901534"/>
                  </a:lnTo>
                  <a:lnTo>
                    <a:pt x="1570983" y="3913111"/>
                  </a:lnTo>
                  <a:lnTo>
                    <a:pt x="1563381" y="3924689"/>
                  </a:lnTo>
                  <a:lnTo>
                    <a:pt x="1555823" y="3936266"/>
                  </a:lnTo>
                  <a:lnTo>
                    <a:pt x="1548338" y="3947843"/>
                  </a:lnTo>
                  <a:lnTo>
                    <a:pt x="1540949" y="3959420"/>
                  </a:lnTo>
                  <a:lnTo>
                    <a:pt x="1533605" y="3970998"/>
                  </a:lnTo>
                  <a:lnTo>
                    <a:pt x="1526404" y="3982575"/>
                  </a:lnTo>
                  <a:lnTo>
                    <a:pt x="1519266" y="3994152"/>
                  </a:lnTo>
                  <a:lnTo>
                    <a:pt x="1512227" y="4005729"/>
                  </a:lnTo>
                  <a:lnTo>
                    <a:pt x="1505317" y="4017307"/>
                  </a:lnTo>
                  <a:lnTo>
                    <a:pt x="1498467" y="4028884"/>
                  </a:lnTo>
                  <a:lnTo>
                    <a:pt x="1491791" y="4040461"/>
                  </a:lnTo>
                  <a:lnTo>
                    <a:pt x="1485196" y="4052038"/>
                  </a:lnTo>
                  <a:lnTo>
                    <a:pt x="1478717" y="4063616"/>
                  </a:lnTo>
                  <a:lnTo>
                    <a:pt x="1472391" y="4075193"/>
                  </a:lnTo>
                  <a:lnTo>
                    <a:pt x="1466136" y="4086770"/>
                  </a:lnTo>
                  <a:lnTo>
                    <a:pt x="1460073" y="4098347"/>
                  </a:lnTo>
                  <a:lnTo>
                    <a:pt x="1454104" y="4109925"/>
                  </a:lnTo>
                  <a:lnTo>
                    <a:pt x="1448259" y="4121502"/>
                  </a:lnTo>
                  <a:lnTo>
                    <a:pt x="1442585" y="4133079"/>
                  </a:lnTo>
                  <a:lnTo>
                    <a:pt x="1436986" y="4144656"/>
                  </a:lnTo>
                  <a:lnTo>
                    <a:pt x="1431588" y="4156234"/>
                  </a:lnTo>
                  <a:lnTo>
                    <a:pt x="1426291" y="4167811"/>
                  </a:lnTo>
                  <a:lnTo>
                    <a:pt x="1421119" y="4179388"/>
                  </a:lnTo>
                  <a:lnTo>
                    <a:pt x="1416127" y="4190965"/>
                  </a:lnTo>
                  <a:lnTo>
                    <a:pt x="1411212" y="4202543"/>
                  </a:lnTo>
                  <a:lnTo>
                    <a:pt x="1406494" y="4214120"/>
                  </a:lnTo>
                  <a:lnTo>
                    <a:pt x="1401883" y="4225697"/>
                  </a:lnTo>
                  <a:lnTo>
                    <a:pt x="1397391" y="4237274"/>
                  </a:lnTo>
                  <a:lnTo>
                    <a:pt x="1393080" y="4248852"/>
                  </a:lnTo>
                  <a:lnTo>
                    <a:pt x="1388845" y="4260429"/>
                  </a:lnTo>
                  <a:lnTo>
                    <a:pt x="1384798" y="4272006"/>
                  </a:lnTo>
                  <a:lnTo>
                    <a:pt x="1380856" y="4283584"/>
                  </a:lnTo>
                  <a:lnTo>
                    <a:pt x="1377025" y="4295161"/>
                  </a:lnTo>
                  <a:lnTo>
                    <a:pt x="1373369" y="4306738"/>
                  </a:lnTo>
                  <a:lnTo>
                    <a:pt x="1369785" y="4318315"/>
                  </a:lnTo>
                  <a:lnTo>
                    <a:pt x="1366373" y="4329893"/>
                  </a:lnTo>
                  <a:lnTo>
                    <a:pt x="1363064" y="4341470"/>
                  </a:lnTo>
                  <a:lnTo>
                    <a:pt x="1359853" y="4353047"/>
                  </a:lnTo>
                  <a:lnTo>
                    <a:pt x="1356808" y="4364624"/>
                  </a:lnTo>
                  <a:lnTo>
                    <a:pt x="1353828" y="4376202"/>
                  </a:lnTo>
                  <a:lnTo>
                    <a:pt x="1351002" y="4387779"/>
                  </a:lnTo>
                  <a:lnTo>
                    <a:pt x="1348271" y="4399356"/>
                  </a:lnTo>
                  <a:lnTo>
                    <a:pt x="1345626" y="4410933"/>
                  </a:lnTo>
                  <a:lnTo>
                    <a:pt x="1343133" y="4422511"/>
                  </a:lnTo>
                  <a:lnTo>
                    <a:pt x="1340698" y="4434088"/>
                  </a:lnTo>
                  <a:lnTo>
                    <a:pt x="1338396" y="4445665"/>
                  </a:lnTo>
                  <a:lnTo>
                    <a:pt x="1336181" y="4457242"/>
                  </a:lnTo>
                  <a:lnTo>
                    <a:pt x="1334039" y="4468820"/>
                  </a:lnTo>
                  <a:lnTo>
                    <a:pt x="1332032" y="4480397"/>
                  </a:lnTo>
                  <a:lnTo>
                    <a:pt x="1330075" y="4491974"/>
                  </a:lnTo>
                  <a:lnTo>
                    <a:pt x="1328231" y="4503551"/>
                  </a:lnTo>
                  <a:lnTo>
                    <a:pt x="1326464" y="4515129"/>
                  </a:lnTo>
                  <a:lnTo>
                    <a:pt x="1324757" y="4526706"/>
                  </a:lnTo>
                  <a:lnTo>
                    <a:pt x="1323169" y="4538283"/>
                  </a:lnTo>
                  <a:lnTo>
                    <a:pt x="1321623" y="4549860"/>
                  </a:lnTo>
                  <a:lnTo>
                    <a:pt x="1320169" y="4561438"/>
                  </a:lnTo>
                  <a:lnTo>
                    <a:pt x="1318783" y="4573015"/>
                  </a:lnTo>
                  <a:lnTo>
                    <a:pt x="1317445" y="4584592"/>
                  </a:lnTo>
                  <a:lnTo>
                    <a:pt x="1316208" y="4596169"/>
                  </a:lnTo>
                  <a:lnTo>
                    <a:pt x="1315006" y="4607747"/>
                  </a:lnTo>
                  <a:lnTo>
                    <a:pt x="1313879" y="4619324"/>
                  </a:lnTo>
                  <a:lnTo>
                    <a:pt x="1312810" y="4630901"/>
                  </a:lnTo>
                  <a:lnTo>
                    <a:pt x="1311778" y="4642478"/>
                  </a:lnTo>
                  <a:lnTo>
                    <a:pt x="1310830" y="4654056"/>
                  </a:lnTo>
                  <a:lnTo>
                    <a:pt x="1309911" y="4665633"/>
                  </a:lnTo>
                  <a:lnTo>
                    <a:pt x="1309051" y="4677210"/>
                  </a:lnTo>
                  <a:lnTo>
                    <a:pt x="1308239" y="4688787"/>
                  </a:lnTo>
                  <a:lnTo>
                    <a:pt x="1307455" y="4700365"/>
                  </a:lnTo>
                  <a:lnTo>
                    <a:pt x="1306741" y="4711942"/>
                  </a:lnTo>
                  <a:lnTo>
                    <a:pt x="1306049" y="4723519"/>
                  </a:lnTo>
                  <a:lnTo>
                    <a:pt x="1305403" y="4735096"/>
                  </a:lnTo>
                  <a:lnTo>
                    <a:pt x="1304796" y="4746674"/>
                  </a:lnTo>
                  <a:lnTo>
                    <a:pt x="1304210" y="4758251"/>
                  </a:lnTo>
                  <a:lnTo>
                    <a:pt x="1303680" y="4769828"/>
                  </a:lnTo>
                  <a:lnTo>
                    <a:pt x="1303167" y="4781405"/>
                  </a:lnTo>
                  <a:lnTo>
                    <a:pt x="1302690" y="4792983"/>
                  </a:lnTo>
                  <a:lnTo>
                    <a:pt x="1302243" y="4804560"/>
                  </a:lnTo>
                  <a:close/>
                </a:path>
              </a:pathLst>
            </a:custGeom>
            <a:solidFill>
              <a:srgbClr val="A8C5DA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5" name="pl6">
              <a:extLst>
                <a:ext uri="{FF2B5EF4-FFF2-40B4-BE49-F238E27FC236}">
                  <a16:creationId xmlns:a16="http://schemas.microsoft.com/office/drawing/2014/main" id="{64826E3C-9C42-4D63-8812-BCA06005D913}"/>
                </a:ext>
              </a:extLst>
            </p:cNvPr>
            <p:cNvSpPr/>
            <p:nvPr/>
          </p:nvSpPr>
          <p:spPr>
            <a:xfrm>
              <a:off x="1228958" y="2326993"/>
              <a:ext cx="2383828" cy="0"/>
            </a:xfrm>
            <a:custGeom>
              <a:avLst/>
              <a:gdLst/>
              <a:ahLst/>
              <a:cxnLst/>
              <a:rect l="0" t="0" r="0" b="0"/>
              <a:pathLst>
                <a:path w="2383828">
                  <a:moveTo>
                    <a:pt x="0" y="0"/>
                  </a:moveTo>
                  <a:lnTo>
                    <a:pt x="2383828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36" name="pt7">
              <a:extLst>
                <a:ext uri="{FF2B5EF4-FFF2-40B4-BE49-F238E27FC236}">
                  <a16:creationId xmlns:a16="http://schemas.microsoft.com/office/drawing/2014/main" id="{14609BFC-C8C2-41DD-A0DA-9520C0580157}"/>
                </a:ext>
              </a:extLst>
            </p:cNvPr>
            <p:cNvSpPr/>
            <p:nvPr/>
          </p:nvSpPr>
          <p:spPr>
            <a:xfrm>
              <a:off x="1893029" y="1760567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9" name="pt8">
              <a:extLst>
                <a:ext uri="{FF2B5EF4-FFF2-40B4-BE49-F238E27FC236}">
                  <a16:creationId xmlns:a16="http://schemas.microsoft.com/office/drawing/2014/main" id="{6580C50C-45C2-46B9-9106-B9ADC5548CD4}"/>
                </a:ext>
              </a:extLst>
            </p:cNvPr>
            <p:cNvSpPr/>
            <p:nvPr/>
          </p:nvSpPr>
          <p:spPr>
            <a:xfrm>
              <a:off x="1537304" y="2764800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0" name="pt9">
              <a:extLst>
                <a:ext uri="{FF2B5EF4-FFF2-40B4-BE49-F238E27FC236}">
                  <a16:creationId xmlns:a16="http://schemas.microsoft.com/office/drawing/2014/main" id="{57002257-B59A-4B5E-B615-B4B083409793}"/>
                </a:ext>
              </a:extLst>
            </p:cNvPr>
            <p:cNvSpPr/>
            <p:nvPr/>
          </p:nvSpPr>
          <p:spPr>
            <a:xfrm>
              <a:off x="1747291" y="2092862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1" name="pg10">
              <a:extLst>
                <a:ext uri="{FF2B5EF4-FFF2-40B4-BE49-F238E27FC236}">
                  <a16:creationId xmlns:a16="http://schemas.microsoft.com/office/drawing/2014/main" id="{31078421-592E-416F-ACD4-8246122F734B}"/>
                </a:ext>
              </a:extLst>
            </p:cNvPr>
            <p:cNvSpPr/>
            <p:nvPr/>
          </p:nvSpPr>
          <p:spPr>
            <a:xfrm>
              <a:off x="2614642" y="1116691"/>
              <a:ext cx="117405" cy="117405"/>
            </a:xfrm>
            <a:custGeom>
              <a:avLst/>
              <a:gdLst/>
              <a:ahLst/>
              <a:cxnLst/>
              <a:rect l="0" t="0" r="0" b="0"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2" name="pt11">
              <a:extLst>
                <a:ext uri="{FF2B5EF4-FFF2-40B4-BE49-F238E27FC236}">
                  <a16:creationId xmlns:a16="http://schemas.microsoft.com/office/drawing/2014/main" id="{4B320734-15EC-4EA2-A600-79C722C1AED3}"/>
                </a:ext>
              </a:extLst>
            </p:cNvPr>
            <p:cNvSpPr/>
            <p:nvPr/>
          </p:nvSpPr>
          <p:spPr>
            <a:xfrm>
              <a:off x="2018690" y="4103433"/>
              <a:ext cx="117405" cy="11740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3" name="pg12">
              <a:extLst>
                <a:ext uri="{FF2B5EF4-FFF2-40B4-BE49-F238E27FC236}">
                  <a16:creationId xmlns:a16="http://schemas.microsoft.com/office/drawing/2014/main" id="{5F0F9092-C8AD-4852-AC0B-2111F5725DAC}"/>
                </a:ext>
              </a:extLst>
            </p:cNvPr>
            <p:cNvSpPr/>
            <p:nvPr/>
          </p:nvSpPr>
          <p:spPr>
            <a:xfrm>
              <a:off x="4077420" y="1123150"/>
              <a:ext cx="2592212" cy="5552534"/>
            </a:xfrm>
            <a:custGeom>
              <a:avLst/>
              <a:gdLst/>
              <a:ahLst/>
              <a:cxnLst/>
              <a:rect l="0" t="0" r="0" b="0"/>
              <a:pathLst>
                <a:path w="2592212" h="5552534">
                  <a:moveTo>
                    <a:pt x="1288336" y="5552534"/>
                  </a:moveTo>
                  <a:lnTo>
                    <a:pt x="1287595" y="5541271"/>
                  </a:lnTo>
                  <a:lnTo>
                    <a:pt x="1286807" y="5530008"/>
                  </a:lnTo>
                  <a:lnTo>
                    <a:pt x="1285967" y="5518746"/>
                  </a:lnTo>
                  <a:lnTo>
                    <a:pt x="1285041" y="5507483"/>
                  </a:lnTo>
                  <a:lnTo>
                    <a:pt x="1284060" y="5496220"/>
                  </a:lnTo>
                  <a:lnTo>
                    <a:pt x="1283021" y="5484957"/>
                  </a:lnTo>
                  <a:lnTo>
                    <a:pt x="1281894" y="5473695"/>
                  </a:lnTo>
                  <a:lnTo>
                    <a:pt x="1280689" y="5462432"/>
                  </a:lnTo>
                  <a:lnTo>
                    <a:pt x="1279419" y="5451169"/>
                  </a:lnTo>
                  <a:lnTo>
                    <a:pt x="1278068" y="5439906"/>
                  </a:lnTo>
                  <a:lnTo>
                    <a:pt x="1276611" y="5428644"/>
                  </a:lnTo>
                  <a:lnTo>
                    <a:pt x="1275082" y="5417381"/>
                  </a:lnTo>
                  <a:lnTo>
                    <a:pt x="1273479" y="5406118"/>
                  </a:lnTo>
                  <a:lnTo>
                    <a:pt x="1271749" y="5394855"/>
                  </a:lnTo>
                  <a:lnTo>
                    <a:pt x="1269935" y="5383593"/>
                  </a:lnTo>
                  <a:lnTo>
                    <a:pt x="1268040" y="5372330"/>
                  </a:lnTo>
                  <a:lnTo>
                    <a:pt x="1266034" y="5361067"/>
                  </a:lnTo>
                  <a:lnTo>
                    <a:pt x="1263915" y="5349804"/>
                  </a:lnTo>
                  <a:lnTo>
                    <a:pt x="1261711" y="5338542"/>
                  </a:lnTo>
                  <a:lnTo>
                    <a:pt x="1259415" y="5327279"/>
                  </a:lnTo>
                  <a:lnTo>
                    <a:pt x="1256978" y="5316016"/>
                  </a:lnTo>
                  <a:lnTo>
                    <a:pt x="1254455" y="5304753"/>
                  </a:lnTo>
                  <a:lnTo>
                    <a:pt x="1251845" y="5293491"/>
                  </a:lnTo>
                  <a:lnTo>
                    <a:pt x="1249106" y="5282228"/>
                  </a:lnTo>
                  <a:lnTo>
                    <a:pt x="1246263" y="5270965"/>
                  </a:lnTo>
                  <a:lnTo>
                    <a:pt x="1243337" y="5259702"/>
                  </a:lnTo>
                  <a:lnTo>
                    <a:pt x="1240309" y="5248440"/>
                  </a:lnTo>
                  <a:lnTo>
                    <a:pt x="1237161" y="5237177"/>
                  </a:lnTo>
                  <a:lnTo>
                    <a:pt x="1233934" y="5225914"/>
                  </a:lnTo>
                  <a:lnTo>
                    <a:pt x="1230631" y="5214651"/>
                  </a:lnTo>
                  <a:lnTo>
                    <a:pt x="1227208" y="5203389"/>
                  </a:lnTo>
                  <a:lnTo>
                    <a:pt x="1223714" y="5192126"/>
                  </a:lnTo>
                  <a:lnTo>
                    <a:pt x="1220154" y="5180863"/>
                  </a:lnTo>
                  <a:lnTo>
                    <a:pt x="1216511" y="5169600"/>
                  </a:lnTo>
                  <a:lnTo>
                    <a:pt x="1212795" y="5158338"/>
                  </a:lnTo>
                  <a:lnTo>
                    <a:pt x="1209029" y="5147075"/>
                  </a:lnTo>
                  <a:lnTo>
                    <a:pt x="1205215" y="5135812"/>
                  </a:lnTo>
                  <a:lnTo>
                    <a:pt x="1201339" y="5124549"/>
                  </a:lnTo>
                  <a:lnTo>
                    <a:pt x="1197435" y="5113287"/>
                  </a:lnTo>
                  <a:lnTo>
                    <a:pt x="1193506" y="5102024"/>
                  </a:lnTo>
                  <a:lnTo>
                    <a:pt x="1189551" y="5090761"/>
                  </a:lnTo>
                  <a:lnTo>
                    <a:pt x="1185589" y="5079498"/>
                  </a:lnTo>
                  <a:lnTo>
                    <a:pt x="1181627" y="5068236"/>
                  </a:lnTo>
                  <a:lnTo>
                    <a:pt x="1177672" y="5056973"/>
                  </a:lnTo>
                  <a:lnTo>
                    <a:pt x="1173744" y="5045710"/>
                  </a:lnTo>
                  <a:lnTo>
                    <a:pt x="1169844" y="5034447"/>
                  </a:lnTo>
                  <a:lnTo>
                    <a:pt x="1165976" y="5023185"/>
                  </a:lnTo>
                  <a:lnTo>
                    <a:pt x="1162180" y="5011922"/>
                  </a:lnTo>
                  <a:lnTo>
                    <a:pt x="1158444" y="5000659"/>
                  </a:lnTo>
                  <a:lnTo>
                    <a:pt x="1154770" y="4989396"/>
                  </a:lnTo>
                  <a:lnTo>
                    <a:pt x="1151192" y="4978134"/>
                  </a:lnTo>
                  <a:lnTo>
                    <a:pt x="1147726" y="4966871"/>
                  </a:lnTo>
                  <a:lnTo>
                    <a:pt x="1144352" y="4955608"/>
                  </a:lnTo>
                  <a:lnTo>
                    <a:pt x="1141081" y="4944345"/>
                  </a:lnTo>
                  <a:lnTo>
                    <a:pt x="1137987" y="4933083"/>
                  </a:lnTo>
                  <a:lnTo>
                    <a:pt x="1135014" y="4921820"/>
                  </a:lnTo>
                  <a:lnTo>
                    <a:pt x="1132162" y="4910557"/>
                  </a:lnTo>
                  <a:lnTo>
                    <a:pt x="1129509" y="4899294"/>
                  </a:lnTo>
                  <a:lnTo>
                    <a:pt x="1127027" y="4888032"/>
                  </a:lnTo>
                  <a:lnTo>
                    <a:pt x="1124692" y="4876769"/>
                  </a:lnTo>
                  <a:lnTo>
                    <a:pt x="1122541" y="4865506"/>
                  </a:lnTo>
                  <a:lnTo>
                    <a:pt x="1120628" y="4854243"/>
                  </a:lnTo>
                  <a:lnTo>
                    <a:pt x="1118881" y="4842981"/>
                  </a:lnTo>
                  <a:lnTo>
                    <a:pt x="1117301" y="4831718"/>
                  </a:lnTo>
                  <a:lnTo>
                    <a:pt x="1116004" y="4820455"/>
                  </a:lnTo>
                  <a:lnTo>
                    <a:pt x="1114896" y="4809193"/>
                  </a:lnTo>
                  <a:lnTo>
                    <a:pt x="1113965" y="4797930"/>
                  </a:lnTo>
                  <a:lnTo>
                    <a:pt x="1113279" y="4786667"/>
                  </a:lnTo>
                  <a:lnTo>
                    <a:pt x="1112837" y="4775404"/>
                  </a:lnTo>
                  <a:lnTo>
                    <a:pt x="1112576" y="4764142"/>
                  </a:lnTo>
                  <a:lnTo>
                    <a:pt x="1112509" y="4752879"/>
                  </a:lnTo>
                  <a:lnTo>
                    <a:pt x="1112734" y="4741616"/>
                  </a:lnTo>
                  <a:lnTo>
                    <a:pt x="1113135" y="4730353"/>
                  </a:lnTo>
                  <a:lnTo>
                    <a:pt x="1113710" y="4719091"/>
                  </a:lnTo>
                  <a:lnTo>
                    <a:pt x="1114541" y="4707828"/>
                  </a:lnTo>
                  <a:lnTo>
                    <a:pt x="1115569" y="4696565"/>
                  </a:lnTo>
                  <a:lnTo>
                    <a:pt x="1116756" y="4685302"/>
                  </a:lnTo>
                  <a:lnTo>
                    <a:pt x="1118132" y="4674040"/>
                  </a:lnTo>
                  <a:lnTo>
                    <a:pt x="1119727" y="4662777"/>
                  </a:lnTo>
                  <a:lnTo>
                    <a:pt x="1121458" y="4651514"/>
                  </a:lnTo>
                  <a:lnTo>
                    <a:pt x="1123323" y="4640251"/>
                  </a:lnTo>
                  <a:lnTo>
                    <a:pt x="1125389" y="4628989"/>
                  </a:lnTo>
                  <a:lnTo>
                    <a:pt x="1127573" y="4617726"/>
                  </a:lnTo>
                  <a:lnTo>
                    <a:pt x="1129860" y="4606463"/>
                  </a:lnTo>
                  <a:lnTo>
                    <a:pt x="1132277" y="4595200"/>
                  </a:lnTo>
                  <a:lnTo>
                    <a:pt x="1134802" y="4583938"/>
                  </a:lnTo>
                  <a:lnTo>
                    <a:pt x="1137396" y="4572675"/>
                  </a:lnTo>
                  <a:lnTo>
                    <a:pt x="1140059" y="4561412"/>
                  </a:lnTo>
                  <a:lnTo>
                    <a:pt x="1142801" y="4550149"/>
                  </a:lnTo>
                  <a:lnTo>
                    <a:pt x="1145575" y="4538887"/>
                  </a:lnTo>
                  <a:lnTo>
                    <a:pt x="1148377" y="4527624"/>
                  </a:lnTo>
                  <a:lnTo>
                    <a:pt x="1151200" y="4516361"/>
                  </a:lnTo>
                  <a:lnTo>
                    <a:pt x="1154020" y="4505098"/>
                  </a:lnTo>
                  <a:lnTo>
                    <a:pt x="1156829" y="4493836"/>
                  </a:lnTo>
                  <a:lnTo>
                    <a:pt x="1159614" y="4482573"/>
                  </a:lnTo>
                  <a:lnTo>
                    <a:pt x="1162345" y="4471310"/>
                  </a:lnTo>
                  <a:lnTo>
                    <a:pt x="1165028" y="4460047"/>
                  </a:lnTo>
                  <a:lnTo>
                    <a:pt x="1167658" y="4448785"/>
                  </a:lnTo>
                  <a:lnTo>
                    <a:pt x="1170176" y="4437522"/>
                  </a:lnTo>
                  <a:lnTo>
                    <a:pt x="1172607" y="4426259"/>
                  </a:lnTo>
                  <a:lnTo>
                    <a:pt x="1174951" y="4414996"/>
                  </a:lnTo>
                  <a:lnTo>
                    <a:pt x="1177164" y="4403734"/>
                  </a:lnTo>
                  <a:lnTo>
                    <a:pt x="1179230" y="4392471"/>
                  </a:lnTo>
                  <a:lnTo>
                    <a:pt x="1181179" y="4381208"/>
                  </a:lnTo>
                  <a:lnTo>
                    <a:pt x="1182998" y="4369945"/>
                  </a:lnTo>
                  <a:lnTo>
                    <a:pt x="1184603" y="4358683"/>
                  </a:lnTo>
                  <a:lnTo>
                    <a:pt x="1186067" y="4347420"/>
                  </a:lnTo>
                  <a:lnTo>
                    <a:pt x="1187389" y="4336157"/>
                  </a:lnTo>
                  <a:lnTo>
                    <a:pt x="1188488" y="4324894"/>
                  </a:lnTo>
                  <a:lnTo>
                    <a:pt x="1189399" y="4313632"/>
                  </a:lnTo>
                  <a:lnTo>
                    <a:pt x="1190152" y="4302369"/>
                  </a:lnTo>
                  <a:lnTo>
                    <a:pt x="1190711" y="4291106"/>
                  </a:lnTo>
                  <a:lnTo>
                    <a:pt x="1191023" y="4279843"/>
                  </a:lnTo>
                  <a:lnTo>
                    <a:pt x="1191170" y="4268581"/>
                  </a:lnTo>
                  <a:lnTo>
                    <a:pt x="1191150" y="4257318"/>
                  </a:lnTo>
                  <a:lnTo>
                    <a:pt x="1190856" y="4246055"/>
                  </a:lnTo>
                  <a:lnTo>
                    <a:pt x="1190383" y="4234792"/>
                  </a:lnTo>
                  <a:lnTo>
                    <a:pt x="1189744" y="4223530"/>
                  </a:lnTo>
                  <a:lnTo>
                    <a:pt x="1188882" y="4212267"/>
                  </a:lnTo>
                  <a:lnTo>
                    <a:pt x="1187801" y="4201004"/>
                  </a:lnTo>
                  <a:lnTo>
                    <a:pt x="1186562" y="4189741"/>
                  </a:lnTo>
                  <a:lnTo>
                    <a:pt x="1185154" y="4178479"/>
                  </a:lnTo>
                  <a:lnTo>
                    <a:pt x="1183499" y="4167216"/>
                  </a:lnTo>
                  <a:lnTo>
                    <a:pt x="1181698" y="4155953"/>
                  </a:lnTo>
                  <a:lnTo>
                    <a:pt x="1179755" y="4144690"/>
                  </a:lnTo>
                  <a:lnTo>
                    <a:pt x="1177607" y="4133428"/>
                  </a:lnTo>
                  <a:lnTo>
                    <a:pt x="1175304" y="4122165"/>
                  </a:lnTo>
                  <a:lnTo>
                    <a:pt x="1172877" y="4110902"/>
                  </a:lnTo>
                  <a:lnTo>
                    <a:pt x="1170307" y="4099639"/>
                  </a:lnTo>
                  <a:lnTo>
                    <a:pt x="1167574" y="4088377"/>
                  </a:lnTo>
                  <a:lnTo>
                    <a:pt x="1164740" y="4077114"/>
                  </a:lnTo>
                  <a:lnTo>
                    <a:pt x="1161809" y="4065851"/>
                  </a:lnTo>
                  <a:lnTo>
                    <a:pt x="1158735" y="4054588"/>
                  </a:lnTo>
                  <a:lnTo>
                    <a:pt x="1155579" y="4043326"/>
                  </a:lnTo>
                  <a:lnTo>
                    <a:pt x="1152350" y="4032063"/>
                  </a:lnTo>
                  <a:lnTo>
                    <a:pt x="1149033" y="4020800"/>
                  </a:lnTo>
                  <a:lnTo>
                    <a:pt x="1145642" y="4009537"/>
                  </a:lnTo>
                  <a:lnTo>
                    <a:pt x="1142203" y="3998275"/>
                  </a:lnTo>
                  <a:lnTo>
                    <a:pt x="1138717" y="3987012"/>
                  </a:lnTo>
                  <a:lnTo>
                    <a:pt x="1135177" y="3975749"/>
                  </a:lnTo>
                  <a:lnTo>
                    <a:pt x="1131612" y="3964486"/>
                  </a:lnTo>
                  <a:lnTo>
                    <a:pt x="1128025" y="3953224"/>
                  </a:lnTo>
                  <a:lnTo>
                    <a:pt x="1124416" y="3941961"/>
                  </a:lnTo>
                  <a:lnTo>
                    <a:pt x="1120799" y="3930698"/>
                  </a:lnTo>
                  <a:lnTo>
                    <a:pt x="1117180" y="3919435"/>
                  </a:lnTo>
                  <a:lnTo>
                    <a:pt x="1113561" y="3908173"/>
                  </a:lnTo>
                  <a:lnTo>
                    <a:pt x="1109954" y="3896910"/>
                  </a:lnTo>
                  <a:lnTo>
                    <a:pt x="1106358" y="3885647"/>
                  </a:lnTo>
                  <a:lnTo>
                    <a:pt x="1102775" y="3874384"/>
                  </a:lnTo>
                  <a:lnTo>
                    <a:pt x="1099220" y="3863122"/>
                  </a:lnTo>
                  <a:lnTo>
                    <a:pt x="1095687" y="3851859"/>
                  </a:lnTo>
                  <a:lnTo>
                    <a:pt x="1092173" y="3840596"/>
                  </a:lnTo>
                  <a:lnTo>
                    <a:pt x="1088690" y="3829334"/>
                  </a:lnTo>
                  <a:lnTo>
                    <a:pt x="1085236" y="3818071"/>
                  </a:lnTo>
                  <a:lnTo>
                    <a:pt x="1081805" y="3806808"/>
                  </a:lnTo>
                  <a:lnTo>
                    <a:pt x="1078396" y="3795545"/>
                  </a:lnTo>
                  <a:lnTo>
                    <a:pt x="1075020" y="3784283"/>
                  </a:lnTo>
                  <a:lnTo>
                    <a:pt x="1071661" y="3773020"/>
                  </a:lnTo>
                  <a:lnTo>
                    <a:pt x="1068318" y="3761757"/>
                  </a:lnTo>
                  <a:lnTo>
                    <a:pt x="1064993" y="3750494"/>
                  </a:lnTo>
                  <a:lnTo>
                    <a:pt x="1061678" y="3739232"/>
                  </a:lnTo>
                  <a:lnTo>
                    <a:pt x="1058367" y="3727969"/>
                  </a:lnTo>
                  <a:lnTo>
                    <a:pt x="1055058" y="3716706"/>
                  </a:lnTo>
                  <a:lnTo>
                    <a:pt x="1051740" y="3705443"/>
                  </a:lnTo>
                  <a:lnTo>
                    <a:pt x="1048412" y="3694181"/>
                  </a:lnTo>
                  <a:lnTo>
                    <a:pt x="1045069" y="3682918"/>
                  </a:lnTo>
                  <a:lnTo>
                    <a:pt x="1041692" y="3671655"/>
                  </a:lnTo>
                  <a:lnTo>
                    <a:pt x="1038284" y="3660392"/>
                  </a:lnTo>
                  <a:lnTo>
                    <a:pt x="1034842" y="3649130"/>
                  </a:lnTo>
                  <a:lnTo>
                    <a:pt x="1031349" y="3637867"/>
                  </a:lnTo>
                  <a:lnTo>
                    <a:pt x="1027792" y="3626604"/>
                  </a:lnTo>
                  <a:lnTo>
                    <a:pt x="1024182" y="3615341"/>
                  </a:lnTo>
                  <a:lnTo>
                    <a:pt x="1020512" y="3604079"/>
                  </a:lnTo>
                  <a:lnTo>
                    <a:pt x="1016736" y="3592816"/>
                  </a:lnTo>
                  <a:lnTo>
                    <a:pt x="1012888" y="3581553"/>
                  </a:lnTo>
                  <a:lnTo>
                    <a:pt x="1008965" y="3570290"/>
                  </a:lnTo>
                  <a:lnTo>
                    <a:pt x="1004922" y="3559028"/>
                  </a:lnTo>
                  <a:lnTo>
                    <a:pt x="1000772" y="3547765"/>
                  </a:lnTo>
                  <a:lnTo>
                    <a:pt x="996532" y="3536502"/>
                  </a:lnTo>
                  <a:lnTo>
                    <a:pt x="992177" y="3525239"/>
                  </a:lnTo>
                  <a:lnTo>
                    <a:pt x="987673" y="3513977"/>
                  </a:lnTo>
                  <a:lnTo>
                    <a:pt x="983065" y="3502714"/>
                  </a:lnTo>
                  <a:lnTo>
                    <a:pt x="978353" y="3491451"/>
                  </a:lnTo>
                  <a:lnTo>
                    <a:pt x="973462" y="3480188"/>
                  </a:lnTo>
                  <a:lnTo>
                    <a:pt x="968451" y="3468926"/>
                  </a:lnTo>
                  <a:lnTo>
                    <a:pt x="963329" y="3457663"/>
                  </a:lnTo>
                  <a:lnTo>
                    <a:pt x="958052" y="3446400"/>
                  </a:lnTo>
                  <a:lnTo>
                    <a:pt x="952619" y="3435137"/>
                  </a:lnTo>
                  <a:lnTo>
                    <a:pt x="947072" y="3423875"/>
                  </a:lnTo>
                  <a:lnTo>
                    <a:pt x="941401" y="3412612"/>
                  </a:lnTo>
                  <a:lnTo>
                    <a:pt x="935541" y="3401349"/>
                  </a:lnTo>
                  <a:lnTo>
                    <a:pt x="929567" y="3390086"/>
                  </a:lnTo>
                  <a:lnTo>
                    <a:pt x="923480" y="3378824"/>
                  </a:lnTo>
                  <a:lnTo>
                    <a:pt x="917224" y="3367561"/>
                  </a:lnTo>
                  <a:lnTo>
                    <a:pt x="910834" y="3356298"/>
                  </a:lnTo>
                  <a:lnTo>
                    <a:pt x="904335" y="3345035"/>
                  </a:lnTo>
                  <a:lnTo>
                    <a:pt x="897704" y="3333773"/>
                  </a:lnTo>
                  <a:lnTo>
                    <a:pt x="890913" y="3322510"/>
                  </a:lnTo>
                  <a:lnTo>
                    <a:pt x="884018" y="3311247"/>
                  </a:lnTo>
                  <a:lnTo>
                    <a:pt x="877020" y="3299984"/>
                  </a:lnTo>
                  <a:lnTo>
                    <a:pt x="869853" y="3288722"/>
                  </a:lnTo>
                  <a:lnTo>
                    <a:pt x="862578" y="3277459"/>
                  </a:lnTo>
                  <a:lnTo>
                    <a:pt x="855202" y="3266196"/>
                  </a:lnTo>
                  <a:lnTo>
                    <a:pt x="847690" y="3254933"/>
                  </a:lnTo>
                  <a:lnTo>
                    <a:pt x="840042" y="3243671"/>
                  </a:lnTo>
                  <a:lnTo>
                    <a:pt x="832294" y="3232408"/>
                  </a:lnTo>
                  <a:lnTo>
                    <a:pt x="824437" y="3221145"/>
                  </a:lnTo>
                  <a:lnTo>
                    <a:pt x="816412" y="3209882"/>
                  </a:lnTo>
                  <a:lnTo>
                    <a:pt x="808281" y="3198620"/>
                  </a:lnTo>
                  <a:lnTo>
                    <a:pt x="800043" y="3187357"/>
                  </a:lnTo>
                  <a:lnTo>
                    <a:pt x="791641" y="3176094"/>
                  </a:lnTo>
                  <a:lnTo>
                    <a:pt x="783100" y="3164831"/>
                  </a:lnTo>
                  <a:lnTo>
                    <a:pt x="774440" y="3153569"/>
                  </a:lnTo>
                  <a:lnTo>
                    <a:pt x="765634" y="3142306"/>
                  </a:lnTo>
                  <a:lnTo>
                    <a:pt x="756635" y="3131043"/>
                  </a:lnTo>
                  <a:lnTo>
                    <a:pt x="747502" y="3119780"/>
                  </a:lnTo>
                  <a:lnTo>
                    <a:pt x="738232" y="3108518"/>
                  </a:lnTo>
                  <a:lnTo>
                    <a:pt x="728723" y="3097255"/>
                  </a:lnTo>
                  <a:lnTo>
                    <a:pt x="719048" y="3085992"/>
                  </a:lnTo>
                  <a:lnTo>
                    <a:pt x="709215" y="3074729"/>
                  </a:lnTo>
                  <a:lnTo>
                    <a:pt x="699158" y="3063467"/>
                  </a:lnTo>
                  <a:lnTo>
                    <a:pt x="688864" y="3052204"/>
                  </a:lnTo>
                  <a:lnTo>
                    <a:pt x="678389" y="3040941"/>
                  </a:lnTo>
                  <a:lnTo>
                    <a:pt x="667715" y="3029678"/>
                  </a:lnTo>
                  <a:lnTo>
                    <a:pt x="656723" y="3018416"/>
                  </a:lnTo>
                  <a:lnTo>
                    <a:pt x="645528" y="3007153"/>
                  </a:lnTo>
                  <a:lnTo>
                    <a:pt x="634128" y="2995890"/>
                  </a:lnTo>
                  <a:lnTo>
                    <a:pt x="622412" y="2984627"/>
                  </a:lnTo>
                  <a:lnTo>
                    <a:pt x="610433" y="2973365"/>
                  </a:lnTo>
                  <a:lnTo>
                    <a:pt x="598234" y="2962102"/>
                  </a:lnTo>
                  <a:lnTo>
                    <a:pt x="585766" y="2950839"/>
                  </a:lnTo>
                  <a:lnTo>
                    <a:pt x="572962" y="2939576"/>
                  </a:lnTo>
                  <a:lnTo>
                    <a:pt x="559934" y="2928314"/>
                  </a:lnTo>
                  <a:lnTo>
                    <a:pt x="546681" y="2917051"/>
                  </a:lnTo>
                  <a:lnTo>
                    <a:pt x="533065" y="2905788"/>
                  </a:lnTo>
                  <a:lnTo>
                    <a:pt x="519217" y="2894526"/>
                  </a:lnTo>
                  <a:lnTo>
                    <a:pt x="505157" y="2883263"/>
                  </a:lnTo>
                  <a:lnTo>
                    <a:pt x="490815" y="2872000"/>
                  </a:lnTo>
                  <a:lnTo>
                    <a:pt x="476208" y="2860737"/>
                  </a:lnTo>
                  <a:lnTo>
                    <a:pt x="461415" y="2849475"/>
                  </a:lnTo>
                  <a:lnTo>
                    <a:pt x="446429" y="2838212"/>
                  </a:lnTo>
                  <a:lnTo>
                    <a:pt x="431179" y="2826949"/>
                  </a:lnTo>
                  <a:lnTo>
                    <a:pt x="415789" y="2815686"/>
                  </a:lnTo>
                  <a:lnTo>
                    <a:pt x="400265" y="2804424"/>
                  </a:lnTo>
                  <a:lnTo>
                    <a:pt x="384572" y="2793161"/>
                  </a:lnTo>
                  <a:lnTo>
                    <a:pt x="368777" y="2781898"/>
                  </a:lnTo>
                  <a:lnTo>
                    <a:pt x="352915" y="2770635"/>
                  </a:lnTo>
                  <a:lnTo>
                    <a:pt x="336990" y="2759373"/>
                  </a:lnTo>
                  <a:lnTo>
                    <a:pt x="321041" y="2748110"/>
                  </a:lnTo>
                  <a:lnTo>
                    <a:pt x="305106" y="2736847"/>
                  </a:lnTo>
                  <a:lnTo>
                    <a:pt x="289195" y="2725584"/>
                  </a:lnTo>
                  <a:lnTo>
                    <a:pt x="273385" y="2714322"/>
                  </a:lnTo>
                  <a:lnTo>
                    <a:pt x="257686" y="2703059"/>
                  </a:lnTo>
                  <a:lnTo>
                    <a:pt x="242106" y="2691796"/>
                  </a:lnTo>
                  <a:lnTo>
                    <a:pt x="226726" y="2680533"/>
                  </a:lnTo>
                  <a:lnTo>
                    <a:pt x="211604" y="2669271"/>
                  </a:lnTo>
                  <a:lnTo>
                    <a:pt x="196703" y="2658008"/>
                  </a:lnTo>
                  <a:lnTo>
                    <a:pt x="182054" y="2646745"/>
                  </a:lnTo>
                  <a:lnTo>
                    <a:pt x="167865" y="2635482"/>
                  </a:lnTo>
                  <a:lnTo>
                    <a:pt x="153997" y="2624220"/>
                  </a:lnTo>
                  <a:lnTo>
                    <a:pt x="140462" y="2612957"/>
                  </a:lnTo>
                  <a:lnTo>
                    <a:pt x="127476" y="2601694"/>
                  </a:lnTo>
                  <a:lnTo>
                    <a:pt x="114986" y="2590431"/>
                  </a:lnTo>
                  <a:lnTo>
                    <a:pt x="102921" y="2579169"/>
                  </a:lnTo>
                  <a:lnTo>
                    <a:pt x="91398" y="2567906"/>
                  </a:lnTo>
                  <a:lnTo>
                    <a:pt x="80597" y="2556643"/>
                  </a:lnTo>
                  <a:lnTo>
                    <a:pt x="70302" y="2545380"/>
                  </a:lnTo>
                  <a:lnTo>
                    <a:pt x="60524" y="2534118"/>
                  </a:lnTo>
                  <a:lnTo>
                    <a:pt x="51637" y="2522855"/>
                  </a:lnTo>
                  <a:lnTo>
                    <a:pt x="43358" y="2511592"/>
                  </a:lnTo>
                  <a:lnTo>
                    <a:pt x="35653" y="2500329"/>
                  </a:lnTo>
                  <a:lnTo>
                    <a:pt x="28746" y="2489067"/>
                  </a:lnTo>
                  <a:lnTo>
                    <a:pt x="22657" y="2477804"/>
                  </a:lnTo>
                  <a:lnTo>
                    <a:pt x="17179" y="2466541"/>
                  </a:lnTo>
                  <a:lnTo>
                    <a:pt x="12359" y="2455278"/>
                  </a:lnTo>
                  <a:lnTo>
                    <a:pt x="8558" y="2444016"/>
                  </a:lnTo>
                  <a:lnTo>
                    <a:pt x="5378" y="2432753"/>
                  </a:lnTo>
                  <a:lnTo>
                    <a:pt x="2819" y="2421490"/>
                  </a:lnTo>
                  <a:lnTo>
                    <a:pt x="1186" y="2410227"/>
                  </a:lnTo>
                  <a:lnTo>
                    <a:pt x="292" y="2398965"/>
                  </a:lnTo>
                  <a:lnTo>
                    <a:pt x="0" y="2387702"/>
                  </a:lnTo>
                  <a:lnTo>
                    <a:pt x="430" y="2376439"/>
                  </a:lnTo>
                  <a:lnTo>
                    <a:pt x="1726" y="2365176"/>
                  </a:lnTo>
                  <a:lnTo>
                    <a:pt x="3583" y="2353914"/>
                  </a:lnTo>
                  <a:lnTo>
                    <a:pt x="5992" y="2342651"/>
                  </a:lnTo>
                  <a:lnTo>
                    <a:pt x="9272" y="2331388"/>
                  </a:lnTo>
                  <a:lnTo>
                    <a:pt x="13087" y="2320125"/>
                  </a:lnTo>
                  <a:lnTo>
                    <a:pt x="17391" y="2308863"/>
                  </a:lnTo>
                  <a:lnTo>
                    <a:pt x="22330" y="2297600"/>
                  </a:lnTo>
                  <a:lnTo>
                    <a:pt x="27857" y="2286337"/>
                  </a:lnTo>
                  <a:lnTo>
                    <a:pt x="33793" y="2275074"/>
                  </a:lnTo>
                  <a:lnTo>
                    <a:pt x="40155" y="2263812"/>
                  </a:lnTo>
                  <a:lnTo>
                    <a:pt x="47105" y="2252549"/>
                  </a:lnTo>
                  <a:lnTo>
                    <a:pt x="54378" y="2241286"/>
                  </a:lnTo>
                  <a:lnTo>
                    <a:pt x="61962" y="2230023"/>
                  </a:lnTo>
                  <a:lnTo>
                    <a:pt x="69967" y="2218761"/>
                  </a:lnTo>
                  <a:lnTo>
                    <a:pt x="78264" y="2207498"/>
                  </a:lnTo>
                  <a:lnTo>
                    <a:pt x="86783" y="2196235"/>
                  </a:lnTo>
                  <a:lnTo>
                    <a:pt x="95549" y="2184972"/>
                  </a:lnTo>
                  <a:lnTo>
                    <a:pt x="104563" y="2173710"/>
                  </a:lnTo>
                  <a:lnTo>
                    <a:pt x="113715" y="2162447"/>
                  </a:lnTo>
                  <a:lnTo>
                    <a:pt x="122995" y="2151184"/>
                  </a:lnTo>
                  <a:lnTo>
                    <a:pt x="132435" y="2139921"/>
                  </a:lnTo>
                  <a:lnTo>
                    <a:pt x="141945" y="2128659"/>
                  </a:lnTo>
                  <a:lnTo>
                    <a:pt x="151512" y="2117396"/>
                  </a:lnTo>
                  <a:lnTo>
                    <a:pt x="161132" y="2106133"/>
                  </a:lnTo>
                  <a:lnTo>
                    <a:pt x="170771" y="2094870"/>
                  </a:lnTo>
                  <a:lnTo>
                    <a:pt x="180410" y="2083608"/>
                  </a:lnTo>
                  <a:lnTo>
                    <a:pt x="190042" y="2072345"/>
                  </a:lnTo>
                  <a:lnTo>
                    <a:pt x="199634" y="2061082"/>
                  </a:lnTo>
                  <a:lnTo>
                    <a:pt x="209189" y="2049819"/>
                  </a:lnTo>
                  <a:lnTo>
                    <a:pt x="218704" y="2038557"/>
                  </a:lnTo>
                  <a:lnTo>
                    <a:pt x="228146" y="2027294"/>
                  </a:lnTo>
                  <a:lnTo>
                    <a:pt x="237524" y="2016031"/>
                  </a:lnTo>
                  <a:lnTo>
                    <a:pt x="246846" y="2004768"/>
                  </a:lnTo>
                  <a:lnTo>
                    <a:pt x="256099" y="1993506"/>
                  </a:lnTo>
                  <a:lnTo>
                    <a:pt x="265270" y="1982243"/>
                  </a:lnTo>
                  <a:lnTo>
                    <a:pt x="274390" y="1970980"/>
                  </a:lnTo>
                  <a:lnTo>
                    <a:pt x="283459" y="1959717"/>
                  </a:lnTo>
                  <a:lnTo>
                    <a:pt x="292460" y="1948455"/>
                  </a:lnTo>
                  <a:lnTo>
                    <a:pt x="301426" y="1937192"/>
                  </a:lnTo>
                  <a:lnTo>
                    <a:pt x="310365" y="1925929"/>
                  </a:lnTo>
                  <a:lnTo>
                    <a:pt x="319279" y="1914667"/>
                  </a:lnTo>
                  <a:lnTo>
                    <a:pt x="328189" y="1903404"/>
                  </a:lnTo>
                  <a:lnTo>
                    <a:pt x="337107" y="1892141"/>
                  </a:lnTo>
                  <a:lnTo>
                    <a:pt x="346041" y="1880878"/>
                  </a:lnTo>
                  <a:lnTo>
                    <a:pt x="355029" y="1869616"/>
                  </a:lnTo>
                  <a:lnTo>
                    <a:pt x="364069" y="1858353"/>
                  </a:lnTo>
                  <a:lnTo>
                    <a:pt x="373165" y="1847090"/>
                  </a:lnTo>
                  <a:lnTo>
                    <a:pt x="382370" y="1835827"/>
                  </a:lnTo>
                  <a:lnTo>
                    <a:pt x="391688" y="1824565"/>
                  </a:lnTo>
                  <a:lnTo>
                    <a:pt x="401107" y="1813302"/>
                  </a:lnTo>
                  <a:lnTo>
                    <a:pt x="410663" y="1802039"/>
                  </a:lnTo>
                  <a:lnTo>
                    <a:pt x="420415" y="1790776"/>
                  </a:lnTo>
                  <a:lnTo>
                    <a:pt x="430311" y="1779514"/>
                  </a:lnTo>
                  <a:lnTo>
                    <a:pt x="440356" y="1768251"/>
                  </a:lnTo>
                  <a:lnTo>
                    <a:pt x="450670" y="1756988"/>
                  </a:lnTo>
                  <a:lnTo>
                    <a:pt x="461174" y="1745725"/>
                  </a:lnTo>
                  <a:lnTo>
                    <a:pt x="471858" y="1734463"/>
                  </a:lnTo>
                  <a:lnTo>
                    <a:pt x="482798" y="1723200"/>
                  </a:lnTo>
                  <a:lnTo>
                    <a:pt x="494005" y="1711937"/>
                  </a:lnTo>
                  <a:lnTo>
                    <a:pt x="505411" y="1700674"/>
                  </a:lnTo>
                  <a:lnTo>
                    <a:pt x="517035" y="1689412"/>
                  </a:lnTo>
                  <a:lnTo>
                    <a:pt x="528994" y="1678149"/>
                  </a:lnTo>
                  <a:lnTo>
                    <a:pt x="541158" y="1666886"/>
                  </a:lnTo>
                  <a:lnTo>
                    <a:pt x="553525" y="1655623"/>
                  </a:lnTo>
                  <a:lnTo>
                    <a:pt x="566191" y="1644361"/>
                  </a:lnTo>
                  <a:lnTo>
                    <a:pt x="579092" y="1633098"/>
                  </a:lnTo>
                  <a:lnTo>
                    <a:pt x="592180" y="1621835"/>
                  </a:lnTo>
                  <a:lnTo>
                    <a:pt x="605490" y="1610572"/>
                  </a:lnTo>
                  <a:lnTo>
                    <a:pt x="619053" y="1599310"/>
                  </a:lnTo>
                  <a:lnTo>
                    <a:pt x="632773" y="1588047"/>
                  </a:lnTo>
                  <a:lnTo>
                    <a:pt x="646643" y="1576784"/>
                  </a:lnTo>
                  <a:lnTo>
                    <a:pt x="660732" y="1565521"/>
                  </a:lnTo>
                  <a:lnTo>
                    <a:pt x="674941" y="1554259"/>
                  </a:lnTo>
                  <a:lnTo>
                    <a:pt x="689253" y="1542996"/>
                  </a:lnTo>
                  <a:lnTo>
                    <a:pt x="703685" y="1531733"/>
                  </a:lnTo>
                  <a:lnTo>
                    <a:pt x="718200" y="1520470"/>
                  </a:lnTo>
                  <a:lnTo>
                    <a:pt x="732760" y="1509208"/>
                  </a:lnTo>
                  <a:lnTo>
                    <a:pt x="747357" y="1497945"/>
                  </a:lnTo>
                  <a:lnTo>
                    <a:pt x="761965" y="1486682"/>
                  </a:lnTo>
                  <a:lnTo>
                    <a:pt x="776552" y="1475419"/>
                  </a:lnTo>
                  <a:lnTo>
                    <a:pt x="791110" y="1464157"/>
                  </a:lnTo>
                  <a:lnTo>
                    <a:pt x="805589" y="1452894"/>
                  </a:lnTo>
                  <a:lnTo>
                    <a:pt x="819969" y="1441631"/>
                  </a:lnTo>
                  <a:lnTo>
                    <a:pt x="834252" y="1430368"/>
                  </a:lnTo>
                  <a:lnTo>
                    <a:pt x="848401" y="1419106"/>
                  </a:lnTo>
                  <a:lnTo>
                    <a:pt x="862340" y="1407843"/>
                  </a:lnTo>
                  <a:lnTo>
                    <a:pt x="876118" y="1396580"/>
                  </a:lnTo>
                  <a:lnTo>
                    <a:pt x="889728" y="1385317"/>
                  </a:lnTo>
                  <a:lnTo>
                    <a:pt x="903023" y="1374055"/>
                  </a:lnTo>
                  <a:lnTo>
                    <a:pt x="916085" y="1362792"/>
                  </a:lnTo>
                  <a:lnTo>
                    <a:pt x="928924" y="1351529"/>
                  </a:lnTo>
                  <a:lnTo>
                    <a:pt x="941440" y="1340266"/>
                  </a:lnTo>
                  <a:lnTo>
                    <a:pt x="953606" y="1329004"/>
                  </a:lnTo>
                  <a:lnTo>
                    <a:pt x="965504" y="1317741"/>
                  </a:lnTo>
                  <a:lnTo>
                    <a:pt x="977108" y="1306478"/>
                  </a:lnTo>
                  <a:lnTo>
                    <a:pt x="988237" y="1295215"/>
                  </a:lnTo>
                  <a:lnTo>
                    <a:pt x="999067" y="1283953"/>
                  </a:lnTo>
                  <a:lnTo>
                    <a:pt x="1009594" y="1272690"/>
                  </a:lnTo>
                  <a:lnTo>
                    <a:pt x="1019658" y="1261427"/>
                  </a:lnTo>
                  <a:lnTo>
                    <a:pt x="1029340" y="1250164"/>
                  </a:lnTo>
                  <a:lnTo>
                    <a:pt x="1038704" y="1238902"/>
                  </a:lnTo>
                  <a:lnTo>
                    <a:pt x="1047684" y="1227639"/>
                  </a:lnTo>
                  <a:lnTo>
                    <a:pt x="1056186" y="1216376"/>
                  </a:lnTo>
                  <a:lnTo>
                    <a:pt x="1064373" y="1205113"/>
                  </a:lnTo>
                  <a:lnTo>
                    <a:pt x="1072244" y="1193851"/>
                  </a:lnTo>
                  <a:lnTo>
                    <a:pt x="1079606" y="1182588"/>
                  </a:lnTo>
                  <a:lnTo>
                    <a:pt x="1086644" y="1171325"/>
                  </a:lnTo>
                  <a:lnTo>
                    <a:pt x="1093382" y="1160062"/>
                  </a:lnTo>
                  <a:lnTo>
                    <a:pt x="1099724" y="1148800"/>
                  </a:lnTo>
                  <a:lnTo>
                    <a:pt x="1105684" y="1137537"/>
                  </a:lnTo>
                  <a:lnTo>
                    <a:pt x="1111371" y="1126274"/>
                  </a:lnTo>
                  <a:lnTo>
                    <a:pt x="1116773" y="1115011"/>
                  </a:lnTo>
                  <a:lnTo>
                    <a:pt x="1121761" y="1103749"/>
                  </a:lnTo>
                  <a:lnTo>
                    <a:pt x="1126511" y="1092486"/>
                  </a:lnTo>
                  <a:lnTo>
                    <a:pt x="1131030" y="1081223"/>
                  </a:lnTo>
                  <a:lnTo>
                    <a:pt x="1135221" y="1069960"/>
                  </a:lnTo>
                  <a:lnTo>
                    <a:pt x="1139170" y="1058698"/>
                  </a:lnTo>
                  <a:lnTo>
                    <a:pt x="1142927" y="1047435"/>
                  </a:lnTo>
                  <a:lnTo>
                    <a:pt x="1146465" y="1036172"/>
                  </a:lnTo>
                  <a:lnTo>
                    <a:pt x="1149758" y="1024909"/>
                  </a:lnTo>
                  <a:lnTo>
                    <a:pt x="1152904" y="1013647"/>
                  </a:lnTo>
                  <a:lnTo>
                    <a:pt x="1155907" y="1002384"/>
                  </a:lnTo>
                  <a:lnTo>
                    <a:pt x="1158705" y="991121"/>
                  </a:lnTo>
                  <a:lnTo>
                    <a:pt x="1161387" y="979858"/>
                  </a:lnTo>
                  <a:lnTo>
                    <a:pt x="1163968" y="968596"/>
                  </a:lnTo>
                  <a:lnTo>
                    <a:pt x="1166428" y="957333"/>
                  </a:lnTo>
                  <a:lnTo>
                    <a:pt x="1168786" y="946070"/>
                  </a:lnTo>
                  <a:lnTo>
                    <a:pt x="1171082" y="934808"/>
                  </a:lnTo>
                  <a:lnTo>
                    <a:pt x="1173314" y="923545"/>
                  </a:lnTo>
                  <a:lnTo>
                    <a:pt x="1175474" y="912282"/>
                  </a:lnTo>
                  <a:lnTo>
                    <a:pt x="1177602" y="901019"/>
                  </a:lnTo>
                  <a:lnTo>
                    <a:pt x="1179701" y="889757"/>
                  </a:lnTo>
                  <a:lnTo>
                    <a:pt x="1181770" y="878494"/>
                  </a:lnTo>
                  <a:lnTo>
                    <a:pt x="1183828" y="867231"/>
                  </a:lnTo>
                  <a:lnTo>
                    <a:pt x="1185880" y="855968"/>
                  </a:lnTo>
                  <a:lnTo>
                    <a:pt x="1187930" y="844706"/>
                  </a:lnTo>
                  <a:lnTo>
                    <a:pt x="1189990" y="833443"/>
                  </a:lnTo>
                  <a:lnTo>
                    <a:pt x="1192060" y="822180"/>
                  </a:lnTo>
                  <a:lnTo>
                    <a:pt x="1194142" y="810917"/>
                  </a:lnTo>
                  <a:lnTo>
                    <a:pt x="1196251" y="799655"/>
                  </a:lnTo>
                  <a:lnTo>
                    <a:pt x="1198380" y="788392"/>
                  </a:lnTo>
                  <a:lnTo>
                    <a:pt x="1200529" y="777129"/>
                  </a:lnTo>
                  <a:lnTo>
                    <a:pt x="1202706" y="765866"/>
                  </a:lnTo>
                  <a:lnTo>
                    <a:pt x="1204912" y="754604"/>
                  </a:lnTo>
                  <a:lnTo>
                    <a:pt x="1207140" y="743341"/>
                  </a:lnTo>
                  <a:lnTo>
                    <a:pt x="1209389" y="732078"/>
                  </a:lnTo>
                  <a:lnTo>
                    <a:pt x="1211670" y="720815"/>
                  </a:lnTo>
                  <a:lnTo>
                    <a:pt x="1213968" y="709553"/>
                  </a:lnTo>
                  <a:lnTo>
                    <a:pt x="1216283" y="698290"/>
                  </a:lnTo>
                  <a:lnTo>
                    <a:pt x="1218618" y="687027"/>
                  </a:lnTo>
                  <a:lnTo>
                    <a:pt x="1220965" y="675764"/>
                  </a:lnTo>
                  <a:lnTo>
                    <a:pt x="1223320" y="664502"/>
                  </a:lnTo>
                  <a:lnTo>
                    <a:pt x="1225683" y="653239"/>
                  </a:lnTo>
                  <a:lnTo>
                    <a:pt x="1228047" y="641976"/>
                  </a:lnTo>
                  <a:lnTo>
                    <a:pt x="1230409" y="630713"/>
                  </a:lnTo>
                  <a:lnTo>
                    <a:pt x="1232767" y="619451"/>
                  </a:lnTo>
                  <a:lnTo>
                    <a:pt x="1235111" y="608188"/>
                  </a:lnTo>
                  <a:lnTo>
                    <a:pt x="1237441" y="596925"/>
                  </a:lnTo>
                  <a:lnTo>
                    <a:pt x="1239756" y="585662"/>
                  </a:lnTo>
                  <a:lnTo>
                    <a:pt x="1242045" y="574400"/>
                  </a:lnTo>
                  <a:lnTo>
                    <a:pt x="1244304" y="563137"/>
                  </a:lnTo>
                  <a:lnTo>
                    <a:pt x="1246536" y="551874"/>
                  </a:lnTo>
                  <a:lnTo>
                    <a:pt x="1248739" y="540611"/>
                  </a:lnTo>
                  <a:lnTo>
                    <a:pt x="1250890" y="529349"/>
                  </a:lnTo>
                  <a:lnTo>
                    <a:pt x="1253005" y="518086"/>
                  </a:lnTo>
                  <a:lnTo>
                    <a:pt x="1255083" y="506823"/>
                  </a:lnTo>
                  <a:lnTo>
                    <a:pt x="1257104" y="495560"/>
                  </a:lnTo>
                  <a:lnTo>
                    <a:pt x="1259072" y="484298"/>
                  </a:lnTo>
                  <a:lnTo>
                    <a:pt x="1260997" y="473035"/>
                  </a:lnTo>
                  <a:lnTo>
                    <a:pt x="1262868" y="461772"/>
                  </a:lnTo>
                  <a:lnTo>
                    <a:pt x="1264668" y="450509"/>
                  </a:lnTo>
                  <a:lnTo>
                    <a:pt x="1266420" y="439247"/>
                  </a:lnTo>
                  <a:lnTo>
                    <a:pt x="1268123" y="427984"/>
                  </a:lnTo>
                  <a:lnTo>
                    <a:pt x="1269744" y="416721"/>
                  </a:lnTo>
                  <a:lnTo>
                    <a:pt x="1271311" y="405458"/>
                  </a:lnTo>
                  <a:lnTo>
                    <a:pt x="1272827" y="394196"/>
                  </a:lnTo>
                  <a:lnTo>
                    <a:pt x="1274274" y="382933"/>
                  </a:lnTo>
                  <a:lnTo>
                    <a:pt x="1275652" y="371670"/>
                  </a:lnTo>
                  <a:lnTo>
                    <a:pt x="1276978" y="360407"/>
                  </a:lnTo>
                  <a:lnTo>
                    <a:pt x="1278251" y="349145"/>
                  </a:lnTo>
                  <a:lnTo>
                    <a:pt x="1279442" y="337882"/>
                  </a:lnTo>
                  <a:lnTo>
                    <a:pt x="1280584" y="326619"/>
                  </a:lnTo>
                  <a:lnTo>
                    <a:pt x="1281678" y="315356"/>
                  </a:lnTo>
                  <a:lnTo>
                    <a:pt x="1282700" y="304094"/>
                  </a:lnTo>
                  <a:lnTo>
                    <a:pt x="1283667" y="292831"/>
                  </a:lnTo>
                  <a:lnTo>
                    <a:pt x="1284589" y="281568"/>
                  </a:lnTo>
                  <a:lnTo>
                    <a:pt x="1285458" y="270305"/>
                  </a:lnTo>
                  <a:lnTo>
                    <a:pt x="1286264" y="259043"/>
                  </a:lnTo>
                  <a:lnTo>
                    <a:pt x="1287028" y="247780"/>
                  </a:lnTo>
                  <a:lnTo>
                    <a:pt x="1287753" y="236517"/>
                  </a:lnTo>
                  <a:lnTo>
                    <a:pt x="1288416" y="225254"/>
                  </a:lnTo>
                  <a:lnTo>
                    <a:pt x="1289041" y="213992"/>
                  </a:lnTo>
                  <a:lnTo>
                    <a:pt x="1289631" y="202729"/>
                  </a:lnTo>
                  <a:lnTo>
                    <a:pt x="1290175" y="191466"/>
                  </a:lnTo>
                  <a:lnTo>
                    <a:pt x="1290677" y="180203"/>
                  </a:lnTo>
                  <a:lnTo>
                    <a:pt x="1291149" y="168941"/>
                  </a:lnTo>
                  <a:lnTo>
                    <a:pt x="1291590" y="157678"/>
                  </a:lnTo>
                  <a:lnTo>
                    <a:pt x="1291987" y="146415"/>
                  </a:lnTo>
                  <a:lnTo>
                    <a:pt x="1292359" y="135152"/>
                  </a:lnTo>
                  <a:lnTo>
                    <a:pt x="1292707" y="123890"/>
                  </a:lnTo>
                  <a:lnTo>
                    <a:pt x="1293021" y="112627"/>
                  </a:lnTo>
                  <a:lnTo>
                    <a:pt x="1293310" y="101364"/>
                  </a:lnTo>
                  <a:lnTo>
                    <a:pt x="1293579" y="90101"/>
                  </a:lnTo>
                  <a:lnTo>
                    <a:pt x="1293825" y="78839"/>
                  </a:lnTo>
                  <a:lnTo>
                    <a:pt x="1294046" y="67576"/>
                  </a:lnTo>
                  <a:lnTo>
                    <a:pt x="1294251" y="56313"/>
                  </a:lnTo>
                  <a:lnTo>
                    <a:pt x="1294441" y="45050"/>
                  </a:lnTo>
                  <a:lnTo>
                    <a:pt x="1294608" y="33788"/>
                  </a:lnTo>
                  <a:lnTo>
                    <a:pt x="1294762" y="22525"/>
                  </a:lnTo>
                  <a:lnTo>
                    <a:pt x="1294904" y="11262"/>
                  </a:lnTo>
                  <a:lnTo>
                    <a:pt x="1295031" y="0"/>
                  </a:lnTo>
                  <a:lnTo>
                    <a:pt x="1297181" y="0"/>
                  </a:lnTo>
                  <a:lnTo>
                    <a:pt x="1297308" y="11262"/>
                  </a:lnTo>
                  <a:lnTo>
                    <a:pt x="1297450" y="22525"/>
                  </a:lnTo>
                  <a:lnTo>
                    <a:pt x="1297604" y="33788"/>
                  </a:lnTo>
                  <a:lnTo>
                    <a:pt x="1297771" y="45050"/>
                  </a:lnTo>
                  <a:lnTo>
                    <a:pt x="1297960" y="56313"/>
                  </a:lnTo>
                  <a:lnTo>
                    <a:pt x="1298165" y="67576"/>
                  </a:lnTo>
                  <a:lnTo>
                    <a:pt x="1298386" y="78839"/>
                  </a:lnTo>
                  <a:lnTo>
                    <a:pt x="1298633" y="90101"/>
                  </a:lnTo>
                  <a:lnTo>
                    <a:pt x="1298902" y="101364"/>
                  </a:lnTo>
                  <a:lnTo>
                    <a:pt x="1299190" y="112627"/>
                  </a:lnTo>
                  <a:lnTo>
                    <a:pt x="1299505" y="123890"/>
                  </a:lnTo>
                  <a:lnTo>
                    <a:pt x="1299852" y="135152"/>
                  </a:lnTo>
                  <a:lnTo>
                    <a:pt x="1300225" y="146415"/>
                  </a:lnTo>
                  <a:lnTo>
                    <a:pt x="1300622" y="157678"/>
                  </a:lnTo>
                  <a:lnTo>
                    <a:pt x="1301063" y="168941"/>
                  </a:lnTo>
                  <a:lnTo>
                    <a:pt x="1301535" y="180203"/>
                  </a:lnTo>
                  <a:lnTo>
                    <a:pt x="1302037" y="191466"/>
                  </a:lnTo>
                  <a:lnTo>
                    <a:pt x="1302581" y="202729"/>
                  </a:lnTo>
                  <a:lnTo>
                    <a:pt x="1303171" y="213992"/>
                  </a:lnTo>
                  <a:lnTo>
                    <a:pt x="1303795" y="225254"/>
                  </a:lnTo>
                  <a:lnTo>
                    <a:pt x="1304458" y="236517"/>
                  </a:lnTo>
                  <a:lnTo>
                    <a:pt x="1305183" y="247780"/>
                  </a:lnTo>
                  <a:lnTo>
                    <a:pt x="1305948" y="259043"/>
                  </a:lnTo>
                  <a:lnTo>
                    <a:pt x="1306753" y="270305"/>
                  </a:lnTo>
                  <a:lnTo>
                    <a:pt x="1307622" y="281568"/>
                  </a:lnTo>
                  <a:lnTo>
                    <a:pt x="1308544" y="292831"/>
                  </a:lnTo>
                  <a:lnTo>
                    <a:pt x="1309511" y="304094"/>
                  </a:lnTo>
                  <a:lnTo>
                    <a:pt x="1310534" y="315356"/>
                  </a:lnTo>
                  <a:lnTo>
                    <a:pt x="1311627" y="326619"/>
                  </a:lnTo>
                  <a:lnTo>
                    <a:pt x="1312770" y="337882"/>
                  </a:lnTo>
                  <a:lnTo>
                    <a:pt x="1313960" y="349145"/>
                  </a:lnTo>
                  <a:lnTo>
                    <a:pt x="1315233" y="360407"/>
                  </a:lnTo>
                  <a:lnTo>
                    <a:pt x="1316560" y="371670"/>
                  </a:lnTo>
                  <a:lnTo>
                    <a:pt x="1317938" y="382933"/>
                  </a:lnTo>
                  <a:lnTo>
                    <a:pt x="1319384" y="394196"/>
                  </a:lnTo>
                  <a:lnTo>
                    <a:pt x="1320900" y="405458"/>
                  </a:lnTo>
                  <a:lnTo>
                    <a:pt x="1322467" y="416721"/>
                  </a:lnTo>
                  <a:lnTo>
                    <a:pt x="1324088" y="427984"/>
                  </a:lnTo>
                  <a:lnTo>
                    <a:pt x="1325792" y="439247"/>
                  </a:lnTo>
                  <a:lnTo>
                    <a:pt x="1327543" y="450509"/>
                  </a:lnTo>
                  <a:lnTo>
                    <a:pt x="1329344" y="461772"/>
                  </a:lnTo>
                  <a:lnTo>
                    <a:pt x="1331214" y="473035"/>
                  </a:lnTo>
                  <a:lnTo>
                    <a:pt x="1333139" y="484298"/>
                  </a:lnTo>
                  <a:lnTo>
                    <a:pt x="1335108" y="495560"/>
                  </a:lnTo>
                  <a:lnTo>
                    <a:pt x="1337128" y="506823"/>
                  </a:lnTo>
                  <a:lnTo>
                    <a:pt x="1339207" y="518086"/>
                  </a:lnTo>
                  <a:lnTo>
                    <a:pt x="1341322" y="529349"/>
                  </a:lnTo>
                  <a:lnTo>
                    <a:pt x="1343472" y="540611"/>
                  </a:lnTo>
                  <a:lnTo>
                    <a:pt x="1345675" y="551874"/>
                  </a:lnTo>
                  <a:lnTo>
                    <a:pt x="1347908" y="563137"/>
                  </a:lnTo>
                  <a:lnTo>
                    <a:pt x="1350166" y="574400"/>
                  </a:lnTo>
                  <a:lnTo>
                    <a:pt x="1352456" y="585662"/>
                  </a:lnTo>
                  <a:lnTo>
                    <a:pt x="1354771" y="596925"/>
                  </a:lnTo>
                  <a:lnTo>
                    <a:pt x="1357100" y="608188"/>
                  </a:lnTo>
                  <a:lnTo>
                    <a:pt x="1359444" y="619451"/>
                  </a:lnTo>
                  <a:lnTo>
                    <a:pt x="1361803" y="630713"/>
                  </a:lnTo>
                  <a:lnTo>
                    <a:pt x="1364164" y="641976"/>
                  </a:lnTo>
                  <a:lnTo>
                    <a:pt x="1366529" y="653239"/>
                  </a:lnTo>
                  <a:lnTo>
                    <a:pt x="1368891" y="664502"/>
                  </a:lnTo>
                  <a:lnTo>
                    <a:pt x="1371247" y="675764"/>
                  </a:lnTo>
                  <a:lnTo>
                    <a:pt x="1373594" y="687027"/>
                  </a:lnTo>
                  <a:lnTo>
                    <a:pt x="1375929" y="698290"/>
                  </a:lnTo>
                  <a:lnTo>
                    <a:pt x="1378243" y="709553"/>
                  </a:lnTo>
                  <a:lnTo>
                    <a:pt x="1380542" y="720815"/>
                  </a:lnTo>
                  <a:lnTo>
                    <a:pt x="1382823" y="732078"/>
                  </a:lnTo>
                  <a:lnTo>
                    <a:pt x="1385072" y="743341"/>
                  </a:lnTo>
                  <a:lnTo>
                    <a:pt x="1387299" y="754604"/>
                  </a:lnTo>
                  <a:lnTo>
                    <a:pt x="1389505" y="765866"/>
                  </a:lnTo>
                  <a:lnTo>
                    <a:pt x="1391683" y="777129"/>
                  </a:lnTo>
                  <a:lnTo>
                    <a:pt x="1393831" y="788392"/>
                  </a:lnTo>
                  <a:lnTo>
                    <a:pt x="1395961" y="799655"/>
                  </a:lnTo>
                  <a:lnTo>
                    <a:pt x="1398069" y="810917"/>
                  </a:lnTo>
                  <a:lnTo>
                    <a:pt x="1400152" y="822180"/>
                  </a:lnTo>
                  <a:lnTo>
                    <a:pt x="1402222" y="833443"/>
                  </a:lnTo>
                  <a:lnTo>
                    <a:pt x="1404282" y="844706"/>
                  </a:lnTo>
                  <a:lnTo>
                    <a:pt x="1406332" y="855968"/>
                  </a:lnTo>
                  <a:lnTo>
                    <a:pt x="1408384" y="867231"/>
                  </a:lnTo>
                  <a:lnTo>
                    <a:pt x="1410441" y="878494"/>
                  </a:lnTo>
                  <a:lnTo>
                    <a:pt x="1412511" y="889757"/>
                  </a:lnTo>
                  <a:lnTo>
                    <a:pt x="1414609" y="901019"/>
                  </a:lnTo>
                  <a:lnTo>
                    <a:pt x="1416737" y="912282"/>
                  </a:lnTo>
                  <a:lnTo>
                    <a:pt x="1418897" y="923545"/>
                  </a:lnTo>
                  <a:lnTo>
                    <a:pt x="1421130" y="934808"/>
                  </a:lnTo>
                  <a:lnTo>
                    <a:pt x="1423425" y="946070"/>
                  </a:lnTo>
                  <a:lnTo>
                    <a:pt x="1425784" y="957333"/>
                  </a:lnTo>
                  <a:lnTo>
                    <a:pt x="1428243" y="968596"/>
                  </a:lnTo>
                  <a:lnTo>
                    <a:pt x="1430824" y="979858"/>
                  </a:lnTo>
                  <a:lnTo>
                    <a:pt x="1433507" y="991121"/>
                  </a:lnTo>
                  <a:lnTo>
                    <a:pt x="1436304" y="1002384"/>
                  </a:lnTo>
                  <a:lnTo>
                    <a:pt x="1439307" y="1013647"/>
                  </a:lnTo>
                  <a:lnTo>
                    <a:pt x="1442453" y="1024909"/>
                  </a:lnTo>
                  <a:lnTo>
                    <a:pt x="1445747" y="1036172"/>
                  </a:lnTo>
                  <a:lnTo>
                    <a:pt x="1449284" y="1047435"/>
                  </a:lnTo>
                  <a:lnTo>
                    <a:pt x="1453042" y="1058698"/>
                  </a:lnTo>
                  <a:lnTo>
                    <a:pt x="1456990" y="1069960"/>
                  </a:lnTo>
                  <a:lnTo>
                    <a:pt x="1461182" y="1081223"/>
                  </a:lnTo>
                  <a:lnTo>
                    <a:pt x="1465701" y="1092486"/>
                  </a:lnTo>
                  <a:lnTo>
                    <a:pt x="1470451" y="1103749"/>
                  </a:lnTo>
                  <a:lnTo>
                    <a:pt x="1475438" y="1115011"/>
                  </a:lnTo>
                  <a:lnTo>
                    <a:pt x="1480840" y="1126274"/>
                  </a:lnTo>
                  <a:lnTo>
                    <a:pt x="1486528" y="1137537"/>
                  </a:lnTo>
                  <a:lnTo>
                    <a:pt x="1492488" y="1148800"/>
                  </a:lnTo>
                  <a:lnTo>
                    <a:pt x="1498830" y="1160062"/>
                  </a:lnTo>
                  <a:lnTo>
                    <a:pt x="1505568" y="1171325"/>
                  </a:lnTo>
                  <a:lnTo>
                    <a:pt x="1512605" y="1182588"/>
                  </a:lnTo>
                  <a:lnTo>
                    <a:pt x="1519968" y="1193851"/>
                  </a:lnTo>
                  <a:lnTo>
                    <a:pt x="1527839" y="1205113"/>
                  </a:lnTo>
                  <a:lnTo>
                    <a:pt x="1536025" y="1216376"/>
                  </a:lnTo>
                  <a:lnTo>
                    <a:pt x="1544527" y="1227639"/>
                  </a:lnTo>
                  <a:lnTo>
                    <a:pt x="1553507" y="1238902"/>
                  </a:lnTo>
                  <a:lnTo>
                    <a:pt x="1562872" y="1250164"/>
                  </a:lnTo>
                  <a:lnTo>
                    <a:pt x="1572553" y="1261427"/>
                  </a:lnTo>
                  <a:lnTo>
                    <a:pt x="1582618" y="1272690"/>
                  </a:lnTo>
                  <a:lnTo>
                    <a:pt x="1593145" y="1283953"/>
                  </a:lnTo>
                  <a:lnTo>
                    <a:pt x="1603974" y="1295215"/>
                  </a:lnTo>
                  <a:lnTo>
                    <a:pt x="1615104" y="1306478"/>
                  </a:lnTo>
                  <a:lnTo>
                    <a:pt x="1626708" y="1317741"/>
                  </a:lnTo>
                  <a:lnTo>
                    <a:pt x="1638605" y="1329004"/>
                  </a:lnTo>
                  <a:lnTo>
                    <a:pt x="1650771" y="1340266"/>
                  </a:lnTo>
                  <a:lnTo>
                    <a:pt x="1663288" y="1351529"/>
                  </a:lnTo>
                  <a:lnTo>
                    <a:pt x="1676126" y="1362792"/>
                  </a:lnTo>
                  <a:lnTo>
                    <a:pt x="1689189" y="1374055"/>
                  </a:lnTo>
                  <a:lnTo>
                    <a:pt x="1702483" y="1385317"/>
                  </a:lnTo>
                  <a:lnTo>
                    <a:pt x="1716093" y="1396580"/>
                  </a:lnTo>
                  <a:lnTo>
                    <a:pt x="1729872" y="1407843"/>
                  </a:lnTo>
                  <a:lnTo>
                    <a:pt x="1743811" y="1419106"/>
                  </a:lnTo>
                  <a:lnTo>
                    <a:pt x="1757960" y="1430368"/>
                  </a:lnTo>
                  <a:lnTo>
                    <a:pt x="1772243" y="1441631"/>
                  </a:lnTo>
                  <a:lnTo>
                    <a:pt x="1786622" y="1452894"/>
                  </a:lnTo>
                  <a:lnTo>
                    <a:pt x="1801102" y="1464157"/>
                  </a:lnTo>
                  <a:lnTo>
                    <a:pt x="1815660" y="1475419"/>
                  </a:lnTo>
                  <a:lnTo>
                    <a:pt x="1830246" y="1486682"/>
                  </a:lnTo>
                  <a:lnTo>
                    <a:pt x="1844854" y="1497945"/>
                  </a:lnTo>
                  <a:lnTo>
                    <a:pt x="1859451" y="1509208"/>
                  </a:lnTo>
                  <a:lnTo>
                    <a:pt x="1874011" y="1520470"/>
                  </a:lnTo>
                  <a:lnTo>
                    <a:pt x="1888527" y="1531733"/>
                  </a:lnTo>
                  <a:lnTo>
                    <a:pt x="1902958" y="1542996"/>
                  </a:lnTo>
                  <a:lnTo>
                    <a:pt x="1917270" y="1554259"/>
                  </a:lnTo>
                  <a:lnTo>
                    <a:pt x="1931479" y="1565521"/>
                  </a:lnTo>
                  <a:lnTo>
                    <a:pt x="1945569" y="1576784"/>
                  </a:lnTo>
                  <a:lnTo>
                    <a:pt x="1959439" y="1588047"/>
                  </a:lnTo>
                  <a:lnTo>
                    <a:pt x="1973158" y="1599310"/>
                  </a:lnTo>
                  <a:lnTo>
                    <a:pt x="1986722" y="1610572"/>
                  </a:lnTo>
                  <a:lnTo>
                    <a:pt x="2000031" y="1621835"/>
                  </a:lnTo>
                  <a:lnTo>
                    <a:pt x="2013120" y="1633098"/>
                  </a:lnTo>
                  <a:lnTo>
                    <a:pt x="2026021" y="1644361"/>
                  </a:lnTo>
                  <a:lnTo>
                    <a:pt x="2038687" y="1655623"/>
                  </a:lnTo>
                  <a:lnTo>
                    <a:pt x="2051054" y="1666886"/>
                  </a:lnTo>
                  <a:lnTo>
                    <a:pt x="2063217" y="1678149"/>
                  </a:lnTo>
                  <a:lnTo>
                    <a:pt x="2075177" y="1689412"/>
                  </a:lnTo>
                  <a:lnTo>
                    <a:pt x="2086800" y="1700674"/>
                  </a:lnTo>
                  <a:lnTo>
                    <a:pt x="2098207" y="1711937"/>
                  </a:lnTo>
                  <a:lnTo>
                    <a:pt x="2109414" y="1723200"/>
                  </a:lnTo>
                  <a:lnTo>
                    <a:pt x="2120353" y="1734463"/>
                  </a:lnTo>
                  <a:lnTo>
                    <a:pt x="2131038" y="1745725"/>
                  </a:lnTo>
                  <a:lnTo>
                    <a:pt x="2141542" y="1756988"/>
                  </a:lnTo>
                  <a:lnTo>
                    <a:pt x="2151855" y="1768251"/>
                  </a:lnTo>
                  <a:lnTo>
                    <a:pt x="2161900" y="1779514"/>
                  </a:lnTo>
                  <a:lnTo>
                    <a:pt x="2171797" y="1790776"/>
                  </a:lnTo>
                  <a:lnTo>
                    <a:pt x="2181548" y="1802039"/>
                  </a:lnTo>
                  <a:lnTo>
                    <a:pt x="2191104" y="1813302"/>
                  </a:lnTo>
                  <a:lnTo>
                    <a:pt x="2200524" y="1824565"/>
                  </a:lnTo>
                  <a:lnTo>
                    <a:pt x="2209841" y="1835827"/>
                  </a:lnTo>
                  <a:lnTo>
                    <a:pt x="2219047" y="1847090"/>
                  </a:lnTo>
                  <a:lnTo>
                    <a:pt x="2228143" y="1858353"/>
                  </a:lnTo>
                  <a:lnTo>
                    <a:pt x="2237182" y="1869616"/>
                  </a:lnTo>
                  <a:lnTo>
                    <a:pt x="2246170" y="1880878"/>
                  </a:lnTo>
                  <a:lnTo>
                    <a:pt x="2255104" y="1892141"/>
                  </a:lnTo>
                  <a:lnTo>
                    <a:pt x="2264023" y="1903404"/>
                  </a:lnTo>
                  <a:lnTo>
                    <a:pt x="2272933" y="1914667"/>
                  </a:lnTo>
                  <a:lnTo>
                    <a:pt x="2281847" y="1925929"/>
                  </a:lnTo>
                  <a:lnTo>
                    <a:pt x="2290786" y="1937192"/>
                  </a:lnTo>
                  <a:lnTo>
                    <a:pt x="2299752" y="1948455"/>
                  </a:lnTo>
                  <a:lnTo>
                    <a:pt x="2308752" y="1959717"/>
                  </a:lnTo>
                  <a:lnTo>
                    <a:pt x="2317822" y="1970980"/>
                  </a:lnTo>
                  <a:lnTo>
                    <a:pt x="2326941" y="1982243"/>
                  </a:lnTo>
                  <a:lnTo>
                    <a:pt x="2336112" y="1993506"/>
                  </a:lnTo>
                  <a:lnTo>
                    <a:pt x="2345366" y="2004768"/>
                  </a:lnTo>
                  <a:lnTo>
                    <a:pt x="2354688" y="2016031"/>
                  </a:lnTo>
                  <a:lnTo>
                    <a:pt x="2364065" y="2027294"/>
                  </a:lnTo>
                  <a:lnTo>
                    <a:pt x="2373508" y="2038557"/>
                  </a:lnTo>
                  <a:lnTo>
                    <a:pt x="2383023" y="2049819"/>
                  </a:lnTo>
                  <a:lnTo>
                    <a:pt x="2392577" y="2061082"/>
                  </a:lnTo>
                  <a:lnTo>
                    <a:pt x="2402169" y="2072345"/>
                  </a:lnTo>
                  <a:lnTo>
                    <a:pt x="2411801" y="2083608"/>
                  </a:lnTo>
                  <a:lnTo>
                    <a:pt x="2421441" y="2094870"/>
                  </a:lnTo>
                  <a:lnTo>
                    <a:pt x="2431079" y="2106133"/>
                  </a:lnTo>
                  <a:lnTo>
                    <a:pt x="2440699" y="2117396"/>
                  </a:lnTo>
                  <a:lnTo>
                    <a:pt x="2450266" y="2128659"/>
                  </a:lnTo>
                  <a:lnTo>
                    <a:pt x="2459777" y="2139921"/>
                  </a:lnTo>
                  <a:lnTo>
                    <a:pt x="2469216" y="2151184"/>
                  </a:lnTo>
                  <a:lnTo>
                    <a:pt x="2478496" y="2162447"/>
                  </a:lnTo>
                  <a:lnTo>
                    <a:pt x="2487648" y="2173710"/>
                  </a:lnTo>
                  <a:lnTo>
                    <a:pt x="2496663" y="2184972"/>
                  </a:lnTo>
                  <a:lnTo>
                    <a:pt x="2505428" y="2196235"/>
                  </a:lnTo>
                  <a:lnTo>
                    <a:pt x="2513947" y="2207498"/>
                  </a:lnTo>
                  <a:lnTo>
                    <a:pt x="2522245" y="2218761"/>
                  </a:lnTo>
                  <a:lnTo>
                    <a:pt x="2530249" y="2230023"/>
                  </a:lnTo>
                  <a:lnTo>
                    <a:pt x="2537833" y="2241286"/>
                  </a:lnTo>
                  <a:lnTo>
                    <a:pt x="2545106" y="2252549"/>
                  </a:lnTo>
                  <a:lnTo>
                    <a:pt x="2552057" y="2263812"/>
                  </a:lnTo>
                  <a:lnTo>
                    <a:pt x="2558418" y="2275074"/>
                  </a:lnTo>
                  <a:lnTo>
                    <a:pt x="2564355" y="2286337"/>
                  </a:lnTo>
                  <a:lnTo>
                    <a:pt x="2569882" y="2297600"/>
                  </a:lnTo>
                  <a:lnTo>
                    <a:pt x="2574821" y="2308863"/>
                  </a:lnTo>
                  <a:lnTo>
                    <a:pt x="2579125" y="2320125"/>
                  </a:lnTo>
                  <a:lnTo>
                    <a:pt x="2582940" y="2331388"/>
                  </a:lnTo>
                  <a:lnTo>
                    <a:pt x="2586219" y="2342651"/>
                  </a:lnTo>
                  <a:lnTo>
                    <a:pt x="2588629" y="2353914"/>
                  </a:lnTo>
                  <a:lnTo>
                    <a:pt x="2590485" y="2365176"/>
                  </a:lnTo>
                  <a:lnTo>
                    <a:pt x="2591782" y="2376439"/>
                  </a:lnTo>
                  <a:lnTo>
                    <a:pt x="2592212" y="2387702"/>
                  </a:lnTo>
                  <a:lnTo>
                    <a:pt x="2591920" y="2398965"/>
                  </a:lnTo>
                  <a:lnTo>
                    <a:pt x="2591026" y="2410227"/>
                  </a:lnTo>
                  <a:lnTo>
                    <a:pt x="2589392" y="2421490"/>
                  </a:lnTo>
                  <a:lnTo>
                    <a:pt x="2586833" y="2432753"/>
                  </a:lnTo>
                  <a:lnTo>
                    <a:pt x="2583653" y="2444016"/>
                  </a:lnTo>
                  <a:lnTo>
                    <a:pt x="2579853" y="2455278"/>
                  </a:lnTo>
                  <a:lnTo>
                    <a:pt x="2575032" y="2466541"/>
                  </a:lnTo>
                  <a:lnTo>
                    <a:pt x="2569554" y="2477804"/>
                  </a:lnTo>
                  <a:lnTo>
                    <a:pt x="2563466" y="2489067"/>
                  </a:lnTo>
                  <a:lnTo>
                    <a:pt x="2556559" y="2500329"/>
                  </a:lnTo>
                  <a:lnTo>
                    <a:pt x="2548854" y="2511592"/>
                  </a:lnTo>
                  <a:lnTo>
                    <a:pt x="2540575" y="2522855"/>
                  </a:lnTo>
                  <a:lnTo>
                    <a:pt x="2531687" y="2534118"/>
                  </a:lnTo>
                  <a:lnTo>
                    <a:pt x="2521909" y="2545380"/>
                  </a:lnTo>
                  <a:lnTo>
                    <a:pt x="2511615" y="2556643"/>
                  </a:lnTo>
                  <a:lnTo>
                    <a:pt x="2500814" y="2567906"/>
                  </a:lnTo>
                  <a:lnTo>
                    <a:pt x="2489290" y="2579169"/>
                  </a:lnTo>
                  <a:lnTo>
                    <a:pt x="2477226" y="2590431"/>
                  </a:lnTo>
                  <a:lnTo>
                    <a:pt x="2464735" y="2601694"/>
                  </a:lnTo>
                  <a:lnTo>
                    <a:pt x="2451750" y="2612957"/>
                  </a:lnTo>
                  <a:lnTo>
                    <a:pt x="2438215" y="2624220"/>
                  </a:lnTo>
                  <a:lnTo>
                    <a:pt x="2424347" y="2635482"/>
                  </a:lnTo>
                  <a:lnTo>
                    <a:pt x="2410158" y="2646745"/>
                  </a:lnTo>
                  <a:lnTo>
                    <a:pt x="2395509" y="2658008"/>
                  </a:lnTo>
                  <a:lnTo>
                    <a:pt x="2380607" y="2669271"/>
                  </a:lnTo>
                  <a:lnTo>
                    <a:pt x="2365486" y="2680533"/>
                  </a:lnTo>
                  <a:lnTo>
                    <a:pt x="2350105" y="2691796"/>
                  </a:lnTo>
                  <a:lnTo>
                    <a:pt x="2334526" y="2703059"/>
                  </a:lnTo>
                  <a:lnTo>
                    <a:pt x="2318827" y="2714322"/>
                  </a:lnTo>
                  <a:lnTo>
                    <a:pt x="2303017" y="2725584"/>
                  </a:lnTo>
                  <a:lnTo>
                    <a:pt x="2287106" y="2736847"/>
                  </a:lnTo>
                  <a:lnTo>
                    <a:pt x="2271170" y="2748110"/>
                  </a:lnTo>
                  <a:lnTo>
                    <a:pt x="2255221" y="2759373"/>
                  </a:lnTo>
                  <a:lnTo>
                    <a:pt x="2239297" y="2770635"/>
                  </a:lnTo>
                  <a:lnTo>
                    <a:pt x="2223434" y="2781898"/>
                  </a:lnTo>
                  <a:lnTo>
                    <a:pt x="2207640" y="2793161"/>
                  </a:lnTo>
                  <a:lnTo>
                    <a:pt x="2191947" y="2804424"/>
                  </a:lnTo>
                  <a:lnTo>
                    <a:pt x="2176423" y="2815686"/>
                  </a:lnTo>
                  <a:lnTo>
                    <a:pt x="2161033" y="2826949"/>
                  </a:lnTo>
                  <a:lnTo>
                    <a:pt x="2145782" y="2838212"/>
                  </a:lnTo>
                  <a:lnTo>
                    <a:pt x="2130797" y="2849475"/>
                  </a:lnTo>
                  <a:lnTo>
                    <a:pt x="2116004" y="2860737"/>
                  </a:lnTo>
                  <a:lnTo>
                    <a:pt x="2101397" y="2872000"/>
                  </a:lnTo>
                  <a:lnTo>
                    <a:pt x="2087055" y="2883263"/>
                  </a:lnTo>
                  <a:lnTo>
                    <a:pt x="2072994" y="2894526"/>
                  </a:lnTo>
                  <a:lnTo>
                    <a:pt x="2059146" y="2905788"/>
                  </a:lnTo>
                  <a:lnTo>
                    <a:pt x="2045530" y="2917051"/>
                  </a:lnTo>
                  <a:lnTo>
                    <a:pt x="2032278" y="2928314"/>
                  </a:lnTo>
                  <a:lnTo>
                    <a:pt x="2019250" y="2939576"/>
                  </a:lnTo>
                  <a:lnTo>
                    <a:pt x="2006446" y="2950839"/>
                  </a:lnTo>
                  <a:lnTo>
                    <a:pt x="1993978" y="2962102"/>
                  </a:lnTo>
                  <a:lnTo>
                    <a:pt x="1981779" y="2973365"/>
                  </a:lnTo>
                  <a:lnTo>
                    <a:pt x="1969799" y="2984627"/>
                  </a:lnTo>
                  <a:lnTo>
                    <a:pt x="1958083" y="2995890"/>
                  </a:lnTo>
                  <a:lnTo>
                    <a:pt x="1946684" y="3007153"/>
                  </a:lnTo>
                  <a:lnTo>
                    <a:pt x="1935489" y="3018416"/>
                  </a:lnTo>
                  <a:lnTo>
                    <a:pt x="1924496" y="3029678"/>
                  </a:lnTo>
                  <a:lnTo>
                    <a:pt x="1913823" y="3040941"/>
                  </a:lnTo>
                  <a:lnTo>
                    <a:pt x="1903348" y="3052204"/>
                  </a:lnTo>
                  <a:lnTo>
                    <a:pt x="1893054" y="3063467"/>
                  </a:lnTo>
                  <a:lnTo>
                    <a:pt x="1882997" y="3074729"/>
                  </a:lnTo>
                  <a:lnTo>
                    <a:pt x="1873164" y="3085992"/>
                  </a:lnTo>
                  <a:lnTo>
                    <a:pt x="1863489" y="3097255"/>
                  </a:lnTo>
                  <a:lnTo>
                    <a:pt x="1853980" y="3108518"/>
                  </a:lnTo>
                  <a:lnTo>
                    <a:pt x="1844710" y="3119780"/>
                  </a:lnTo>
                  <a:lnTo>
                    <a:pt x="1835577" y="3131043"/>
                  </a:lnTo>
                  <a:lnTo>
                    <a:pt x="1826578" y="3142306"/>
                  </a:lnTo>
                  <a:lnTo>
                    <a:pt x="1817772" y="3153569"/>
                  </a:lnTo>
                  <a:lnTo>
                    <a:pt x="1809112" y="3164831"/>
                  </a:lnTo>
                  <a:lnTo>
                    <a:pt x="1800571" y="3176094"/>
                  </a:lnTo>
                  <a:lnTo>
                    <a:pt x="1792168" y="3187357"/>
                  </a:lnTo>
                  <a:lnTo>
                    <a:pt x="1783931" y="3198620"/>
                  </a:lnTo>
                  <a:lnTo>
                    <a:pt x="1775800" y="3209882"/>
                  </a:lnTo>
                  <a:lnTo>
                    <a:pt x="1767774" y="3221145"/>
                  </a:lnTo>
                  <a:lnTo>
                    <a:pt x="1759918" y="3232408"/>
                  </a:lnTo>
                  <a:lnTo>
                    <a:pt x="1752169" y="3243671"/>
                  </a:lnTo>
                  <a:lnTo>
                    <a:pt x="1744522" y="3254933"/>
                  </a:lnTo>
                  <a:lnTo>
                    <a:pt x="1737010" y="3266196"/>
                  </a:lnTo>
                  <a:lnTo>
                    <a:pt x="1729634" y="3277459"/>
                  </a:lnTo>
                  <a:lnTo>
                    <a:pt x="1722359" y="3288722"/>
                  </a:lnTo>
                  <a:lnTo>
                    <a:pt x="1715192" y="3299984"/>
                  </a:lnTo>
                  <a:lnTo>
                    <a:pt x="1708193" y="3311247"/>
                  </a:lnTo>
                  <a:lnTo>
                    <a:pt x="1701298" y="3322510"/>
                  </a:lnTo>
                  <a:lnTo>
                    <a:pt x="1694508" y="3333773"/>
                  </a:lnTo>
                  <a:lnTo>
                    <a:pt x="1687877" y="3345035"/>
                  </a:lnTo>
                  <a:lnTo>
                    <a:pt x="1681377" y="3356298"/>
                  </a:lnTo>
                  <a:lnTo>
                    <a:pt x="1674987" y="3367561"/>
                  </a:lnTo>
                  <a:lnTo>
                    <a:pt x="1668732" y="3378824"/>
                  </a:lnTo>
                  <a:lnTo>
                    <a:pt x="1662644" y="3390086"/>
                  </a:lnTo>
                  <a:lnTo>
                    <a:pt x="1656671" y="3401349"/>
                  </a:lnTo>
                  <a:lnTo>
                    <a:pt x="1650811" y="3412612"/>
                  </a:lnTo>
                  <a:lnTo>
                    <a:pt x="1645140" y="3423875"/>
                  </a:lnTo>
                  <a:lnTo>
                    <a:pt x="1639592" y="3435137"/>
                  </a:lnTo>
                  <a:lnTo>
                    <a:pt x="1634160" y="3446400"/>
                  </a:lnTo>
                  <a:lnTo>
                    <a:pt x="1628883" y="3457663"/>
                  </a:lnTo>
                  <a:lnTo>
                    <a:pt x="1623760" y="3468926"/>
                  </a:lnTo>
                  <a:lnTo>
                    <a:pt x="1618750" y="3480188"/>
                  </a:lnTo>
                  <a:lnTo>
                    <a:pt x="1613859" y="3491451"/>
                  </a:lnTo>
                  <a:lnTo>
                    <a:pt x="1609146" y="3502714"/>
                  </a:lnTo>
                  <a:lnTo>
                    <a:pt x="1604539" y="3513977"/>
                  </a:lnTo>
                  <a:lnTo>
                    <a:pt x="1600034" y="3525239"/>
                  </a:lnTo>
                  <a:lnTo>
                    <a:pt x="1595680" y="3536502"/>
                  </a:lnTo>
                  <a:lnTo>
                    <a:pt x="1591439" y="3547765"/>
                  </a:lnTo>
                  <a:lnTo>
                    <a:pt x="1587290" y="3559028"/>
                  </a:lnTo>
                  <a:lnTo>
                    <a:pt x="1583246" y="3570290"/>
                  </a:lnTo>
                  <a:lnTo>
                    <a:pt x="1579324" y="3581553"/>
                  </a:lnTo>
                  <a:lnTo>
                    <a:pt x="1575476" y="3592816"/>
                  </a:lnTo>
                  <a:lnTo>
                    <a:pt x="1571700" y="3604079"/>
                  </a:lnTo>
                  <a:lnTo>
                    <a:pt x="1568030" y="3615341"/>
                  </a:lnTo>
                  <a:lnTo>
                    <a:pt x="1564420" y="3626604"/>
                  </a:lnTo>
                  <a:lnTo>
                    <a:pt x="1560863" y="3637867"/>
                  </a:lnTo>
                  <a:lnTo>
                    <a:pt x="1557369" y="3649130"/>
                  </a:lnTo>
                  <a:lnTo>
                    <a:pt x="1553928" y="3660392"/>
                  </a:lnTo>
                  <a:lnTo>
                    <a:pt x="1550519" y="3671655"/>
                  </a:lnTo>
                  <a:lnTo>
                    <a:pt x="1547142" y="3682918"/>
                  </a:lnTo>
                  <a:lnTo>
                    <a:pt x="1543800" y="3694181"/>
                  </a:lnTo>
                  <a:lnTo>
                    <a:pt x="1540471" y="3705443"/>
                  </a:lnTo>
                  <a:lnTo>
                    <a:pt x="1537154" y="3716706"/>
                  </a:lnTo>
                  <a:lnTo>
                    <a:pt x="1533845" y="3727969"/>
                  </a:lnTo>
                  <a:lnTo>
                    <a:pt x="1530534" y="3739232"/>
                  </a:lnTo>
                  <a:lnTo>
                    <a:pt x="1527218" y="3750494"/>
                  </a:lnTo>
                  <a:lnTo>
                    <a:pt x="1523894" y="3761757"/>
                  </a:lnTo>
                  <a:lnTo>
                    <a:pt x="1520551" y="3773020"/>
                  </a:lnTo>
                  <a:lnTo>
                    <a:pt x="1517191" y="3784283"/>
                  </a:lnTo>
                  <a:lnTo>
                    <a:pt x="1513815" y="3795545"/>
                  </a:lnTo>
                  <a:lnTo>
                    <a:pt x="1510407" y="3806808"/>
                  </a:lnTo>
                  <a:lnTo>
                    <a:pt x="1506975" y="3818071"/>
                  </a:lnTo>
                  <a:lnTo>
                    <a:pt x="1503522" y="3829334"/>
                  </a:lnTo>
                  <a:lnTo>
                    <a:pt x="1500038" y="3840596"/>
                  </a:lnTo>
                  <a:lnTo>
                    <a:pt x="1496525" y="3851859"/>
                  </a:lnTo>
                  <a:lnTo>
                    <a:pt x="1492991" y="3863122"/>
                  </a:lnTo>
                  <a:lnTo>
                    <a:pt x="1489436" y="3874384"/>
                  </a:lnTo>
                  <a:lnTo>
                    <a:pt x="1485853" y="3885647"/>
                  </a:lnTo>
                  <a:lnTo>
                    <a:pt x="1482258" y="3896910"/>
                  </a:lnTo>
                  <a:lnTo>
                    <a:pt x="1478650" y="3908173"/>
                  </a:lnTo>
                  <a:lnTo>
                    <a:pt x="1475032" y="3919435"/>
                  </a:lnTo>
                  <a:lnTo>
                    <a:pt x="1471412" y="3930698"/>
                  </a:lnTo>
                  <a:lnTo>
                    <a:pt x="1467796" y="3941961"/>
                  </a:lnTo>
                  <a:lnTo>
                    <a:pt x="1464187" y="3953224"/>
                  </a:lnTo>
                  <a:lnTo>
                    <a:pt x="1460600" y="3964486"/>
                  </a:lnTo>
                  <a:lnTo>
                    <a:pt x="1457035" y="3975749"/>
                  </a:lnTo>
                  <a:lnTo>
                    <a:pt x="1453494" y="3987012"/>
                  </a:lnTo>
                  <a:lnTo>
                    <a:pt x="1450009" y="3998275"/>
                  </a:lnTo>
                  <a:lnTo>
                    <a:pt x="1446570" y="4009537"/>
                  </a:lnTo>
                  <a:lnTo>
                    <a:pt x="1443179" y="4020800"/>
                  </a:lnTo>
                  <a:lnTo>
                    <a:pt x="1439862" y="4032063"/>
                  </a:lnTo>
                  <a:lnTo>
                    <a:pt x="1436633" y="4043326"/>
                  </a:lnTo>
                  <a:lnTo>
                    <a:pt x="1433477" y="4054588"/>
                  </a:lnTo>
                  <a:lnTo>
                    <a:pt x="1430402" y="4065851"/>
                  </a:lnTo>
                  <a:lnTo>
                    <a:pt x="1427471" y="4077114"/>
                  </a:lnTo>
                  <a:lnTo>
                    <a:pt x="1424638" y="4088377"/>
                  </a:lnTo>
                  <a:lnTo>
                    <a:pt x="1421905" y="4099639"/>
                  </a:lnTo>
                  <a:lnTo>
                    <a:pt x="1419334" y="4110902"/>
                  </a:lnTo>
                  <a:lnTo>
                    <a:pt x="1416908" y="4122165"/>
                  </a:lnTo>
                  <a:lnTo>
                    <a:pt x="1414605" y="4133428"/>
                  </a:lnTo>
                  <a:lnTo>
                    <a:pt x="1412457" y="4144690"/>
                  </a:lnTo>
                  <a:lnTo>
                    <a:pt x="1410513" y="4155953"/>
                  </a:lnTo>
                  <a:lnTo>
                    <a:pt x="1408713" y="4167216"/>
                  </a:lnTo>
                  <a:lnTo>
                    <a:pt x="1407057" y="4178479"/>
                  </a:lnTo>
                  <a:lnTo>
                    <a:pt x="1405650" y="4189741"/>
                  </a:lnTo>
                  <a:lnTo>
                    <a:pt x="1404411" y="4201004"/>
                  </a:lnTo>
                  <a:lnTo>
                    <a:pt x="1403330" y="4212267"/>
                  </a:lnTo>
                  <a:lnTo>
                    <a:pt x="1402467" y="4223530"/>
                  </a:lnTo>
                  <a:lnTo>
                    <a:pt x="1401829" y="4234792"/>
                  </a:lnTo>
                  <a:lnTo>
                    <a:pt x="1401356" y="4246055"/>
                  </a:lnTo>
                  <a:lnTo>
                    <a:pt x="1401061" y="4257318"/>
                  </a:lnTo>
                  <a:lnTo>
                    <a:pt x="1401042" y="4268581"/>
                  </a:lnTo>
                  <a:lnTo>
                    <a:pt x="1401188" y="4279843"/>
                  </a:lnTo>
                  <a:lnTo>
                    <a:pt x="1401501" y="4291106"/>
                  </a:lnTo>
                  <a:lnTo>
                    <a:pt x="1402059" y="4302369"/>
                  </a:lnTo>
                  <a:lnTo>
                    <a:pt x="1402812" y="4313632"/>
                  </a:lnTo>
                  <a:lnTo>
                    <a:pt x="1403723" y="4324894"/>
                  </a:lnTo>
                  <a:lnTo>
                    <a:pt x="1404822" y="4336157"/>
                  </a:lnTo>
                  <a:lnTo>
                    <a:pt x="1406145" y="4347420"/>
                  </a:lnTo>
                  <a:lnTo>
                    <a:pt x="1407609" y="4358683"/>
                  </a:lnTo>
                  <a:lnTo>
                    <a:pt x="1409213" y="4369945"/>
                  </a:lnTo>
                  <a:lnTo>
                    <a:pt x="1411033" y="4381208"/>
                  </a:lnTo>
                  <a:lnTo>
                    <a:pt x="1412982" y="4392471"/>
                  </a:lnTo>
                  <a:lnTo>
                    <a:pt x="1415048" y="4403734"/>
                  </a:lnTo>
                  <a:lnTo>
                    <a:pt x="1417261" y="4414996"/>
                  </a:lnTo>
                  <a:lnTo>
                    <a:pt x="1419605" y="4426259"/>
                  </a:lnTo>
                  <a:lnTo>
                    <a:pt x="1422035" y="4437522"/>
                  </a:lnTo>
                  <a:lnTo>
                    <a:pt x="1424554" y="4448785"/>
                  </a:lnTo>
                  <a:lnTo>
                    <a:pt x="1427184" y="4460047"/>
                  </a:lnTo>
                  <a:lnTo>
                    <a:pt x="1429866" y="4471310"/>
                  </a:lnTo>
                  <a:lnTo>
                    <a:pt x="1432598" y="4482573"/>
                  </a:lnTo>
                  <a:lnTo>
                    <a:pt x="1435383" y="4493836"/>
                  </a:lnTo>
                  <a:lnTo>
                    <a:pt x="1438192" y="4505098"/>
                  </a:lnTo>
                  <a:lnTo>
                    <a:pt x="1441011" y="4516361"/>
                  </a:lnTo>
                  <a:lnTo>
                    <a:pt x="1443835" y="4527624"/>
                  </a:lnTo>
                  <a:lnTo>
                    <a:pt x="1446636" y="4538887"/>
                  </a:lnTo>
                  <a:lnTo>
                    <a:pt x="1449410" y="4550149"/>
                  </a:lnTo>
                  <a:lnTo>
                    <a:pt x="1452152" y="4561412"/>
                  </a:lnTo>
                  <a:lnTo>
                    <a:pt x="1454816" y="4572675"/>
                  </a:lnTo>
                  <a:lnTo>
                    <a:pt x="1457410" y="4583938"/>
                  </a:lnTo>
                  <a:lnTo>
                    <a:pt x="1459935" y="4595200"/>
                  </a:lnTo>
                  <a:lnTo>
                    <a:pt x="1462351" y="4606463"/>
                  </a:lnTo>
                  <a:lnTo>
                    <a:pt x="1464639" y="4617726"/>
                  </a:lnTo>
                  <a:lnTo>
                    <a:pt x="1466822" y="4628989"/>
                  </a:lnTo>
                  <a:lnTo>
                    <a:pt x="1468889" y="4640251"/>
                  </a:lnTo>
                  <a:lnTo>
                    <a:pt x="1470754" y="4651514"/>
                  </a:lnTo>
                  <a:lnTo>
                    <a:pt x="1472485" y="4662777"/>
                  </a:lnTo>
                  <a:lnTo>
                    <a:pt x="1474079" y="4674040"/>
                  </a:lnTo>
                  <a:lnTo>
                    <a:pt x="1475455" y="4685302"/>
                  </a:lnTo>
                  <a:lnTo>
                    <a:pt x="1476643" y="4696565"/>
                  </a:lnTo>
                  <a:lnTo>
                    <a:pt x="1477671" y="4707828"/>
                  </a:lnTo>
                  <a:lnTo>
                    <a:pt x="1478501" y="4719091"/>
                  </a:lnTo>
                  <a:lnTo>
                    <a:pt x="1479076" y="4730353"/>
                  </a:lnTo>
                  <a:lnTo>
                    <a:pt x="1479477" y="4741616"/>
                  </a:lnTo>
                  <a:lnTo>
                    <a:pt x="1479703" y="4752879"/>
                  </a:lnTo>
                  <a:lnTo>
                    <a:pt x="1479636" y="4764142"/>
                  </a:lnTo>
                  <a:lnTo>
                    <a:pt x="1479375" y="4775404"/>
                  </a:lnTo>
                  <a:lnTo>
                    <a:pt x="1478933" y="4786667"/>
                  </a:lnTo>
                  <a:lnTo>
                    <a:pt x="1478246" y="4797930"/>
                  </a:lnTo>
                  <a:lnTo>
                    <a:pt x="1477316" y="4809193"/>
                  </a:lnTo>
                  <a:lnTo>
                    <a:pt x="1476208" y="4820455"/>
                  </a:lnTo>
                  <a:lnTo>
                    <a:pt x="1474911" y="4831718"/>
                  </a:lnTo>
                  <a:lnTo>
                    <a:pt x="1473331" y="4842981"/>
                  </a:lnTo>
                  <a:lnTo>
                    <a:pt x="1471583" y="4854243"/>
                  </a:lnTo>
                  <a:lnTo>
                    <a:pt x="1469671" y="4865506"/>
                  </a:lnTo>
                  <a:lnTo>
                    <a:pt x="1467520" y="4876769"/>
                  </a:lnTo>
                  <a:lnTo>
                    <a:pt x="1465185" y="4888032"/>
                  </a:lnTo>
                  <a:lnTo>
                    <a:pt x="1462703" y="4899294"/>
                  </a:lnTo>
                  <a:lnTo>
                    <a:pt x="1460049" y="4910557"/>
                  </a:lnTo>
                  <a:lnTo>
                    <a:pt x="1457198" y="4921820"/>
                  </a:lnTo>
                  <a:lnTo>
                    <a:pt x="1454224" y="4933083"/>
                  </a:lnTo>
                  <a:lnTo>
                    <a:pt x="1451131" y="4944345"/>
                  </a:lnTo>
                  <a:lnTo>
                    <a:pt x="1447860" y="4955608"/>
                  </a:lnTo>
                  <a:lnTo>
                    <a:pt x="1444485" y="4966871"/>
                  </a:lnTo>
                  <a:lnTo>
                    <a:pt x="1441020" y="4978134"/>
                  </a:lnTo>
                  <a:lnTo>
                    <a:pt x="1437441" y="4989396"/>
                  </a:lnTo>
                  <a:lnTo>
                    <a:pt x="1433767" y="5000659"/>
                  </a:lnTo>
                  <a:lnTo>
                    <a:pt x="1430032" y="5011922"/>
                  </a:lnTo>
                  <a:lnTo>
                    <a:pt x="1426236" y="5023185"/>
                  </a:lnTo>
                  <a:lnTo>
                    <a:pt x="1422368" y="5034447"/>
                  </a:lnTo>
                  <a:lnTo>
                    <a:pt x="1418468" y="5045710"/>
                  </a:lnTo>
                  <a:lnTo>
                    <a:pt x="1414540" y="5056973"/>
                  </a:lnTo>
                  <a:lnTo>
                    <a:pt x="1410585" y="5068236"/>
                  </a:lnTo>
                  <a:lnTo>
                    <a:pt x="1406623" y="5079498"/>
                  </a:lnTo>
                  <a:lnTo>
                    <a:pt x="1402661" y="5090761"/>
                  </a:lnTo>
                  <a:lnTo>
                    <a:pt x="1398706" y="5102024"/>
                  </a:lnTo>
                  <a:lnTo>
                    <a:pt x="1394776" y="5113287"/>
                  </a:lnTo>
                  <a:lnTo>
                    <a:pt x="1390873" y="5124549"/>
                  </a:lnTo>
                  <a:lnTo>
                    <a:pt x="1386997" y="5135812"/>
                  </a:lnTo>
                  <a:lnTo>
                    <a:pt x="1383182" y="5147075"/>
                  </a:lnTo>
                  <a:lnTo>
                    <a:pt x="1379417" y="5158338"/>
                  </a:lnTo>
                  <a:lnTo>
                    <a:pt x="1375701" y="5169600"/>
                  </a:lnTo>
                  <a:lnTo>
                    <a:pt x="1372058" y="5180863"/>
                  </a:lnTo>
                  <a:lnTo>
                    <a:pt x="1368498" y="5192126"/>
                  </a:lnTo>
                  <a:lnTo>
                    <a:pt x="1365003" y="5203389"/>
                  </a:lnTo>
                  <a:lnTo>
                    <a:pt x="1361580" y="5214651"/>
                  </a:lnTo>
                  <a:lnTo>
                    <a:pt x="1358277" y="5225914"/>
                  </a:lnTo>
                  <a:lnTo>
                    <a:pt x="1355051" y="5237177"/>
                  </a:lnTo>
                  <a:lnTo>
                    <a:pt x="1351903" y="5248440"/>
                  </a:lnTo>
                  <a:lnTo>
                    <a:pt x="1348875" y="5259702"/>
                  </a:lnTo>
                  <a:lnTo>
                    <a:pt x="1345948" y="5270965"/>
                  </a:lnTo>
                  <a:lnTo>
                    <a:pt x="1343106" y="5282228"/>
                  </a:lnTo>
                  <a:lnTo>
                    <a:pt x="1340367" y="5293491"/>
                  </a:lnTo>
                  <a:lnTo>
                    <a:pt x="1337757" y="5304753"/>
                  </a:lnTo>
                  <a:lnTo>
                    <a:pt x="1335233" y="5316016"/>
                  </a:lnTo>
                  <a:lnTo>
                    <a:pt x="1332796" y="5327279"/>
                  </a:lnTo>
                  <a:lnTo>
                    <a:pt x="1330501" y="5338542"/>
                  </a:lnTo>
                  <a:lnTo>
                    <a:pt x="1328297" y="5349804"/>
                  </a:lnTo>
                  <a:lnTo>
                    <a:pt x="1326177" y="5361067"/>
                  </a:lnTo>
                  <a:lnTo>
                    <a:pt x="1324171" y="5372330"/>
                  </a:lnTo>
                  <a:lnTo>
                    <a:pt x="1322277" y="5383593"/>
                  </a:lnTo>
                  <a:lnTo>
                    <a:pt x="1320462" y="5394855"/>
                  </a:lnTo>
                  <a:lnTo>
                    <a:pt x="1318733" y="5406118"/>
                  </a:lnTo>
                  <a:lnTo>
                    <a:pt x="1317130" y="5417381"/>
                  </a:lnTo>
                  <a:lnTo>
                    <a:pt x="1315600" y="5428644"/>
                  </a:lnTo>
                  <a:lnTo>
                    <a:pt x="1314144" y="5439906"/>
                  </a:lnTo>
                  <a:lnTo>
                    <a:pt x="1312792" y="5451169"/>
                  </a:lnTo>
                  <a:lnTo>
                    <a:pt x="1311523" y="5462432"/>
                  </a:lnTo>
                  <a:lnTo>
                    <a:pt x="1310318" y="5473695"/>
                  </a:lnTo>
                  <a:lnTo>
                    <a:pt x="1309190" y="5484957"/>
                  </a:lnTo>
                  <a:lnTo>
                    <a:pt x="1308152" y="5496220"/>
                  </a:lnTo>
                  <a:lnTo>
                    <a:pt x="1307170" y="5507483"/>
                  </a:lnTo>
                  <a:lnTo>
                    <a:pt x="1306245" y="5518746"/>
                  </a:lnTo>
                  <a:lnTo>
                    <a:pt x="1305404" y="5530008"/>
                  </a:lnTo>
                  <a:lnTo>
                    <a:pt x="1304616" y="5541271"/>
                  </a:lnTo>
                  <a:lnTo>
                    <a:pt x="1303876" y="5552534"/>
                  </a:lnTo>
                  <a:close/>
                </a:path>
              </a:pathLst>
            </a:custGeom>
            <a:solidFill>
              <a:srgbClr val="B8D5B8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4" name="pl13">
              <a:extLst>
                <a:ext uri="{FF2B5EF4-FFF2-40B4-BE49-F238E27FC236}">
                  <a16:creationId xmlns:a16="http://schemas.microsoft.com/office/drawing/2014/main" id="{95C8F10E-7F0A-444F-8184-EA749877C687}"/>
                </a:ext>
              </a:extLst>
            </p:cNvPr>
            <p:cNvSpPr/>
            <p:nvPr/>
          </p:nvSpPr>
          <p:spPr>
            <a:xfrm>
              <a:off x="4080653" y="3546458"/>
              <a:ext cx="2585746" cy="0"/>
            </a:xfrm>
            <a:custGeom>
              <a:avLst/>
              <a:gdLst/>
              <a:ahLst/>
              <a:cxnLst/>
              <a:rect l="0" t="0" r="0" b="0"/>
              <a:pathLst>
                <a:path w="2585746">
                  <a:moveTo>
                    <a:pt x="0" y="0"/>
                  </a:moveTo>
                  <a:lnTo>
                    <a:pt x="2585746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275" name="pt14">
              <a:extLst>
                <a:ext uri="{FF2B5EF4-FFF2-40B4-BE49-F238E27FC236}">
                  <a16:creationId xmlns:a16="http://schemas.microsoft.com/office/drawing/2014/main" id="{2F795D83-2DAB-42FD-AD73-4A5EE47F7AC3}"/>
                </a:ext>
              </a:extLst>
            </p:cNvPr>
            <p:cNvSpPr/>
            <p:nvPr/>
          </p:nvSpPr>
          <p:spPr>
            <a:xfrm>
              <a:off x="4586261" y="4356733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6" name="pg15">
              <a:extLst>
                <a:ext uri="{FF2B5EF4-FFF2-40B4-BE49-F238E27FC236}">
                  <a16:creationId xmlns:a16="http://schemas.microsoft.com/office/drawing/2014/main" id="{AB70C06B-1991-4E39-92A7-567907747AE1}"/>
                </a:ext>
              </a:extLst>
            </p:cNvPr>
            <p:cNvSpPr/>
            <p:nvPr/>
          </p:nvSpPr>
          <p:spPr>
            <a:xfrm>
              <a:off x="5312682" y="3692982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7" name="pt16">
              <a:extLst>
                <a:ext uri="{FF2B5EF4-FFF2-40B4-BE49-F238E27FC236}">
                  <a16:creationId xmlns:a16="http://schemas.microsoft.com/office/drawing/2014/main" id="{B32F69C5-DBD4-4007-A57E-EF4D13B7C9D3}"/>
                </a:ext>
              </a:extLst>
            </p:cNvPr>
            <p:cNvSpPr/>
            <p:nvPr/>
          </p:nvSpPr>
          <p:spPr>
            <a:xfrm>
              <a:off x="6108554" y="2877804"/>
              <a:ext cx="117405" cy="11740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8" name="pg17">
              <a:extLst>
                <a:ext uri="{FF2B5EF4-FFF2-40B4-BE49-F238E27FC236}">
                  <a16:creationId xmlns:a16="http://schemas.microsoft.com/office/drawing/2014/main" id="{262339F9-FA6C-4272-9714-6812F9A8F42C}"/>
                </a:ext>
              </a:extLst>
            </p:cNvPr>
            <p:cNvSpPr/>
            <p:nvPr/>
          </p:nvSpPr>
          <p:spPr>
            <a:xfrm>
              <a:off x="6087575" y="2793829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9" name="pg18">
              <a:extLst>
                <a:ext uri="{FF2B5EF4-FFF2-40B4-BE49-F238E27FC236}">
                  <a16:creationId xmlns:a16="http://schemas.microsoft.com/office/drawing/2014/main" id="{4160ADF3-89A5-4060-AF7D-3F3AB2406C0E}"/>
                </a:ext>
              </a:extLst>
            </p:cNvPr>
            <p:cNvSpPr/>
            <p:nvPr/>
          </p:nvSpPr>
          <p:spPr>
            <a:xfrm>
              <a:off x="6022963" y="4712692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0" name="pg19">
              <a:extLst>
                <a:ext uri="{FF2B5EF4-FFF2-40B4-BE49-F238E27FC236}">
                  <a16:creationId xmlns:a16="http://schemas.microsoft.com/office/drawing/2014/main" id="{517BD02D-227E-402E-990B-51A2A602A347}"/>
                </a:ext>
              </a:extLst>
            </p:cNvPr>
            <p:cNvSpPr/>
            <p:nvPr/>
          </p:nvSpPr>
          <p:spPr>
            <a:xfrm>
              <a:off x="5590158" y="2813183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1" name="pg20">
              <a:extLst>
                <a:ext uri="{FF2B5EF4-FFF2-40B4-BE49-F238E27FC236}">
                  <a16:creationId xmlns:a16="http://schemas.microsoft.com/office/drawing/2014/main" id="{34DFE093-0BA7-4386-8387-D4D50B6DFA75}"/>
                </a:ext>
              </a:extLst>
            </p:cNvPr>
            <p:cNvSpPr/>
            <p:nvPr/>
          </p:nvSpPr>
          <p:spPr>
            <a:xfrm>
              <a:off x="5642532" y="3814905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2" name="pg21">
              <a:extLst>
                <a:ext uri="{FF2B5EF4-FFF2-40B4-BE49-F238E27FC236}">
                  <a16:creationId xmlns:a16="http://schemas.microsoft.com/office/drawing/2014/main" id="{6FD385CC-86DD-49B1-BD67-80D2FE831CD7}"/>
                </a:ext>
              </a:extLst>
            </p:cNvPr>
            <p:cNvSpPr/>
            <p:nvPr/>
          </p:nvSpPr>
          <p:spPr>
            <a:xfrm>
              <a:off x="5509960" y="3068798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3" name="pt22">
              <a:extLst>
                <a:ext uri="{FF2B5EF4-FFF2-40B4-BE49-F238E27FC236}">
                  <a16:creationId xmlns:a16="http://schemas.microsoft.com/office/drawing/2014/main" id="{B98069D5-D159-4197-AD88-B5D9E678E520}"/>
                </a:ext>
              </a:extLst>
            </p:cNvPr>
            <p:cNvSpPr/>
            <p:nvPr/>
          </p:nvSpPr>
          <p:spPr>
            <a:xfrm>
              <a:off x="5773860" y="5735673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4" name="pt23">
              <a:extLst>
                <a:ext uri="{FF2B5EF4-FFF2-40B4-BE49-F238E27FC236}">
                  <a16:creationId xmlns:a16="http://schemas.microsoft.com/office/drawing/2014/main" id="{74B7FF7A-2C33-4D92-8779-999B2B71F8C0}"/>
                </a:ext>
              </a:extLst>
            </p:cNvPr>
            <p:cNvSpPr/>
            <p:nvPr/>
          </p:nvSpPr>
          <p:spPr>
            <a:xfrm>
              <a:off x="5351160" y="3406904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5" name="pt24">
              <a:extLst>
                <a:ext uri="{FF2B5EF4-FFF2-40B4-BE49-F238E27FC236}">
                  <a16:creationId xmlns:a16="http://schemas.microsoft.com/office/drawing/2014/main" id="{2D5D2E5D-9995-4C0B-9C34-B8408E82B629}"/>
                </a:ext>
              </a:extLst>
            </p:cNvPr>
            <p:cNvSpPr/>
            <p:nvPr/>
          </p:nvSpPr>
          <p:spPr>
            <a:xfrm>
              <a:off x="5027570" y="3410020"/>
              <a:ext cx="117405" cy="11740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6" name="pg25">
              <a:extLst>
                <a:ext uri="{FF2B5EF4-FFF2-40B4-BE49-F238E27FC236}">
                  <a16:creationId xmlns:a16="http://schemas.microsoft.com/office/drawing/2014/main" id="{175FFF4E-E316-47C9-8626-9F9EE185FFDC}"/>
                </a:ext>
              </a:extLst>
            </p:cNvPr>
            <p:cNvSpPr/>
            <p:nvPr/>
          </p:nvSpPr>
          <p:spPr>
            <a:xfrm>
              <a:off x="5909545" y="3051468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7" name="pg26">
              <a:extLst>
                <a:ext uri="{FF2B5EF4-FFF2-40B4-BE49-F238E27FC236}">
                  <a16:creationId xmlns:a16="http://schemas.microsoft.com/office/drawing/2014/main" id="{4815A6D0-E087-4A6B-988F-DD86D43AED31}"/>
                </a:ext>
              </a:extLst>
            </p:cNvPr>
            <p:cNvSpPr/>
            <p:nvPr/>
          </p:nvSpPr>
          <p:spPr>
            <a:xfrm>
              <a:off x="4775763" y="1929322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8" name="pg27">
              <a:extLst>
                <a:ext uri="{FF2B5EF4-FFF2-40B4-BE49-F238E27FC236}">
                  <a16:creationId xmlns:a16="http://schemas.microsoft.com/office/drawing/2014/main" id="{99205276-4483-4E3D-9780-1E52F5FFAC7C}"/>
                </a:ext>
              </a:extLst>
            </p:cNvPr>
            <p:cNvSpPr/>
            <p:nvPr/>
          </p:nvSpPr>
          <p:spPr>
            <a:xfrm>
              <a:off x="5398537" y="3297545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9" name="pg28">
              <a:extLst>
                <a:ext uri="{FF2B5EF4-FFF2-40B4-BE49-F238E27FC236}">
                  <a16:creationId xmlns:a16="http://schemas.microsoft.com/office/drawing/2014/main" id="{3ABE9203-31C3-4747-BCD1-8E869B792DCD}"/>
                </a:ext>
              </a:extLst>
            </p:cNvPr>
            <p:cNvSpPr/>
            <p:nvPr/>
          </p:nvSpPr>
          <p:spPr>
            <a:xfrm>
              <a:off x="6027214" y="3595355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0" name="pt29">
              <a:extLst>
                <a:ext uri="{FF2B5EF4-FFF2-40B4-BE49-F238E27FC236}">
                  <a16:creationId xmlns:a16="http://schemas.microsoft.com/office/drawing/2014/main" id="{69509654-7ABA-4C8F-9B41-634B7EF92823}"/>
                </a:ext>
              </a:extLst>
            </p:cNvPr>
            <p:cNvSpPr/>
            <p:nvPr/>
          </p:nvSpPr>
          <p:spPr>
            <a:xfrm>
              <a:off x="4612202" y="3627714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1" name="pt30">
              <a:extLst>
                <a:ext uri="{FF2B5EF4-FFF2-40B4-BE49-F238E27FC236}">
                  <a16:creationId xmlns:a16="http://schemas.microsoft.com/office/drawing/2014/main" id="{EAA98EC1-0ADF-4BDA-BC23-79F3FC9AEFC4}"/>
                </a:ext>
              </a:extLst>
            </p:cNvPr>
            <p:cNvSpPr/>
            <p:nvPr/>
          </p:nvSpPr>
          <p:spPr>
            <a:xfrm>
              <a:off x="4988627" y="3452959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2" name="pt31">
              <a:extLst>
                <a:ext uri="{FF2B5EF4-FFF2-40B4-BE49-F238E27FC236}">
                  <a16:creationId xmlns:a16="http://schemas.microsoft.com/office/drawing/2014/main" id="{11FD37EA-C4BD-4948-B430-12C9FA14750A}"/>
                </a:ext>
              </a:extLst>
            </p:cNvPr>
            <p:cNvSpPr/>
            <p:nvPr/>
          </p:nvSpPr>
          <p:spPr>
            <a:xfrm>
              <a:off x="4677798" y="3178020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3" name="pg32">
              <a:extLst>
                <a:ext uri="{FF2B5EF4-FFF2-40B4-BE49-F238E27FC236}">
                  <a16:creationId xmlns:a16="http://schemas.microsoft.com/office/drawing/2014/main" id="{D50496F4-F400-45F2-9C33-6941DF146881}"/>
                </a:ext>
              </a:extLst>
            </p:cNvPr>
            <p:cNvSpPr/>
            <p:nvPr/>
          </p:nvSpPr>
          <p:spPr>
            <a:xfrm>
              <a:off x="5222346" y="2646277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4" name="pg33">
              <a:extLst>
                <a:ext uri="{FF2B5EF4-FFF2-40B4-BE49-F238E27FC236}">
                  <a16:creationId xmlns:a16="http://schemas.microsoft.com/office/drawing/2014/main" id="{B4C3CB43-4700-4F0D-B6D8-96D32A7367D3}"/>
                </a:ext>
              </a:extLst>
            </p:cNvPr>
            <p:cNvSpPr/>
            <p:nvPr/>
          </p:nvSpPr>
          <p:spPr>
            <a:xfrm>
              <a:off x="5260570" y="4080266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5" name="pg34">
              <a:extLst>
                <a:ext uri="{FF2B5EF4-FFF2-40B4-BE49-F238E27FC236}">
                  <a16:creationId xmlns:a16="http://schemas.microsoft.com/office/drawing/2014/main" id="{E0A87AD6-AF2A-4358-96A9-9A904962E90F}"/>
                </a:ext>
              </a:extLst>
            </p:cNvPr>
            <p:cNvSpPr/>
            <p:nvPr/>
          </p:nvSpPr>
          <p:spPr>
            <a:xfrm>
              <a:off x="5130914" y="2661277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6" name="pg35">
              <a:extLst>
                <a:ext uri="{FF2B5EF4-FFF2-40B4-BE49-F238E27FC236}">
                  <a16:creationId xmlns:a16="http://schemas.microsoft.com/office/drawing/2014/main" id="{F9B16586-79DD-43C0-838F-51893BF5A09F}"/>
                </a:ext>
              </a:extLst>
            </p:cNvPr>
            <p:cNvSpPr/>
            <p:nvPr/>
          </p:nvSpPr>
          <p:spPr>
            <a:xfrm>
              <a:off x="5397577" y="4129736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7" name="pg36">
              <a:extLst>
                <a:ext uri="{FF2B5EF4-FFF2-40B4-BE49-F238E27FC236}">
                  <a16:creationId xmlns:a16="http://schemas.microsoft.com/office/drawing/2014/main" id="{A2B775DD-4A35-43B9-AB76-642D88F98EBE}"/>
                </a:ext>
              </a:extLst>
            </p:cNvPr>
            <p:cNvSpPr/>
            <p:nvPr/>
          </p:nvSpPr>
          <p:spPr>
            <a:xfrm>
              <a:off x="6159062" y="3675230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8" name="pg37">
              <a:extLst>
                <a:ext uri="{FF2B5EF4-FFF2-40B4-BE49-F238E27FC236}">
                  <a16:creationId xmlns:a16="http://schemas.microsoft.com/office/drawing/2014/main" id="{1D4A9DD9-C6AD-44F7-92BD-BC41CCF07E77}"/>
                </a:ext>
              </a:extLst>
            </p:cNvPr>
            <p:cNvSpPr/>
            <p:nvPr/>
          </p:nvSpPr>
          <p:spPr>
            <a:xfrm>
              <a:off x="5073217" y="4182014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9" name="pg38">
              <a:extLst>
                <a:ext uri="{FF2B5EF4-FFF2-40B4-BE49-F238E27FC236}">
                  <a16:creationId xmlns:a16="http://schemas.microsoft.com/office/drawing/2014/main" id="{66168C7C-F346-4713-A5FC-CA627B677127}"/>
                </a:ext>
              </a:extLst>
            </p:cNvPr>
            <p:cNvSpPr/>
            <p:nvPr/>
          </p:nvSpPr>
          <p:spPr>
            <a:xfrm>
              <a:off x="5807860" y="5919030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0" name="pt39">
              <a:extLst>
                <a:ext uri="{FF2B5EF4-FFF2-40B4-BE49-F238E27FC236}">
                  <a16:creationId xmlns:a16="http://schemas.microsoft.com/office/drawing/2014/main" id="{EDB60077-C378-412B-B1D3-2298176B2C1C}"/>
                </a:ext>
              </a:extLst>
            </p:cNvPr>
            <p:cNvSpPr/>
            <p:nvPr/>
          </p:nvSpPr>
          <p:spPr>
            <a:xfrm>
              <a:off x="6135432" y="3500072"/>
              <a:ext cx="117405" cy="11740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1" name="pt40">
              <a:extLst>
                <a:ext uri="{FF2B5EF4-FFF2-40B4-BE49-F238E27FC236}">
                  <a16:creationId xmlns:a16="http://schemas.microsoft.com/office/drawing/2014/main" id="{A42DB08A-6CA6-41C7-ABDA-A15A5E15F48A}"/>
                </a:ext>
              </a:extLst>
            </p:cNvPr>
            <p:cNvSpPr/>
            <p:nvPr/>
          </p:nvSpPr>
          <p:spPr>
            <a:xfrm>
              <a:off x="5779604" y="3308077"/>
              <a:ext cx="117405" cy="11740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2" name="pt41">
              <a:extLst>
                <a:ext uri="{FF2B5EF4-FFF2-40B4-BE49-F238E27FC236}">
                  <a16:creationId xmlns:a16="http://schemas.microsoft.com/office/drawing/2014/main" id="{5584FDA8-C6D3-4118-9961-D5F610269458}"/>
                </a:ext>
              </a:extLst>
            </p:cNvPr>
            <p:cNvSpPr/>
            <p:nvPr/>
          </p:nvSpPr>
          <p:spPr>
            <a:xfrm>
              <a:off x="6087447" y="3535058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49" name="pg42">
              <a:extLst>
                <a:ext uri="{FF2B5EF4-FFF2-40B4-BE49-F238E27FC236}">
                  <a16:creationId xmlns:a16="http://schemas.microsoft.com/office/drawing/2014/main" id="{AF899C8D-A30A-4D4E-AB54-706A08FD4AB8}"/>
                </a:ext>
              </a:extLst>
            </p:cNvPr>
            <p:cNvSpPr/>
            <p:nvPr/>
          </p:nvSpPr>
          <p:spPr>
            <a:xfrm>
              <a:off x="5411888" y="2716541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2" name="pt43">
              <a:extLst>
                <a:ext uri="{FF2B5EF4-FFF2-40B4-BE49-F238E27FC236}">
                  <a16:creationId xmlns:a16="http://schemas.microsoft.com/office/drawing/2014/main" id="{08A4C014-F864-49D9-8EE4-FEEA23AD85BD}"/>
                </a:ext>
              </a:extLst>
            </p:cNvPr>
            <p:cNvSpPr/>
            <p:nvPr/>
          </p:nvSpPr>
          <p:spPr>
            <a:xfrm>
              <a:off x="5248199" y="4940228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3" name="pg44">
              <a:extLst>
                <a:ext uri="{FF2B5EF4-FFF2-40B4-BE49-F238E27FC236}">
                  <a16:creationId xmlns:a16="http://schemas.microsoft.com/office/drawing/2014/main" id="{FAC6318B-84C2-4AF4-A642-EF77D537A8C9}"/>
                </a:ext>
              </a:extLst>
            </p:cNvPr>
            <p:cNvSpPr/>
            <p:nvPr/>
          </p:nvSpPr>
          <p:spPr>
            <a:xfrm>
              <a:off x="5406951" y="3541517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4" name="tx45">
              <a:extLst>
                <a:ext uri="{FF2B5EF4-FFF2-40B4-BE49-F238E27FC236}">
                  <a16:creationId xmlns:a16="http://schemas.microsoft.com/office/drawing/2014/main" id="{BE13FAEF-F11F-479C-A9FA-22AA0FB117F5}"/>
                </a:ext>
              </a:extLst>
            </p:cNvPr>
            <p:cNvSpPr/>
            <p:nvPr/>
          </p:nvSpPr>
          <p:spPr>
            <a:xfrm>
              <a:off x="2048107" y="270786"/>
              <a:ext cx="745529" cy="14783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 dirty="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National</a:t>
              </a:r>
            </a:p>
          </p:txBody>
        </p:sp>
        <p:sp>
          <p:nvSpPr>
            <p:cNvPr id="495" name="tx46">
              <a:extLst>
                <a:ext uri="{FF2B5EF4-FFF2-40B4-BE49-F238E27FC236}">
                  <a16:creationId xmlns:a16="http://schemas.microsoft.com/office/drawing/2014/main" id="{217A9889-9C4F-43F2-AB79-1C757E9F5796}"/>
                </a:ext>
              </a:extLst>
            </p:cNvPr>
            <p:cNvSpPr/>
            <p:nvPr/>
          </p:nvSpPr>
          <p:spPr>
            <a:xfrm>
              <a:off x="4836852" y="268206"/>
              <a:ext cx="1073348" cy="15041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Subnational</a:t>
              </a:r>
            </a:p>
          </p:txBody>
        </p:sp>
        <p:sp>
          <p:nvSpPr>
            <p:cNvPr id="499" name="pl47">
              <a:extLst>
                <a:ext uri="{FF2B5EF4-FFF2-40B4-BE49-F238E27FC236}">
                  <a16:creationId xmlns:a16="http://schemas.microsoft.com/office/drawing/2014/main" id="{D5DEC682-1F58-483F-B3BE-C547ED7B89D0}"/>
                </a:ext>
              </a:extLst>
            </p:cNvPr>
            <p:cNvSpPr/>
            <p:nvPr/>
          </p:nvSpPr>
          <p:spPr>
            <a:xfrm>
              <a:off x="995155" y="520980"/>
              <a:ext cx="0" cy="6457600"/>
            </a:xfrm>
            <a:custGeom>
              <a:avLst/>
              <a:gdLst/>
              <a:ahLst/>
              <a:cxnLst/>
              <a:rect l="0" t="0" r="0" b="0"/>
              <a:pathLst>
                <a:path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0" name="tx48">
              <a:extLst>
                <a:ext uri="{FF2B5EF4-FFF2-40B4-BE49-F238E27FC236}">
                  <a16:creationId xmlns:a16="http://schemas.microsoft.com/office/drawing/2014/main" id="{DB8E125D-CDBF-44DA-BF0C-44A00716D1D8}"/>
                </a:ext>
              </a:extLst>
            </p:cNvPr>
            <p:cNvSpPr/>
            <p:nvPr/>
          </p:nvSpPr>
          <p:spPr>
            <a:xfrm>
              <a:off x="805173" y="6614496"/>
              <a:ext cx="98883" cy="12779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</a:t>
              </a:r>
            </a:p>
          </p:txBody>
        </p:sp>
        <p:sp>
          <p:nvSpPr>
            <p:cNvPr id="501" name="tx49">
              <a:extLst>
                <a:ext uri="{FF2B5EF4-FFF2-40B4-BE49-F238E27FC236}">
                  <a16:creationId xmlns:a16="http://schemas.microsoft.com/office/drawing/2014/main" id="{EDEB5EED-9832-4A75-80FC-9A185C73FEBB}"/>
                </a:ext>
              </a:extLst>
            </p:cNvPr>
            <p:cNvSpPr/>
            <p:nvPr/>
          </p:nvSpPr>
          <p:spPr>
            <a:xfrm>
              <a:off x="706289" y="5146289"/>
              <a:ext cx="1977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02" name="tx50">
              <a:extLst>
                <a:ext uri="{FF2B5EF4-FFF2-40B4-BE49-F238E27FC236}">
                  <a16:creationId xmlns:a16="http://schemas.microsoft.com/office/drawing/2014/main" id="{23588209-CB58-4E4D-9F7F-1306A5496D50}"/>
                </a:ext>
              </a:extLst>
            </p:cNvPr>
            <p:cNvSpPr/>
            <p:nvPr/>
          </p:nvSpPr>
          <p:spPr>
            <a:xfrm>
              <a:off x="607405" y="3680253"/>
              <a:ext cx="296651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03" name="tx51">
              <a:extLst>
                <a:ext uri="{FF2B5EF4-FFF2-40B4-BE49-F238E27FC236}">
                  <a16:creationId xmlns:a16="http://schemas.microsoft.com/office/drawing/2014/main" id="{1DF8D896-04E1-4144-B25E-CC1C9CA7F25D}"/>
                </a:ext>
              </a:extLst>
            </p:cNvPr>
            <p:cNvSpPr/>
            <p:nvPr/>
          </p:nvSpPr>
          <p:spPr>
            <a:xfrm>
              <a:off x="508521" y="2214216"/>
              <a:ext cx="395535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504" name="tx52">
              <a:extLst>
                <a:ext uri="{FF2B5EF4-FFF2-40B4-BE49-F238E27FC236}">
                  <a16:creationId xmlns:a16="http://schemas.microsoft.com/office/drawing/2014/main" id="{AE571091-C67A-4851-A0E8-04BD090E0124}"/>
                </a:ext>
              </a:extLst>
            </p:cNvPr>
            <p:cNvSpPr/>
            <p:nvPr/>
          </p:nvSpPr>
          <p:spPr>
            <a:xfrm>
              <a:off x="409637" y="748179"/>
              <a:ext cx="494419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10000</a:t>
              </a:r>
            </a:p>
          </p:txBody>
        </p:sp>
        <p:sp>
          <p:nvSpPr>
            <p:cNvPr id="505" name="tx53">
              <a:extLst>
                <a:ext uri="{FF2B5EF4-FFF2-40B4-BE49-F238E27FC236}">
                  <a16:creationId xmlns:a16="http://schemas.microsoft.com/office/drawing/2014/main" id="{20370A1E-FFBB-405D-A6D3-4833DBAF92E1}"/>
                </a:ext>
              </a:extLst>
            </p:cNvPr>
            <p:cNvSpPr/>
            <p:nvPr/>
          </p:nvSpPr>
          <p:spPr>
            <a:xfrm rot="-5400000">
              <a:off x="-874460" y="3654430"/>
              <a:ext cx="219075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facilities (log)</a:t>
              </a:r>
            </a:p>
          </p:txBody>
        </p:sp>
        <p:sp>
          <p:nvSpPr>
            <p:cNvPr id="506" name="pg54">
              <a:extLst>
                <a:ext uri="{FF2B5EF4-FFF2-40B4-BE49-F238E27FC236}">
                  <a16:creationId xmlns:a16="http://schemas.microsoft.com/office/drawing/2014/main" id="{3F4CF292-3661-4710-BF7E-EBB1AB6B56DB}"/>
                </a:ext>
              </a:extLst>
            </p:cNvPr>
            <p:cNvSpPr/>
            <p:nvPr/>
          </p:nvSpPr>
          <p:spPr>
            <a:xfrm>
              <a:off x="7859057" y="1110426"/>
              <a:ext cx="2638221" cy="5194127"/>
            </a:xfrm>
            <a:custGeom>
              <a:avLst/>
              <a:gdLst/>
              <a:ahLst/>
              <a:cxnLst/>
              <a:rect l="0" t="0" r="0" b="0"/>
              <a:pathLst>
                <a:path w="2638221" h="5194127">
                  <a:moveTo>
                    <a:pt x="1316542" y="5194127"/>
                  </a:moveTo>
                  <a:lnTo>
                    <a:pt x="1316244" y="5183962"/>
                  </a:lnTo>
                  <a:lnTo>
                    <a:pt x="1315922" y="5173798"/>
                  </a:lnTo>
                  <a:lnTo>
                    <a:pt x="1315570" y="5163633"/>
                  </a:lnTo>
                  <a:lnTo>
                    <a:pt x="1315173" y="5153468"/>
                  </a:lnTo>
                  <a:lnTo>
                    <a:pt x="1314745" y="5143304"/>
                  </a:lnTo>
                  <a:lnTo>
                    <a:pt x="1314286" y="5133139"/>
                  </a:lnTo>
                  <a:lnTo>
                    <a:pt x="1313767" y="5122974"/>
                  </a:lnTo>
                  <a:lnTo>
                    <a:pt x="1313206" y="5112810"/>
                  </a:lnTo>
                  <a:lnTo>
                    <a:pt x="1312605" y="5102645"/>
                  </a:lnTo>
                  <a:lnTo>
                    <a:pt x="1311943" y="5092480"/>
                  </a:lnTo>
                  <a:lnTo>
                    <a:pt x="1311218" y="5082316"/>
                  </a:lnTo>
                  <a:lnTo>
                    <a:pt x="1310444" y="5072151"/>
                  </a:lnTo>
                  <a:lnTo>
                    <a:pt x="1309608" y="5061987"/>
                  </a:lnTo>
                  <a:lnTo>
                    <a:pt x="1308685" y="5051822"/>
                  </a:lnTo>
                  <a:lnTo>
                    <a:pt x="1307701" y="5041657"/>
                  </a:lnTo>
                  <a:lnTo>
                    <a:pt x="1306656" y="5031493"/>
                  </a:lnTo>
                  <a:lnTo>
                    <a:pt x="1305498" y="5021328"/>
                  </a:lnTo>
                  <a:lnTo>
                    <a:pt x="1304266" y="5011163"/>
                  </a:lnTo>
                  <a:lnTo>
                    <a:pt x="1302961" y="5000999"/>
                  </a:lnTo>
                  <a:lnTo>
                    <a:pt x="1301544" y="4990834"/>
                  </a:lnTo>
                  <a:lnTo>
                    <a:pt x="1300022" y="4980670"/>
                  </a:lnTo>
                  <a:lnTo>
                    <a:pt x="1298414" y="4970505"/>
                  </a:lnTo>
                  <a:lnTo>
                    <a:pt x="1296701" y="4960340"/>
                  </a:lnTo>
                  <a:lnTo>
                    <a:pt x="1294846" y="4950176"/>
                  </a:lnTo>
                  <a:lnTo>
                    <a:pt x="1292895" y="4940011"/>
                  </a:lnTo>
                  <a:lnTo>
                    <a:pt x="1290846" y="4929846"/>
                  </a:lnTo>
                  <a:lnTo>
                    <a:pt x="1288620" y="4919682"/>
                  </a:lnTo>
                  <a:lnTo>
                    <a:pt x="1286284" y="4909517"/>
                  </a:lnTo>
                  <a:lnTo>
                    <a:pt x="1283839" y="4899352"/>
                  </a:lnTo>
                  <a:lnTo>
                    <a:pt x="1281229" y="4889188"/>
                  </a:lnTo>
                  <a:lnTo>
                    <a:pt x="1278471" y="4879023"/>
                  </a:lnTo>
                  <a:lnTo>
                    <a:pt x="1275596" y="4868859"/>
                  </a:lnTo>
                  <a:lnTo>
                    <a:pt x="1272572" y="4858694"/>
                  </a:lnTo>
                  <a:lnTo>
                    <a:pt x="1269363" y="4848529"/>
                  </a:lnTo>
                  <a:lnTo>
                    <a:pt x="1266028" y="4838365"/>
                  </a:lnTo>
                  <a:lnTo>
                    <a:pt x="1262567" y="4828200"/>
                  </a:lnTo>
                  <a:lnTo>
                    <a:pt x="1258884" y="4818035"/>
                  </a:lnTo>
                  <a:lnTo>
                    <a:pt x="1255071" y="4807871"/>
                  </a:lnTo>
                  <a:lnTo>
                    <a:pt x="1251129" y="4797706"/>
                  </a:lnTo>
                  <a:lnTo>
                    <a:pt x="1246992" y="4787541"/>
                  </a:lnTo>
                  <a:lnTo>
                    <a:pt x="1242692" y="4777377"/>
                  </a:lnTo>
                  <a:lnTo>
                    <a:pt x="1238262" y="4767212"/>
                  </a:lnTo>
                  <a:lnTo>
                    <a:pt x="1233671" y="4757048"/>
                  </a:lnTo>
                  <a:lnTo>
                    <a:pt x="1228889" y="4746883"/>
                  </a:lnTo>
                  <a:lnTo>
                    <a:pt x="1223982" y="4736718"/>
                  </a:lnTo>
                  <a:lnTo>
                    <a:pt x="1218948" y="4726554"/>
                  </a:lnTo>
                  <a:lnTo>
                    <a:pt x="1213702" y="4716389"/>
                  </a:lnTo>
                  <a:lnTo>
                    <a:pt x="1208338" y="4706224"/>
                  </a:lnTo>
                  <a:lnTo>
                    <a:pt x="1202857" y="4696060"/>
                  </a:lnTo>
                  <a:lnTo>
                    <a:pt x="1197205" y="4685895"/>
                  </a:lnTo>
                  <a:lnTo>
                    <a:pt x="1191419" y="4675731"/>
                  </a:lnTo>
                  <a:lnTo>
                    <a:pt x="1185529" y="4665566"/>
                  </a:lnTo>
                  <a:lnTo>
                    <a:pt x="1179509" y="4655401"/>
                  </a:lnTo>
                  <a:lnTo>
                    <a:pt x="1173349" y="4645237"/>
                  </a:lnTo>
                  <a:lnTo>
                    <a:pt x="1167098" y="4635072"/>
                  </a:lnTo>
                  <a:lnTo>
                    <a:pt x="1160757" y="4624907"/>
                  </a:lnTo>
                  <a:lnTo>
                    <a:pt x="1154277" y="4614743"/>
                  </a:lnTo>
                  <a:lnTo>
                    <a:pt x="1147723" y="4604578"/>
                  </a:lnTo>
                  <a:lnTo>
                    <a:pt x="1141097" y="4594413"/>
                  </a:lnTo>
                  <a:lnTo>
                    <a:pt x="1134371" y="4584249"/>
                  </a:lnTo>
                  <a:lnTo>
                    <a:pt x="1127575" y="4574084"/>
                  </a:lnTo>
                  <a:lnTo>
                    <a:pt x="1120724" y="4563920"/>
                  </a:lnTo>
                  <a:lnTo>
                    <a:pt x="1113809" y="4553755"/>
                  </a:lnTo>
                  <a:lnTo>
                    <a:pt x="1106830" y="4543590"/>
                  </a:lnTo>
                  <a:lnTo>
                    <a:pt x="1099812" y="4533426"/>
                  </a:lnTo>
                  <a:lnTo>
                    <a:pt x="1092757" y="4523261"/>
                  </a:lnTo>
                  <a:lnTo>
                    <a:pt x="1085649" y="4513096"/>
                  </a:lnTo>
                  <a:lnTo>
                    <a:pt x="1078517" y="4502932"/>
                  </a:lnTo>
                  <a:lnTo>
                    <a:pt x="1071360" y="4492767"/>
                  </a:lnTo>
                  <a:lnTo>
                    <a:pt x="1064172" y="4482603"/>
                  </a:lnTo>
                  <a:lnTo>
                    <a:pt x="1056963" y="4472438"/>
                  </a:lnTo>
                  <a:lnTo>
                    <a:pt x="1049739" y="4462273"/>
                  </a:lnTo>
                  <a:lnTo>
                    <a:pt x="1042496" y="4452109"/>
                  </a:lnTo>
                  <a:lnTo>
                    <a:pt x="1035235" y="4441944"/>
                  </a:lnTo>
                  <a:lnTo>
                    <a:pt x="1027961" y="4431779"/>
                  </a:lnTo>
                  <a:lnTo>
                    <a:pt x="1020674" y="4421615"/>
                  </a:lnTo>
                  <a:lnTo>
                    <a:pt x="1013365" y="4411450"/>
                  </a:lnTo>
                  <a:lnTo>
                    <a:pt x="1006039" y="4401285"/>
                  </a:lnTo>
                  <a:lnTo>
                    <a:pt x="998698" y="4391121"/>
                  </a:lnTo>
                  <a:lnTo>
                    <a:pt x="991326" y="4380956"/>
                  </a:lnTo>
                  <a:lnTo>
                    <a:pt x="983927" y="4370792"/>
                  </a:lnTo>
                  <a:lnTo>
                    <a:pt x="976502" y="4360627"/>
                  </a:lnTo>
                  <a:lnTo>
                    <a:pt x="969038" y="4350462"/>
                  </a:lnTo>
                  <a:lnTo>
                    <a:pt x="961523" y="4340298"/>
                  </a:lnTo>
                  <a:lnTo>
                    <a:pt x="953967" y="4330133"/>
                  </a:lnTo>
                  <a:lnTo>
                    <a:pt x="946364" y="4319968"/>
                  </a:lnTo>
                  <a:lnTo>
                    <a:pt x="938674" y="4309804"/>
                  </a:lnTo>
                  <a:lnTo>
                    <a:pt x="930924" y="4299639"/>
                  </a:lnTo>
                  <a:lnTo>
                    <a:pt x="923111" y="4289474"/>
                  </a:lnTo>
                  <a:lnTo>
                    <a:pt x="915185" y="4279310"/>
                  </a:lnTo>
                  <a:lnTo>
                    <a:pt x="907165" y="4269145"/>
                  </a:lnTo>
                  <a:lnTo>
                    <a:pt x="899061" y="4258981"/>
                  </a:lnTo>
                  <a:lnTo>
                    <a:pt x="890834" y="4248816"/>
                  </a:lnTo>
                  <a:lnTo>
                    <a:pt x="882464" y="4238651"/>
                  </a:lnTo>
                  <a:lnTo>
                    <a:pt x="873986" y="4228487"/>
                  </a:lnTo>
                  <a:lnTo>
                    <a:pt x="865387" y="4218322"/>
                  </a:lnTo>
                  <a:lnTo>
                    <a:pt x="856587" y="4208157"/>
                  </a:lnTo>
                  <a:lnTo>
                    <a:pt x="847657" y="4197993"/>
                  </a:lnTo>
                  <a:lnTo>
                    <a:pt x="838596" y="4187828"/>
                  </a:lnTo>
                  <a:lnTo>
                    <a:pt x="829312" y="4177664"/>
                  </a:lnTo>
                  <a:lnTo>
                    <a:pt x="819860" y="4167499"/>
                  </a:lnTo>
                  <a:lnTo>
                    <a:pt x="810258" y="4157334"/>
                  </a:lnTo>
                  <a:lnTo>
                    <a:pt x="800448" y="4147170"/>
                  </a:lnTo>
                  <a:lnTo>
                    <a:pt x="790415" y="4137005"/>
                  </a:lnTo>
                  <a:lnTo>
                    <a:pt x="780220" y="4126840"/>
                  </a:lnTo>
                  <a:lnTo>
                    <a:pt x="769842" y="4116676"/>
                  </a:lnTo>
                  <a:lnTo>
                    <a:pt x="759189" y="4106511"/>
                  </a:lnTo>
                  <a:lnTo>
                    <a:pt x="748367" y="4096346"/>
                  </a:lnTo>
                  <a:lnTo>
                    <a:pt x="737374" y="4086182"/>
                  </a:lnTo>
                  <a:lnTo>
                    <a:pt x="726104" y="4076017"/>
                  </a:lnTo>
                  <a:lnTo>
                    <a:pt x="714641" y="4065853"/>
                  </a:lnTo>
                  <a:lnTo>
                    <a:pt x="703008" y="4055688"/>
                  </a:lnTo>
                  <a:lnTo>
                    <a:pt x="691142" y="4045523"/>
                  </a:lnTo>
                  <a:lnTo>
                    <a:pt x="679046" y="4035359"/>
                  </a:lnTo>
                  <a:lnTo>
                    <a:pt x="666787" y="4025194"/>
                  </a:lnTo>
                  <a:lnTo>
                    <a:pt x="654343" y="4015029"/>
                  </a:lnTo>
                  <a:lnTo>
                    <a:pt x="641644" y="4004865"/>
                  </a:lnTo>
                  <a:lnTo>
                    <a:pt x="628793" y="3994700"/>
                  </a:lnTo>
                  <a:lnTo>
                    <a:pt x="615792" y="3984536"/>
                  </a:lnTo>
                  <a:lnTo>
                    <a:pt x="602555" y="3974371"/>
                  </a:lnTo>
                  <a:lnTo>
                    <a:pt x="589166" y="3964206"/>
                  </a:lnTo>
                  <a:lnTo>
                    <a:pt x="575644" y="3954042"/>
                  </a:lnTo>
                  <a:lnTo>
                    <a:pt x="561946" y="3943877"/>
                  </a:lnTo>
                  <a:lnTo>
                    <a:pt x="548088" y="3933712"/>
                  </a:lnTo>
                  <a:lnTo>
                    <a:pt x="534120" y="3923548"/>
                  </a:lnTo>
                  <a:lnTo>
                    <a:pt x="520030" y="3913383"/>
                  </a:lnTo>
                  <a:lnTo>
                    <a:pt x="505788" y="3903218"/>
                  </a:lnTo>
                  <a:lnTo>
                    <a:pt x="491461" y="3893054"/>
                  </a:lnTo>
                  <a:lnTo>
                    <a:pt x="477052" y="3882889"/>
                  </a:lnTo>
                  <a:lnTo>
                    <a:pt x="462527" y="3872725"/>
                  </a:lnTo>
                  <a:lnTo>
                    <a:pt x="447940" y="3862560"/>
                  </a:lnTo>
                  <a:lnTo>
                    <a:pt x="433301" y="3852395"/>
                  </a:lnTo>
                  <a:lnTo>
                    <a:pt x="418602" y="3842231"/>
                  </a:lnTo>
                  <a:lnTo>
                    <a:pt x="403865" y="3832066"/>
                  </a:lnTo>
                  <a:lnTo>
                    <a:pt x="389110" y="3821901"/>
                  </a:lnTo>
                  <a:lnTo>
                    <a:pt x="374340" y="3811737"/>
                  </a:lnTo>
                  <a:lnTo>
                    <a:pt x="359576" y="3801572"/>
                  </a:lnTo>
                  <a:lnTo>
                    <a:pt x="344830" y="3791407"/>
                  </a:lnTo>
                  <a:lnTo>
                    <a:pt x="330106" y="3781243"/>
                  </a:lnTo>
                  <a:lnTo>
                    <a:pt x="315447" y="3771078"/>
                  </a:lnTo>
                  <a:lnTo>
                    <a:pt x="300851" y="3760914"/>
                  </a:lnTo>
                  <a:lnTo>
                    <a:pt x="286320" y="3750749"/>
                  </a:lnTo>
                  <a:lnTo>
                    <a:pt x="271899" y="3740584"/>
                  </a:lnTo>
                  <a:lnTo>
                    <a:pt x="257610" y="3730420"/>
                  </a:lnTo>
                  <a:lnTo>
                    <a:pt x="243433" y="3720255"/>
                  </a:lnTo>
                  <a:lnTo>
                    <a:pt x="229400" y="3710090"/>
                  </a:lnTo>
                  <a:lnTo>
                    <a:pt x="215594" y="3699926"/>
                  </a:lnTo>
                  <a:lnTo>
                    <a:pt x="201953" y="3689761"/>
                  </a:lnTo>
                  <a:lnTo>
                    <a:pt x="188484" y="3679597"/>
                  </a:lnTo>
                  <a:lnTo>
                    <a:pt x="175347" y="3669432"/>
                  </a:lnTo>
                  <a:lnTo>
                    <a:pt x="162448" y="3659267"/>
                  </a:lnTo>
                  <a:lnTo>
                    <a:pt x="149781" y="3649103"/>
                  </a:lnTo>
                  <a:lnTo>
                    <a:pt x="137479" y="3638938"/>
                  </a:lnTo>
                  <a:lnTo>
                    <a:pt x="125546" y="3628773"/>
                  </a:lnTo>
                  <a:lnTo>
                    <a:pt x="113914" y="3618609"/>
                  </a:lnTo>
                  <a:lnTo>
                    <a:pt x="102658" y="3608444"/>
                  </a:lnTo>
                  <a:lnTo>
                    <a:pt x="91939" y="3598279"/>
                  </a:lnTo>
                  <a:lnTo>
                    <a:pt x="81593" y="3588115"/>
                  </a:lnTo>
                  <a:lnTo>
                    <a:pt x="71627" y="3577950"/>
                  </a:lnTo>
                  <a:lnTo>
                    <a:pt x="62367" y="3567786"/>
                  </a:lnTo>
                  <a:lnTo>
                    <a:pt x="53574" y="3557621"/>
                  </a:lnTo>
                  <a:lnTo>
                    <a:pt x="45238" y="3547456"/>
                  </a:lnTo>
                  <a:lnTo>
                    <a:pt x="37607" y="3537292"/>
                  </a:lnTo>
                  <a:lnTo>
                    <a:pt x="30640" y="3527127"/>
                  </a:lnTo>
                  <a:lnTo>
                    <a:pt x="24207" y="3516962"/>
                  </a:lnTo>
                  <a:lnTo>
                    <a:pt x="18444" y="3506798"/>
                  </a:lnTo>
                  <a:lnTo>
                    <a:pt x="13575" y="3496633"/>
                  </a:lnTo>
                  <a:lnTo>
                    <a:pt x="9313" y="3486469"/>
                  </a:lnTo>
                  <a:lnTo>
                    <a:pt x="5666" y="3476304"/>
                  </a:lnTo>
                  <a:lnTo>
                    <a:pt x="3133" y="3466139"/>
                  </a:lnTo>
                  <a:lnTo>
                    <a:pt x="1290" y="3455975"/>
                  </a:lnTo>
                  <a:lnTo>
                    <a:pt x="127" y="3445810"/>
                  </a:lnTo>
                  <a:lnTo>
                    <a:pt x="0" y="3435645"/>
                  </a:lnTo>
                  <a:lnTo>
                    <a:pt x="790" y="3425481"/>
                  </a:lnTo>
                  <a:lnTo>
                    <a:pt x="2313" y="3415316"/>
                  </a:lnTo>
                  <a:lnTo>
                    <a:pt x="4754" y="3405151"/>
                  </a:lnTo>
                  <a:lnTo>
                    <a:pt x="8345" y="3394987"/>
                  </a:lnTo>
                  <a:lnTo>
                    <a:pt x="12704" y="3384822"/>
                  </a:lnTo>
                  <a:lnTo>
                    <a:pt x="17835" y="3374658"/>
                  </a:lnTo>
                  <a:lnTo>
                    <a:pt x="24326" y="3364493"/>
                  </a:lnTo>
                  <a:lnTo>
                    <a:pt x="31608" y="3354328"/>
                  </a:lnTo>
                  <a:lnTo>
                    <a:pt x="39673" y="3344164"/>
                  </a:lnTo>
                  <a:lnTo>
                    <a:pt x="48912" y="3333999"/>
                  </a:lnTo>
                  <a:lnTo>
                    <a:pt x="59127" y="3323834"/>
                  </a:lnTo>
                  <a:lnTo>
                    <a:pt x="70114" y="3313670"/>
                  </a:lnTo>
                  <a:lnTo>
                    <a:pt x="82064" y="3303505"/>
                  </a:lnTo>
                  <a:lnTo>
                    <a:pt x="95141" y="3293340"/>
                  </a:lnTo>
                  <a:lnTo>
                    <a:pt x="108955" y="3283176"/>
                  </a:lnTo>
                  <a:lnTo>
                    <a:pt x="123506" y="3273011"/>
                  </a:lnTo>
                  <a:lnTo>
                    <a:pt x="139289" y="3262847"/>
                  </a:lnTo>
                  <a:lnTo>
                    <a:pt x="155749" y="3252682"/>
                  </a:lnTo>
                  <a:lnTo>
                    <a:pt x="172876" y="3242517"/>
                  </a:lnTo>
                  <a:lnTo>
                    <a:pt x="190975" y="3232353"/>
                  </a:lnTo>
                  <a:lnTo>
                    <a:pt x="209819" y="3222188"/>
                  </a:lnTo>
                  <a:lnTo>
                    <a:pt x="229244" y="3212023"/>
                  </a:lnTo>
                  <a:lnTo>
                    <a:pt x="249378" y="3201859"/>
                  </a:lnTo>
                  <a:lnTo>
                    <a:pt x="270271" y="3191694"/>
                  </a:lnTo>
                  <a:lnTo>
                    <a:pt x="291638" y="3181530"/>
                  </a:lnTo>
                  <a:lnTo>
                    <a:pt x="313478" y="3171365"/>
                  </a:lnTo>
                  <a:lnTo>
                    <a:pt x="336023" y="3161200"/>
                  </a:lnTo>
                  <a:lnTo>
                    <a:pt x="358921" y="3151036"/>
                  </a:lnTo>
                  <a:lnTo>
                    <a:pt x="382158" y="3140871"/>
                  </a:lnTo>
                  <a:lnTo>
                    <a:pt x="405847" y="3130706"/>
                  </a:lnTo>
                  <a:lnTo>
                    <a:pt x="429823" y="3120542"/>
                  </a:lnTo>
                  <a:lnTo>
                    <a:pt x="454007" y="3110377"/>
                  </a:lnTo>
                  <a:lnTo>
                    <a:pt x="478418" y="3100212"/>
                  </a:lnTo>
                  <a:lnTo>
                    <a:pt x="502997" y="3090048"/>
                  </a:lnTo>
                  <a:lnTo>
                    <a:pt x="527650" y="3079883"/>
                  </a:lnTo>
                  <a:lnTo>
                    <a:pt x="552360" y="3069719"/>
                  </a:lnTo>
                  <a:lnTo>
                    <a:pt x="577065" y="3059554"/>
                  </a:lnTo>
                  <a:lnTo>
                    <a:pt x="601710" y="3049389"/>
                  </a:lnTo>
                  <a:lnTo>
                    <a:pt x="626283" y="3039225"/>
                  </a:lnTo>
                  <a:lnTo>
                    <a:pt x="650672" y="3029060"/>
                  </a:lnTo>
                  <a:lnTo>
                    <a:pt x="674855" y="3018895"/>
                  </a:lnTo>
                  <a:lnTo>
                    <a:pt x="698843" y="3008731"/>
                  </a:lnTo>
                  <a:lnTo>
                    <a:pt x="722538" y="2998566"/>
                  </a:lnTo>
                  <a:lnTo>
                    <a:pt x="745838" y="2988402"/>
                  </a:lnTo>
                  <a:lnTo>
                    <a:pt x="768834" y="2978237"/>
                  </a:lnTo>
                  <a:lnTo>
                    <a:pt x="791492" y="2968072"/>
                  </a:lnTo>
                  <a:lnTo>
                    <a:pt x="813540" y="2957908"/>
                  </a:lnTo>
                  <a:lnTo>
                    <a:pt x="835190" y="2947743"/>
                  </a:lnTo>
                  <a:lnTo>
                    <a:pt x="856433" y="2937578"/>
                  </a:lnTo>
                  <a:lnTo>
                    <a:pt x="876994" y="2927414"/>
                  </a:lnTo>
                  <a:lnTo>
                    <a:pt x="897003" y="2917249"/>
                  </a:lnTo>
                  <a:lnTo>
                    <a:pt x="916534" y="2907084"/>
                  </a:lnTo>
                  <a:lnTo>
                    <a:pt x="935411" y="2896920"/>
                  </a:lnTo>
                  <a:lnTo>
                    <a:pt x="953549" y="2886755"/>
                  </a:lnTo>
                  <a:lnTo>
                    <a:pt x="971155" y="2876591"/>
                  </a:lnTo>
                  <a:lnTo>
                    <a:pt x="988181" y="2866426"/>
                  </a:lnTo>
                  <a:lnTo>
                    <a:pt x="1004280" y="2856261"/>
                  </a:lnTo>
                  <a:lnTo>
                    <a:pt x="1019813" y="2846097"/>
                  </a:lnTo>
                  <a:lnTo>
                    <a:pt x="1034778" y="2835932"/>
                  </a:lnTo>
                  <a:lnTo>
                    <a:pt x="1048830" y="2825767"/>
                  </a:lnTo>
                  <a:lnTo>
                    <a:pt x="1062202" y="2815603"/>
                  </a:lnTo>
                  <a:lnTo>
                    <a:pt x="1074991" y="2805438"/>
                  </a:lnTo>
                  <a:lnTo>
                    <a:pt x="1086995" y="2795273"/>
                  </a:lnTo>
                  <a:lnTo>
                    <a:pt x="1098173" y="2785109"/>
                  </a:lnTo>
                  <a:lnTo>
                    <a:pt x="1108766" y="2774944"/>
                  </a:lnTo>
                  <a:lnTo>
                    <a:pt x="1118721" y="2764780"/>
                  </a:lnTo>
                  <a:lnTo>
                    <a:pt x="1127717" y="2754615"/>
                  </a:lnTo>
                  <a:lnTo>
                    <a:pt x="1136140" y="2744450"/>
                  </a:lnTo>
                  <a:lnTo>
                    <a:pt x="1143994" y="2734286"/>
                  </a:lnTo>
                  <a:lnTo>
                    <a:pt x="1150943" y="2724121"/>
                  </a:lnTo>
                  <a:lnTo>
                    <a:pt x="1157258" y="2713956"/>
                  </a:lnTo>
                  <a:lnTo>
                    <a:pt x="1163025" y="2703792"/>
                  </a:lnTo>
                  <a:lnTo>
                    <a:pt x="1168058" y="2693627"/>
                  </a:lnTo>
                  <a:lnTo>
                    <a:pt x="1172354" y="2683463"/>
                  </a:lnTo>
                  <a:lnTo>
                    <a:pt x="1176133" y="2673298"/>
                  </a:lnTo>
                  <a:lnTo>
                    <a:pt x="1179340" y="2663133"/>
                  </a:lnTo>
                  <a:lnTo>
                    <a:pt x="1181732" y="2652969"/>
                  </a:lnTo>
                  <a:lnTo>
                    <a:pt x="1183640" y="2642804"/>
                  </a:lnTo>
                  <a:lnTo>
                    <a:pt x="1185069" y="2632639"/>
                  </a:lnTo>
                  <a:lnTo>
                    <a:pt x="1185746" y="2622475"/>
                  </a:lnTo>
                  <a:lnTo>
                    <a:pt x="1185917" y="2612310"/>
                  </a:lnTo>
                  <a:lnTo>
                    <a:pt x="1185649" y="2602145"/>
                  </a:lnTo>
                  <a:lnTo>
                    <a:pt x="1184793" y="2591981"/>
                  </a:lnTo>
                  <a:lnTo>
                    <a:pt x="1183373" y="2581816"/>
                  </a:lnTo>
                  <a:lnTo>
                    <a:pt x="1181556" y="2571652"/>
                  </a:lnTo>
                  <a:lnTo>
                    <a:pt x="1179300" y="2561487"/>
                  </a:lnTo>
                  <a:lnTo>
                    <a:pt x="1176444" y="2551322"/>
                  </a:lnTo>
                  <a:lnTo>
                    <a:pt x="1173237" y="2541158"/>
                  </a:lnTo>
                  <a:lnTo>
                    <a:pt x="1169685" y="2530993"/>
                  </a:lnTo>
                  <a:lnTo>
                    <a:pt x="1165596" y="2520828"/>
                  </a:lnTo>
                  <a:lnTo>
                    <a:pt x="1161166" y="2510664"/>
                  </a:lnTo>
                  <a:lnTo>
                    <a:pt x="1156438" y="2500499"/>
                  </a:lnTo>
                  <a:lnTo>
                    <a:pt x="1151316" y="2490335"/>
                  </a:lnTo>
                  <a:lnTo>
                    <a:pt x="1145839" y="2480170"/>
                  </a:lnTo>
                  <a:lnTo>
                    <a:pt x="1140116" y="2470005"/>
                  </a:lnTo>
                  <a:lnTo>
                    <a:pt x="1134120" y="2459841"/>
                  </a:lnTo>
                  <a:lnTo>
                    <a:pt x="1127781" y="2449676"/>
                  </a:lnTo>
                  <a:lnTo>
                    <a:pt x="1121250" y="2439511"/>
                  </a:lnTo>
                  <a:lnTo>
                    <a:pt x="1114531" y="2429347"/>
                  </a:lnTo>
                  <a:lnTo>
                    <a:pt x="1107541" y="2419182"/>
                  </a:lnTo>
                  <a:lnTo>
                    <a:pt x="1100398" y="2409017"/>
                  </a:lnTo>
                  <a:lnTo>
                    <a:pt x="1093125" y="2398853"/>
                  </a:lnTo>
                  <a:lnTo>
                    <a:pt x="1085692" y="2388688"/>
                  </a:lnTo>
                  <a:lnTo>
                    <a:pt x="1078143" y="2378524"/>
                  </a:lnTo>
                  <a:lnTo>
                    <a:pt x="1070522" y="2368359"/>
                  </a:lnTo>
                  <a:lnTo>
                    <a:pt x="1062831" y="2358194"/>
                  </a:lnTo>
                  <a:lnTo>
                    <a:pt x="1055086" y="2348030"/>
                  </a:lnTo>
                  <a:lnTo>
                    <a:pt x="1047330" y="2337865"/>
                  </a:lnTo>
                  <a:lnTo>
                    <a:pt x="1039570" y="2327700"/>
                  </a:lnTo>
                  <a:lnTo>
                    <a:pt x="1031843" y="2317536"/>
                  </a:lnTo>
                  <a:lnTo>
                    <a:pt x="1024167" y="2307371"/>
                  </a:lnTo>
                  <a:lnTo>
                    <a:pt x="1016547" y="2297206"/>
                  </a:lnTo>
                  <a:lnTo>
                    <a:pt x="1009033" y="2287042"/>
                  </a:lnTo>
                  <a:lnTo>
                    <a:pt x="1001652" y="2276877"/>
                  </a:lnTo>
                  <a:lnTo>
                    <a:pt x="994385" y="2266713"/>
                  </a:lnTo>
                  <a:lnTo>
                    <a:pt x="987268" y="2256548"/>
                  </a:lnTo>
                  <a:lnTo>
                    <a:pt x="980389" y="2246383"/>
                  </a:lnTo>
                  <a:lnTo>
                    <a:pt x="973680" y="2236219"/>
                  </a:lnTo>
                  <a:lnTo>
                    <a:pt x="967149" y="2226054"/>
                  </a:lnTo>
                  <a:lnTo>
                    <a:pt x="960955" y="2215889"/>
                  </a:lnTo>
                  <a:lnTo>
                    <a:pt x="954997" y="2205725"/>
                  </a:lnTo>
                  <a:lnTo>
                    <a:pt x="949266" y="2195560"/>
                  </a:lnTo>
                  <a:lnTo>
                    <a:pt x="943886" y="2185396"/>
                  </a:lnTo>
                  <a:lnTo>
                    <a:pt x="938850" y="2175231"/>
                  </a:lnTo>
                  <a:lnTo>
                    <a:pt x="934085" y="2165066"/>
                  </a:lnTo>
                  <a:lnTo>
                    <a:pt x="929657" y="2154902"/>
                  </a:lnTo>
                  <a:lnTo>
                    <a:pt x="925690" y="2144737"/>
                  </a:lnTo>
                  <a:lnTo>
                    <a:pt x="922031" y="2134572"/>
                  </a:lnTo>
                  <a:lnTo>
                    <a:pt x="918684" y="2124408"/>
                  </a:lnTo>
                  <a:lnTo>
                    <a:pt x="915890" y="2114243"/>
                  </a:lnTo>
                  <a:lnTo>
                    <a:pt x="913445" y="2104078"/>
                  </a:lnTo>
                  <a:lnTo>
                    <a:pt x="911337" y="2093914"/>
                  </a:lnTo>
                  <a:lnTo>
                    <a:pt x="909730" y="2083749"/>
                  </a:lnTo>
                  <a:lnTo>
                    <a:pt x="908572" y="2073585"/>
                  </a:lnTo>
                  <a:lnTo>
                    <a:pt x="907765" y="2063420"/>
                  </a:lnTo>
                  <a:lnTo>
                    <a:pt x="907388" y="2053255"/>
                  </a:lnTo>
                  <a:lnTo>
                    <a:pt x="907555" y="2043091"/>
                  </a:lnTo>
                  <a:lnTo>
                    <a:pt x="908075" y="2032926"/>
                  </a:lnTo>
                  <a:lnTo>
                    <a:pt x="908948" y="2022761"/>
                  </a:lnTo>
                  <a:lnTo>
                    <a:pt x="910427" y="2012597"/>
                  </a:lnTo>
                  <a:lnTo>
                    <a:pt x="912260" y="2002432"/>
                  </a:lnTo>
                  <a:lnTo>
                    <a:pt x="914437" y="1992268"/>
                  </a:lnTo>
                  <a:lnTo>
                    <a:pt x="917114" y="1982103"/>
                  </a:lnTo>
                  <a:lnTo>
                    <a:pt x="920209" y="1971938"/>
                  </a:lnTo>
                  <a:lnTo>
                    <a:pt x="923627" y="1961774"/>
                  </a:lnTo>
                  <a:lnTo>
                    <a:pt x="927437" y="1951609"/>
                  </a:lnTo>
                  <a:lnTo>
                    <a:pt x="931707" y="1941444"/>
                  </a:lnTo>
                  <a:lnTo>
                    <a:pt x="936270" y="1931280"/>
                  </a:lnTo>
                  <a:lnTo>
                    <a:pt x="941120" y="1921115"/>
                  </a:lnTo>
                  <a:lnTo>
                    <a:pt x="946445" y="1910950"/>
                  </a:lnTo>
                  <a:lnTo>
                    <a:pt x="952025" y="1900786"/>
                  </a:lnTo>
                  <a:lnTo>
                    <a:pt x="957854" y="1890621"/>
                  </a:lnTo>
                  <a:lnTo>
                    <a:pt x="964033" y="1880457"/>
                  </a:lnTo>
                  <a:lnTo>
                    <a:pt x="970479" y="1870292"/>
                  </a:lnTo>
                  <a:lnTo>
                    <a:pt x="977127" y="1860127"/>
                  </a:lnTo>
                  <a:lnTo>
                    <a:pt x="984014" y="1849963"/>
                  </a:lnTo>
                  <a:lnTo>
                    <a:pt x="991154" y="1839798"/>
                  </a:lnTo>
                  <a:lnTo>
                    <a:pt x="998446" y="1829633"/>
                  </a:lnTo>
                  <a:lnTo>
                    <a:pt x="1005884" y="1819469"/>
                  </a:lnTo>
                  <a:lnTo>
                    <a:pt x="1013534" y="1809304"/>
                  </a:lnTo>
                  <a:lnTo>
                    <a:pt x="1021283" y="1799139"/>
                  </a:lnTo>
                  <a:lnTo>
                    <a:pt x="1029124" y="1788975"/>
                  </a:lnTo>
                  <a:lnTo>
                    <a:pt x="1037077" y="1778810"/>
                  </a:lnTo>
                  <a:lnTo>
                    <a:pt x="1045092" y="1768646"/>
                  </a:lnTo>
                  <a:lnTo>
                    <a:pt x="1053146" y="1758481"/>
                  </a:lnTo>
                  <a:lnTo>
                    <a:pt x="1061234" y="1748316"/>
                  </a:lnTo>
                  <a:lnTo>
                    <a:pt x="1069328" y="1738152"/>
                  </a:lnTo>
                  <a:lnTo>
                    <a:pt x="1077410" y="1727987"/>
                  </a:lnTo>
                  <a:lnTo>
                    <a:pt x="1085472" y="1717822"/>
                  </a:lnTo>
                  <a:lnTo>
                    <a:pt x="1093464" y="1707658"/>
                  </a:lnTo>
                  <a:lnTo>
                    <a:pt x="1101395" y="1697493"/>
                  </a:lnTo>
                  <a:lnTo>
                    <a:pt x="1109261" y="1687329"/>
                  </a:lnTo>
                  <a:lnTo>
                    <a:pt x="1117002" y="1677164"/>
                  </a:lnTo>
                  <a:lnTo>
                    <a:pt x="1124621" y="1666999"/>
                  </a:lnTo>
                  <a:lnTo>
                    <a:pt x="1132132" y="1656835"/>
                  </a:lnTo>
                  <a:lnTo>
                    <a:pt x="1139491" y="1646670"/>
                  </a:lnTo>
                  <a:lnTo>
                    <a:pt x="1146652" y="1636505"/>
                  </a:lnTo>
                  <a:lnTo>
                    <a:pt x="1153668" y="1626341"/>
                  </a:lnTo>
                  <a:lnTo>
                    <a:pt x="1160528" y="1616176"/>
                  </a:lnTo>
                  <a:lnTo>
                    <a:pt x="1167107" y="1606011"/>
                  </a:lnTo>
                  <a:lnTo>
                    <a:pt x="1173509" y="1595847"/>
                  </a:lnTo>
                  <a:lnTo>
                    <a:pt x="1179731" y="1585682"/>
                  </a:lnTo>
                  <a:lnTo>
                    <a:pt x="1185661" y="1575518"/>
                  </a:lnTo>
                  <a:lnTo>
                    <a:pt x="1191351" y="1565353"/>
                  </a:lnTo>
                  <a:lnTo>
                    <a:pt x="1196838" y="1555188"/>
                  </a:lnTo>
                  <a:lnTo>
                    <a:pt x="1202052" y="1545024"/>
                  </a:lnTo>
                  <a:lnTo>
                    <a:pt x="1206952" y="1534859"/>
                  </a:lnTo>
                  <a:lnTo>
                    <a:pt x="1211632" y="1524694"/>
                  </a:lnTo>
                  <a:lnTo>
                    <a:pt x="1216074" y="1514530"/>
                  </a:lnTo>
                  <a:lnTo>
                    <a:pt x="1220128" y="1504365"/>
                  </a:lnTo>
                  <a:lnTo>
                    <a:pt x="1223949" y="1494201"/>
                  </a:lnTo>
                  <a:lnTo>
                    <a:pt x="1227535" y="1484036"/>
                  </a:lnTo>
                  <a:lnTo>
                    <a:pt x="1230748" y="1473871"/>
                  </a:lnTo>
                  <a:lnTo>
                    <a:pt x="1233677" y="1463707"/>
                  </a:lnTo>
                  <a:lnTo>
                    <a:pt x="1236365" y="1453542"/>
                  </a:lnTo>
                  <a:lnTo>
                    <a:pt x="1238732" y="1443377"/>
                  </a:lnTo>
                  <a:lnTo>
                    <a:pt x="1240754" y="1433213"/>
                  </a:lnTo>
                  <a:lnTo>
                    <a:pt x="1242532" y="1423048"/>
                  </a:lnTo>
                  <a:lnTo>
                    <a:pt x="1244049" y="1412883"/>
                  </a:lnTo>
                  <a:lnTo>
                    <a:pt x="1245163" y="1402719"/>
                  </a:lnTo>
                  <a:lnTo>
                    <a:pt x="1246036" y="1392554"/>
                  </a:lnTo>
                  <a:lnTo>
                    <a:pt x="1246671" y="1382390"/>
                  </a:lnTo>
                  <a:lnTo>
                    <a:pt x="1246930" y="1372225"/>
                  </a:lnTo>
                  <a:lnTo>
                    <a:pt x="1246917" y="1362060"/>
                  </a:lnTo>
                  <a:lnTo>
                    <a:pt x="1246673" y="1351896"/>
                  </a:lnTo>
                  <a:lnTo>
                    <a:pt x="1246122" y="1341731"/>
                  </a:lnTo>
                  <a:lnTo>
                    <a:pt x="1245256" y="1331566"/>
                  </a:lnTo>
                  <a:lnTo>
                    <a:pt x="1244170" y="1321402"/>
                  </a:lnTo>
                  <a:lnTo>
                    <a:pt x="1242847" y="1311237"/>
                  </a:lnTo>
                  <a:lnTo>
                    <a:pt x="1241175" y="1301072"/>
                  </a:lnTo>
                  <a:lnTo>
                    <a:pt x="1239300" y="1290908"/>
                  </a:lnTo>
                  <a:lnTo>
                    <a:pt x="1237224" y="1280743"/>
                  </a:lnTo>
                  <a:lnTo>
                    <a:pt x="1234838" y="1270579"/>
                  </a:lnTo>
                  <a:lnTo>
                    <a:pt x="1232241" y="1260414"/>
                  </a:lnTo>
                  <a:lnTo>
                    <a:pt x="1229464" y="1250249"/>
                  </a:lnTo>
                  <a:lnTo>
                    <a:pt x="1226452" y="1240085"/>
                  </a:lnTo>
                  <a:lnTo>
                    <a:pt x="1223215" y="1229920"/>
                  </a:lnTo>
                  <a:lnTo>
                    <a:pt x="1219825" y="1219755"/>
                  </a:lnTo>
                  <a:lnTo>
                    <a:pt x="1216269" y="1209591"/>
                  </a:lnTo>
                  <a:lnTo>
                    <a:pt x="1212492" y="1199426"/>
                  </a:lnTo>
                  <a:lnTo>
                    <a:pt x="1208592" y="1189262"/>
                  </a:lnTo>
                  <a:lnTo>
                    <a:pt x="1204573" y="1179097"/>
                  </a:lnTo>
                  <a:lnTo>
                    <a:pt x="1200384" y="1168932"/>
                  </a:lnTo>
                  <a:lnTo>
                    <a:pt x="1196093" y="1158768"/>
                  </a:lnTo>
                  <a:lnTo>
                    <a:pt x="1191720" y="1148603"/>
                  </a:lnTo>
                  <a:lnTo>
                    <a:pt x="1187248" y="1138438"/>
                  </a:lnTo>
                  <a:lnTo>
                    <a:pt x="1182700" y="1128274"/>
                  </a:lnTo>
                  <a:lnTo>
                    <a:pt x="1178110" y="1118109"/>
                  </a:lnTo>
                  <a:lnTo>
                    <a:pt x="1173480" y="1107944"/>
                  </a:lnTo>
                  <a:lnTo>
                    <a:pt x="1168822" y="1097780"/>
                  </a:lnTo>
                  <a:lnTo>
                    <a:pt x="1164163" y="1087615"/>
                  </a:lnTo>
                  <a:lnTo>
                    <a:pt x="1159510" y="1077451"/>
                  </a:lnTo>
                  <a:lnTo>
                    <a:pt x="1154892" y="1067286"/>
                  </a:lnTo>
                  <a:lnTo>
                    <a:pt x="1150321" y="1057121"/>
                  </a:lnTo>
                  <a:lnTo>
                    <a:pt x="1145800" y="1046957"/>
                  </a:lnTo>
                  <a:lnTo>
                    <a:pt x="1141364" y="1036792"/>
                  </a:lnTo>
                  <a:lnTo>
                    <a:pt x="1137039" y="1026627"/>
                  </a:lnTo>
                  <a:lnTo>
                    <a:pt x="1132807" y="1016463"/>
                  </a:lnTo>
                  <a:lnTo>
                    <a:pt x="1128691" y="1006298"/>
                  </a:lnTo>
                  <a:lnTo>
                    <a:pt x="1124767" y="996134"/>
                  </a:lnTo>
                  <a:lnTo>
                    <a:pt x="1120977" y="985969"/>
                  </a:lnTo>
                  <a:lnTo>
                    <a:pt x="1117326" y="975804"/>
                  </a:lnTo>
                  <a:lnTo>
                    <a:pt x="1113931" y="965640"/>
                  </a:lnTo>
                  <a:lnTo>
                    <a:pt x="1110723" y="955475"/>
                  </a:lnTo>
                  <a:lnTo>
                    <a:pt x="1107691" y="945310"/>
                  </a:lnTo>
                  <a:lnTo>
                    <a:pt x="1104921" y="935146"/>
                  </a:lnTo>
                  <a:lnTo>
                    <a:pt x="1102417" y="924981"/>
                  </a:lnTo>
                  <a:lnTo>
                    <a:pt x="1100119" y="914816"/>
                  </a:lnTo>
                  <a:lnTo>
                    <a:pt x="1098067" y="904652"/>
                  </a:lnTo>
                  <a:lnTo>
                    <a:pt x="1096365" y="894487"/>
                  </a:lnTo>
                  <a:lnTo>
                    <a:pt x="1094891" y="884323"/>
                  </a:lnTo>
                  <a:lnTo>
                    <a:pt x="1093646" y="874158"/>
                  </a:lnTo>
                  <a:lnTo>
                    <a:pt x="1092796" y="863993"/>
                  </a:lnTo>
                  <a:lnTo>
                    <a:pt x="1092204" y="853829"/>
                  </a:lnTo>
                  <a:lnTo>
                    <a:pt x="1091854" y="843664"/>
                  </a:lnTo>
                  <a:lnTo>
                    <a:pt x="1091850" y="833499"/>
                  </a:lnTo>
                  <a:lnTo>
                    <a:pt x="1092167" y="823335"/>
                  </a:lnTo>
                  <a:lnTo>
                    <a:pt x="1092726" y="813170"/>
                  </a:lnTo>
                  <a:lnTo>
                    <a:pt x="1093571" y="803005"/>
                  </a:lnTo>
                  <a:lnTo>
                    <a:pt x="1094789" y="792841"/>
                  </a:lnTo>
                  <a:lnTo>
                    <a:pt x="1096240" y="782676"/>
                  </a:lnTo>
                  <a:lnTo>
                    <a:pt x="1097923" y="772512"/>
                  </a:lnTo>
                  <a:lnTo>
                    <a:pt x="1099986" y="762347"/>
                  </a:lnTo>
                  <a:lnTo>
                    <a:pt x="1102278" y="752182"/>
                  </a:lnTo>
                  <a:lnTo>
                    <a:pt x="1104782" y="742018"/>
                  </a:lnTo>
                  <a:lnTo>
                    <a:pt x="1107582" y="731853"/>
                  </a:lnTo>
                  <a:lnTo>
                    <a:pt x="1110634" y="721688"/>
                  </a:lnTo>
                  <a:lnTo>
                    <a:pt x="1113871" y="711524"/>
                  </a:lnTo>
                  <a:lnTo>
                    <a:pt x="1117323" y="701359"/>
                  </a:lnTo>
                  <a:lnTo>
                    <a:pt x="1121030" y="691195"/>
                  </a:lnTo>
                  <a:lnTo>
                    <a:pt x="1124888" y="681030"/>
                  </a:lnTo>
                  <a:lnTo>
                    <a:pt x="1128895" y="670865"/>
                  </a:lnTo>
                  <a:lnTo>
                    <a:pt x="1133127" y="660701"/>
                  </a:lnTo>
                  <a:lnTo>
                    <a:pt x="1137480" y="650536"/>
                  </a:lnTo>
                  <a:lnTo>
                    <a:pt x="1141943" y="640371"/>
                  </a:lnTo>
                  <a:lnTo>
                    <a:pt x="1146549" y="630207"/>
                  </a:lnTo>
                  <a:lnTo>
                    <a:pt x="1151259" y="620042"/>
                  </a:lnTo>
                  <a:lnTo>
                    <a:pt x="1156039" y="609877"/>
                  </a:lnTo>
                  <a:lnTo>
                    <a:pt x="1160896" y="599713"/>
                  </a:lnTo>
                  <a:lnTo>
                    <a:pt x="1165823" y="589548"/>
                  </a:lnTo>
                  <a:lnTo>
                    <a:pt x="1170783" y="579384"/>
                  </a:lnTo>
                  <a:lnTo>
                    <a:pt x="1175771" y="569219"/>
                  </a:lnTo>
                  <a:lnTo>
                    <a:pt x="1180780" y="559054"/>
                  </a:lnTo>
                  <a:lnTo>
                    <a:pt x="1185785" y="548890"/>
                  </a:lnTo>
                  <a:lnTo>
                    <a:pt x="1190783" y="538725"/>
                  </a:lnTo>
                  <a:lnTo>
                    <a:pt x="1195755" y="528560"/>
                  </a:lnTo>
                  <a:lnTo>
                    <a:pt x="1200685" y="518396"/>
                  </a:lnTo>
                  <a:lnTo>
                    <a:pt x="1205577" y="508231"/>
                  </a:lnTo>
                  <a:lnTo>
                    <a:pt x="1210414" y="498067"/>
                  </a:lnTo>
                  <a:lnTo>
                    <a:pt x="1215165" y="487902"/>
                  </a:lnTo>
                  <a:lnTo>
                    <a:pt x="1219851" y="477737"/>
                  </a:lnTo>
                  <a:lnTo>
                    <a:pt x="1224469" y="467573"/>
                  </a:lnTo>
                  <a:lnTo>
                    <a:pt x="1228955" y="457408"/>
                  </a:lnTo>
                  <a:lnTo>
                    <a:pt x="1233354" y="447243"/>
                  </a:lnTo>
                  <a:lnTo>
                    <a:pt x="1237668" y="437079"/>
                  </a:lnTo>
                  <a:lnTo>
                    <a:pt x="1241843" y="426914"/>
                  </a:lnTo>
                  <a:lnTo>
                    <a:pt x="1245897" y="416749"/>
                  </a:lnTo>
                  <a:lnTo>
                    <a:pt x="1249852" y="406585"/>
                  </a:lnTo>
                  <a:lnTo>
                    <a:pt x="1253678" y="396420"/>
                  </a:lnTo>
                  <a:lnTo>
                    <a:pt x="1257346" y="386256"/>
                  </a:lnTo>
                  <a:lnTo>
                    <a:pt x="1260908" y="376091"/>
                  </a:lnTo>
                  <a:lnTo>
                    <a:pt x="1264361" y="365926"/>
                  </a:lnTo>
                  <a:lnTo>
                    <a:pt x="1267624" y="355762"/>
                  </a:lnTo>
                  <a:lnTo>
                    <a:pt x="1270778" y="345597"/>
                  </a:lnTo>
                  <a:lnTo>
                    <a:pt x="1273823" y="335432"/>
                  </a:lnTo>
                  <a:lnTo>
                    <a:pt x="1276703" y="325268"/>
                  </a:lnTo>
                  <a:lnTo>
                    <a:pt x="1279450" y="315103"/>
                  </a:lnTo>
                  <a:lnTo>
                    <a:pt x="1282091" y="304938"/>
                  </a:lnTo>
                  <a:lnTo>
                    <a:pt x="1284598" y="294774"/>
                  </a:lnTo>
                  <a:lnTo>
                    <a:pt x="1286953" y="284609"/>
                  </a:lnTo>
                  <a:lnTo>
                    <a:pt x="1289207" y="274445"/>
                  </a:lnTo>
                  <a:lnTo>
                    <a:pt x="1291360" y="264280"/>
                  </a:lnTo>
                  <a:lnTo>
                    <a:pt x="1293347" y="254115"/>
                  </a:lnTo>
                  <a:lnTo>
                    <a:pt x="1295242" y="243951"/>
                  </a:lnTo>
                  <a:lnTo>
                    <a:pt x="1297046" y="233786"/>
                  </a:lnTo>
                  <a:lnTo>
                    <a:pt x="1298716" y="223621"/>
                  </a:lnTo>
                  <a:lnTo>
                    <a:pt x="1300285" y="213457"/>
                  </a:lnTo>
                  <a:lnTo>
                    <a:pt x="1301773" y="203292"/>
                  </a:lnTo>
                  <a:lnTo>
                    <a:pt x="1303160" y="193128"/>
                  </a:lnTo>
                  <a:lnTo>
                    <a:pt x="1304439" y="182963"/>
                  </a:lnTo>
                  <a:lnTo>
                    <a:pt x="1305649" y="172798"/>
                  </a:lnTo>
                  <a:lnTo>
                    <a:pt x="1306786" y="162634"/>
                  </a:lnTo>
                  <a:lnTo>
                    <a:pt x="1307814" y="152469"/>
                  </a:lnTo>
                  <a:lnTo>
                    <a:pt x="1308782" y="142304"/>
                  </a:lnTo>
                  <a:lnTo>
                    <a:pt x="1309692" y="132140"/>
                  </a:lnTo>
                  <a:lnTo>
                    <a:pt x="1310516" y="121975"/>
                  </a:lnTo>
                  <a:lnTo>
                    <a:pt x="1311280" y="111810"/>
                  </a:lnTo>
                  <a:lnTo>
                    <a:pt x="1311996" y="101646"/>
                  </a:lnTo>
                  <a:lnTo>
                    <a:pt x="1312651" y="91481"/>
                  </a:lnTo>
                  <a:lnTo>
                    <a:pt x="1313246" y="81317"/>
                  </a:lnTo>
                  <a:lnTo>
                    <a:pt x="1313800" y="71152"/>
                  </a:lnTo>
                  <a:lnTo>
                    <a:pt x="1314315" y="60987"/>
                  </a:lnTo>
                  <a:lnTo>
                    <a:pt x="1314770" y="50823"/>
                  </a:lnTo>
                  <a:lnTo>
                    <a:pt x="1315194" y="40658"/>
                  </a:lnTo>
                  <a:lnTo>
                    <a:pt x="1315588" y="30493"/>
                  </a:lnTo>
                  <a:lnTo>
                    <a:pt x="1315937" y="20329"/>
                  </a:lnTo>
                  <a:lnTo>
                    <a:pt x="1316257" y="10164"/>
                  </a:lnTo>
                  <a:lnTo>
                    <a:pt x="1316553" y="0"/>
                  </a:lnTo>
                  <a:lnTo>
                    <a:pt x="1321668" y="0"/>
                  </a:lnTo>
                  <a:lnTo>
                    <a:pt x="1321964" y="10164"/>
                  </a:lnTo>
                  <a:lnTo>
                    <a:pt x="1322284" y="20329"/>
                  </a:lnTo>
                  <a:lnTo>
                    <a:pt x="1322633" y="30493"/>
                  </a:lnTo>
                  <a:lnTo>
                    <a:pt x="1323027" y="40658"/>
                  </a:lnTo>
                  <a:lnTo>
                    <a:pt x="1323451" y="50823"/>
                  </a:lnTo>
                  <a:lnTo>
                    <a:pt x="1323906" y="60987"/>
                  </a:lnTo>
                  <a:lnTo>
                    <a:pt x="1324420" y="71152"/>
                  </a:lnTo>
                  <a:lnTo>
                    <a:pt x="1324975" y="81317"/>
                  </a:lnTo>
                  <a:lnTo>
                    <a:pt x="1325570" y="91481"/>
                  </a:lnTo>
                  <a:lnTo>
                    <a:pt x="1326225" y="101646"/>
                  </a:lnTo>
                  <a:lnTo>
                    <a:pt x="1326940" y="111810"/>
                  </a:lnTo>
                  <a:lnTo>
                    <a:pt x="1327704" y="121975"/>
                  </a:lnTo>
                  <a:lnTo>
                    <a:pt x="1328529" y="132140"/>
                  </a:lnTo>
                  <a:lnTo>
                    <a:pt x="1329439" y="142304"/>
                  </a:lnTo>
                  <a:lnTo>
                    <a:pt x="1330407" y="152469"/>
                  </a:lnTo>
                  <a:lnTo>
                    <a:pt x="1331435" y="162634"/>
                  </a:lnTo>
                  <a:lnTo>
                    <a:pt x="1332572" y="172798"/>
                  </a:lnTo>
                  <a:lnTo>
                    <a:pt x="1333781" y="182963"/>
                  </a:lnTo>
                  <a:lnTo>
                    <a:pt x="1335061" y="193128"/>
                  </a:lnTo>
                  <a:lnTo>
                    <a:pt x="1336448" y="203292"/>
                  </a:lnTo>
                  <a:lnTo>
                    <a:pt x="1337936" y="213457"/>
                  </a:lnTo>
                  <a:lnTo>
                    <a:pt x="1339505" y="223621"/>
                  </a:lnTo>
                  <a:lnTo>
                    <a:pt x="1341175" y="233786"/>
                  </a:lnTo>
                  <a:lnTo>
                    <a:pt x="1342979" y="243951"/>
                  </a:lnTo>
                  <a:lnTo>
                    <a:pt x="1344874" y="254115"/>
                  </a:lnTo>
                  <a:lnTo>
                    <a:pt x="1346861" y="264280"/>
                  </a:lnTo>
                  <a:lnTo>
                    <a:pt x="1349014" y="274445"/>
                  </a:lnTo>
                  <a:lnTo>
                    <a:pt x="1351268" y="284609"/>
                  </a:lnTo>
                  <a:lnTo>
                    <a:pt x="1353623" y="294774"/>
                  </a:lnTo>
                  <a:lnTo>
                    <a:pt x="1356130" y="304938"/>
                  </a:lnTo>
                  <a:lnTo>
                    <a:pt x="1358771" y="315103"/>
                  </a:lnTo>
                  <a:lnTo>
                    <a:pt x="1361518" y="325268"/>
                  </a:lnTo>
                  <a:lnTo>
                    <a:pt x="1364398" y="335432"/>
                  </a:lnTo>
                  <a:lnTo>
                    <a:pt x="1367443" y="345597"/>
                  </a:lnTo>
                  <a:lnTo>
                    <a:pt x="1370597" y="355762"/>
                  </a:lnTo>
                  <a:lnTo>
                    <a:pt x="1373860" y="365926"/>
                  </a:lnTo>
                  <a:lnTo>
                    <a:pt x="1377313" y="376091"/>
                  </a:lnTo>
                  <a:lnTo>
                    <a:pt x="1380874" y="386256"/>
                  </a:lnTo>
                  <a:lnTo>
                    <a:pt x="1384543" y="396420"/>
                  </a:lnTo>
                  <a:lnTo>
                    <a:pt x="1388369" y="406585"/>
                  </a:lnTo>
                  <a:lnTo>
                    <a:pt x="1392324" y="416749"/>
                  </a:lnTo>
                  <a:lnTo>
                    <a:pt x="1396377" y="426914"/>
                  </a:lnTo>
                  <a:lnTo>
                    <a:pt x="1400553" y="437079"/>
                  </a:lnTo>
                  <a:lnTo>
                    <a:pt x="1404867" y="447243"/>
                  </a:lnTo>
                  <a:lnTo>
                    <a:pt x="1409266" y="457408"/>
                  </a:lnTo>
                  <a:lnTo>
                    <a:pt x="1413751" y="467573"/>
                  </a:lnTo>
                  <a:lnTo>
                    <a:pt x="1418370" y="477737"/>
                  </a:lnTo>
                  <a:lnTo>
                    <a:pt x="1423056" y="487902"/>
                  </a:lnTo>
                  <a:lnTo>
                    <a:pt x="1427807" y="498067"/>
                  </a:lnTo>
                  <a:lnTo>
                    <a:pt x="1432643" y="508231"/>
                  </a:lnTo>
                  <a:lnTo>
                    <a:pt x="1437535" y="518396"/>
                  </a:lnTo>
                  <a:lnTo>
                    <a:pt x="1442466" y="528560"/>
                  </a:lnTo>
                  <a:lnTo>
                    <a:pt x="1447437" y="538725"/>
                  </a:lnTo>
                  <a:lnTo>
                    <a:pt x="1452436" y="548890"/>
                  </a:lnTo>
                  <a:lnTo>
                    <a:pt x="1457441" y="559054"/>
                  </a:lnTo>
                  <a:lnTo>
                    <a:pt x="1462450" y="569219"/>
                  </a:lnTo>
                  <a:lnTo>
                    <a:pt x="1467438" y="579384"/>
                  </a:lnTo>
                  <a:lnTo>
                    <a:pt x="1472397" y="589548"/>
                  </a:lnTo>
                  <a:lnTo>
                    <a:pt x="1477325" y="599713"/>
                  </a:lnTo>
                  <a:lnTo>
                    <a:pt x="1482182" y="609877"/>
                  </a:lnTo>
                  <a:lnTo>
                    <a:pt x="1486962" y="620042"/>
                  </a:lnTo>
                  <a:lnTo>
                    <a:pt x="1491672" y="630207"/>
                  </a:lnTo>
                  <a:lnTo>
                    <a:pt x="1496278" y="640371"/>
                  </a:lnTo>
                  <a:lnTo>
                    <a:pt x="1500741" y="650536"/>
                  </a:lnTo>
                  <a:lnTo>
                    <a:pt x="1505094" y="660701"/>
                  </a:lnTo>
                  <a:lnTo>
                    <a:pt x="1509326" y="670865"/>
                  </a:lnTo>
                  <a:lnTo>
                    <a:pt x="1513333" y="681030"/>
                  </a:lnTo>
                  <a:lnTo>
                    <a:pt x="1517191" y="691195"/>
                  </a:lnTo>
                  <a:lnTo>
                    <a:pt x="1520898" y="701359"/>
                  </a:lnTo>
                  <a:lnTo>
                    <a:pt x="1524350" y="711524"/>
                  </a:lnTo>
                  <a:lnTo>
                    <a:pt x="1527587" y="721688"/>
                  </a:lnTo>
                  <a:lnTo>
                    <a:pt x="1530639" y="731853"/>
                  </a:lnTo>
                  <a:lnTo>
                    <a:pt x="1533439" y="742018"/>
                  </a:lnTo>
                  <a:lnTo>
                    <a:pt x="1535943" y="752182"/>
                  </a:lnTo>
                  <a:lnTo>
                    <a:pt x="1538235" y="762347"/>
                  </a:lnTo>
                  <a:lnTo>
                    <a:pt x="1540298" y="772512"/>
                  </a:lnTo>
                  <a:lnTo>
                    <a:pt x="1541981" y="782676"/>
                  </a:lnTo>
                  <a:lnTo>
                    <a:pt x="1543432" y="792841"/>
                  </a:lnTo>
                  <a:lnTo>
                    <a:pt x="1544649" y="803005"/>
                  </a:lnTo>
                  <a:lnTo>
                    <a:pt x="1545495" y="813170"/>
                  </a:lnTo>
                  <a:lnTo>
                    <a:pt x="1546054" y="823335"/>
                  </a:lnTo>
                  <a:lnTo>
                    <a:pt x="1546371" y="833499"/>
                  </a:lnTo>
                  <a:lnTo>
                    <a:pt x="1546367" y="843664"/>
                  </a:lnTo>
                  <a:lnTo>
                    <a:pt x="1546016" y="853829"/>
                  </a:lnTo>
                  <a:lnTo>
                    <a:pt x="1545425" y="863993"/>
                  </a:lnTo>
                  <a:lnTo>
                    <a:pt x="1544575" y="874158"/>
                  </a:lnTo>
                  <a:lnTo>
                    <a:pt x="1543330" y="884323"/>
                  </a:lnTo>
                  <a:lnTo>
                    <a:pt x="1541856" y="894487"/>
                  </a:lnTo>
                  <a:lnTo>
                    <a:pt x="1540154" y="904652"/>
                  </a:lnTo>
                  <a:lnTo>
                    <a:pt x="1538102" y="914816"/>
                  </a:lnTo>
                  <a:lnTo>
                    <a:pt x="1535804" y="924981"/>
                  </a:lnTo>
                  <a:lnTo>
                    <a:pt x="1533300" y="935146"/>
                  </a:lnTo>
                  <a:lnTo>
                    <a:pt x="1530530" y="945310"/>
                  </a:lnTo>
                  <a:lnTo>
                    <a:pt x="1527498" y="955475"/>
                  </a:lnTo>
                  <a:lnTo>
                    <a:pt x="1524290" y="965640"/>
                  </a:lnTo>
                  <a:lnTo>
                    <a:pt x="1520895" y="975804"/>
                  </a:lnTo>
                  <a:lnTo>
                    <a:pt x="1517244" y="985969"/>
                  </a:lnTo>
                  <a:lnTo>
                    <a:pt x="1513454" y="996134"/>
                  </a:lnTo>
                  <a:lnTo>
                    <a:pt x="1509530" y="1006298"/>
                  </a:lnTo>
                  <a:lnTo>
                    <a:pt x="1505413" y="1016463"/>
                  </a:lnTo>
                  <a:lnTo>
                    <a:pt x="1501181" y="1026627"/>
                  </a:lnTo>
                  <a:lnTo>
                    <a:pt x="1496857" y="1036792"/>
                  </a:lnTo>
                  <a:lnTo>
                    <a:pt x="1492421" y="1046957"/>
                  </a:lnTo>
                  <a:lnTo>
                    <a:pt x="1487899" y="1057121"/>
                  </a:lnTo>
                  <a:lnTo>
                    <a:pt x="1483329" y="1067286"/>
                  </a:lnTo>
                  <a:lnTo>
                    <a:pt x="1478711" y="1077451"/>
                  </a:lnTo>
                  <a:lnTo>
                    <a:pt x="1474058" y="1087615"/>
                  </a:lnTo>
                  <a:lnTo>
                    <a:pt x="1469399" y="1097780"/>
                  </a:lnTo>
                  <a:lnTo>
                    <a:pt x="1464741" y="1107944"/>
                  </a:lnTo>
                  <a:lnTo>
                    <a:pt x="1460110" y="1118109"/>
                  </a:lnTo>
                  <a:lnTo>
                    <a:pt x="1455520" y="1128274"/>
                  </a:lnTo>
                  <a:lnTo>
                    <a:pt x="1450973" y="1138438"/>
                  </a:lnTo>
                  <a:lnTo>
                    <a:pt x="1446501" y="1148603"/>
                  </a:lnTo>
                  <a:lnTo>
                    <a:pt x="1442128" y="1158768"/>
                  </a:lnTo>
                  <a:lnTo>
                    <a:pt x="1437837" y="1168932"/>
                  </a:lnTo>
                  <a:lnTo>
                    <a:pt x="1433648" y="1179097"/>
                  </a:lnTo>
                  <a:lnTo>
                    <a:pt x="1429629" y="1189262"/>
                  </a:lnTo>
                  <a:lnTo>
                    <a:pt x="1425729" y="1199426"/>
                  </a:lnTo>
                  <a:lnTo>
                    <a:pt x="1421952" y="1209591"/>
                  </a:lnTo>
                  <a:lnTo>
                    <a:pt x="1418396" y="1219755"/>
                  </a:lnTo>
                  <a:lnTo>
                    <a:pt x="1415006" y="1229920"/>
                  </a:lnTo>
                  <a:lnTo>
                    <a:pt x="1411769" y="1240085"/>
                  </a:lnTo>
                  <a:lnTo>
                    <a:pt x="1408757" y="1250249"/>
                  </a:lnTo>
                  <a:lnTo>
                    <a:pt x="1405980" y="1260414"/>
                  </a:lnTo>
                  <a:lnTo>
                    <a:pt x="1403383" y="1270579"/>
                  </a:lnTo>
                  <a:lnTo>
                    <a:pt x="1400997" y="1280743"/>
                  </a:lnTo>
                  <a:lnTo>
                    <a:pt x="1398921" y="1290908"/>
                  </a:lnTo>
                  <a:lnTo>
                    <a:pt x="1397046" y="1301072"/>
                  </a:lnTo>
                  <a:lnTo>
                    <a:pt x="1395374" y="1311237"/>
                  </a:lnTo>
                  <a:lnTo>
                    <a:pt x="1394051" y="1321402"/>
                  </a:lnTo>
                  <a:lnTo>
                    <a:pt x="1392965" y="1331566"/>
                  </a:lnTo>
                  <a:lnTo>
                    <a:pt x="1392099" y="1341731"/>
                  </a:lnTo>
                  <a:lnTo>
                    <a:pt x="1391548" y="1351896"/>
                  </a:lnTo>
                  <a:lnTo>
                    <a:pt x="1391304" y="1362060"/>
                  </a:lnTo>
                  <a:lnTo>
                    <a:pt x="1391291" y="1372225"/>
                  </a:lnTo>
                  <a:lnTo>
                    <a:pt x="1391550" y="1382390"/>
                  </a:lnTo>
                  <a:lnTo>
                    <a:pt x="1392185" y="1392554"/>
                  </a:lnTo>
                  <a:lnTo>
                    <a:pt x="1393058" y="1402719"/>
                  </a:lnTo>
                  <a:lnTo>
                    <a:pt x="1394171" y="1412883"/>
                  </a:lnTo>
                  <a:lnTo>
                    <a:pt x="1395689" y="1423048"/>
                  </a:lnTo>
                  <a:lnTo>
                    <a:pt x="1397467" y="1433213"/>
                  </a:lnTo>
                  <a:lnTo>
                    <a:pt x="1399488" y="1443377"/>
                  </a:lnTo>
                  <a:lnTo>
                    <a:pt x="1401856" y="1453542"/>
                  </a:lnTo>
                  <a:lnTo>
                    <a:pt x="1404544" y="1463707"/>
                  </a:lnTo>
                  <a:lnTo>
                    <a:pt x="1407473" y="1473871"/>
                  </a:lnTo>
                  <a:lnTo>
                    <a:pt x="1410686" y="1484036"/>
                  </a:lnTo>
                  <a:lnTo>
                    <a:pt x="1414272" y="1494201"/>
                  </a:lnTo>
                  <a:lnTo>
                    <a:pt x="1418093" y="1504365"/>
                  </a:lnTo>
                  <a:lnTo>
                    <a:pt x="1422147" y="1514530"/>
                  </a:lnTo>
                  <a:lnTo>
                    <a:pt x="1426589" y="1524694"/>
                  </a:lnTo>
                  <a:lnTo>
                    <a:pt x="1431269" y="1534859"/>
                  </a:lnTo>
                  <a:lnTo>
                    <a:pt x="1436169" y="1545024"/>
                  </a:lnTo>
                  <a:lnTo>
                    <a:pt x="1441383" y="1555188"/>
                  </a:lnTo>
                  <a:lnTo>
                    <a:pt x="1446870" y="1565353"/>
                  </a:lnTo>
                  <a:lnTo>
                    <a:pt x="1452560" y="1575518"/>
                  </a:lnTo>
                  <a:lnTo>
                    <a:pt x="1458489" y="1585682"/>
                  </a:lnTo>
                  <a:lnTo>
                    <a:pt x="1464712" y="1595847"/>
                  </a:lnTo>
                  <a:lnTo>
                    <a:pt x="1471114" y="1606011"/>
                  </a:lnTo>
                  <a:lnTo>
                    <a:pt x="1477693" y="1616176"/>
                  </a:lnTo>
                  <a:lnTo>
                    <a:pt x="1484552" y="1626341"/>
                  </a:lnTo>
                  <a:lnTo>
                    <a:pt x="1491568" y="1636505"/>
                  </a:lnTo>
                  <a:lnTo>
                    <a:pt x="1498730" y="1646670"/>
                  </a:lnTo>
                  <a:lnTo>
                    <a:pt x="1506089" y="1656835"/>
                  </a:lnTo>
                  <a:lnTo>
                    <a:pt x="1513599" y="1666999"/>
                  </a:lnTo>
                  <a:lnTo>
                    <a:pt x="1521219" y="1677164"/>
                  </a:lnTo>
                  <a:lnTo>
                    <a:pt x="1528960" y="1687329"/>
                  </a:lnTo>
                  <a:lnTo>
                    <a:pt x="1536826" y="1697493"/>
                  </a:lnTo>
                  <a:lnTo>
                    <a:pt x="1544757" y="1707658"/>
                  </a:lnTo>
                  <a:lnTo>
                    <a:pt x="1552749" y="1717822"/>
                  </a:lnTo>
                  <a:lnTo>
                    <a:pt x="1560811" y="1727987"/>
                  </a:lnTo>
                  <a:lnTo>
                    <a:pt x="1568893" y="1738152"/>
                  </a:lnTo>
                  <a:lnTo>
                    <a:pt x="1576986" y="1748316"/>
                  </a:lnTo>
                  <a:lnTo>
                    <a:pt x="1585075" y="1758481"/>
                  </a:lnTo>
                  <a:lnTo>
                    <a:pt x="1593129" y="1768646"/>
                  </a:lnTo>
                  <a:lnTo>
                    <a:pt x="1601144" y="1778810"/>
                  </a:lnTo>
                  <a:lnTo>
                    <a:pt x="1609097" y="1788975"/>
                  </a:lnTo>
                  <a:lnTo>
                    <a:pt x="1616938" y="1799139"/>
                  </a:lnTo>
                  <a:lnTo>
                    <a:pt x="1624687" y="1809304"/>
                  </a:lnTo>
                  <a:lnTo>
                    <a:pt x="1632337" y="1819469"/>
                  </a:lnTo>
                  <a:lnTo>
                    <a:pt x="1639775" y="1829633"/>
                  </a:lnTo>
                  <a:lnTo>
                    <a:pt x="1647067" y="1839798"/>
                  </a:lnTo>
                  <a:lnTo>
                    <a:pt x="1654207" y="1849963"/>
                  </a:lnTo>
                  <a:lnTo>
                    <a:pt x="1661094" y="1860127"/>
                  </a:lnTo>
                  <a:lnTo>
                    <a:pt x="1667742" y="1870292"/>
                  </a:lnTo>
                  <a:lnTo>
                    <a:pt x="1674188" y="1880457"/>
                  </a:lnTo>
                  <a:lnTo>
                    <a:pt x="1680367" y="1890621"/>
                  </a:lnTo>
                  <a:lnTo>
                    <a:pt x="1686196" y="1900786"/>
                  </a:lnTo>
                  <a:lnTo>
                    <a:pt x="1691776" y="1910950"/>
                  </a:lnTo>
                  <a:lnTo>
                    <a:pt x="1697101" y="1921115"/>
                  </a:lnTo>
                  <a:lnTo>
                    <a:pt x="1701951" y="1931280"/>
                  </a:lnTo>
                  <a:lnTo>
                    <a:pt x="1706514" y="1941444"/>
                  </a:lnTo>
                  <a:lnTo>
                    <a:pt x="1710784" y="1951609"/>
                  </a:lnTo>
                  <a:lnTo>
                    <a:pt x="1714594" y="1961774"/>
                  </a:lnTo>
                  <a:lnTo>
                    <a:pt x="1718011" y="1971938"/>
                  </a:lnTo>
                  <a:lnTo>
                    <a:pt x="1721107" y="1982103"/>
                  </a:lnTo>
                  <a:lnTo>
                    <a:pt x="1723784" y="1992268"/>
                  </a:lnTo>
                  <a:lnTo>
                    <a:pt x="1725961" y="2002432"/>
                  </a:lnTo>
                  <a:lnTo>
                    <a:pt x="1727794" y="2012597"/>
                  </a:lnTo>
                  <a:lnTo>
                    <a:pt x="1729273" y="2022761"/>
                  </a:lnTo>
                  <a:lnTo>
                    <a:pt x="1730146" y="2032926"/>
                  </a:lnTo>
                  <a:lnTo>
                    <a:pt x="1730666" y="2043091"/>
                  </a:lnTo>
                  <a:lnTo>
                    <a:pt x="1730832" y="2053255"/>
                  </a:lnTo>
                  <a:lnTo>
                    <a:pt x="1730455" y="2063420"/>
                  </a:lnTo>
                  <a:lnTo>
                    <a:pt x="1729649" y="2073585"/>
                  </a:lnTo>
                  <a:lnTo>
                    <a:pt x="1728491" y="2083749"/>
                  </a:lnTo>
                  <a:lnTo>
                    <a:pt x="1726884" y="2093914"/>
                  </a:lnTo>
                  <a:lnTo>
                    <a:pt x="1724776" y="2104078"/>
                  </a:lnTo>
                  <a:lnTo>
                    <a:pt x="1722331" y="2114243"/>
                  </a:lnTo>
                  <a:lnTo>
                    <a:pt x="1719537" y="2124408"/>
                  </a:lnTo>
                  <a:lnTo>
                    <a:pt x="1716190" y="2134572"/>
                  </a:lnTo>
                  <a:lnTo>
                    <a:pt x="1712531" y="2144737"/>
                  </a:lnTo>
                  <a:lnTo>
                    <a:pt x="1708563" y="2154902"/>
                  </a:lnTo>
                  <a:lnTo>
                    <a:pt x="1704136" y="2165066"/>
                  </a:lnTo>
                  <a:lnTo>
                    <a:pt x="1699371" y="2175231"/>
                  </a:lnTo>
                  <a:lnTo>
                    <a:pt x="1694334" y="2185396"/>
                  </a:lnTo>
                  <a:lnTo>
                    <a:pt x="1688955" y="2195560"/>
                  </a:lnTo>
                  <a:lnTo>
                    <a:pt x="1683224" y="2205725"/>
                  </a:lnTo>
                  <a:lnTo>
                    <a:pt x="1677266" y="2215889"/>
                  </a:lnTo>
                  <a:lnTo>
                    <a:pt x="1671072" y="2226054"/>
                  </a:lnTo>
                  <a:lnTo>
                    <a:pt x="1664541" y="2236219"/>
                  </a:lnTo>
                  <a:lnTo>
                    <a:pt x="1657832" y="2246383"/>
                  </a:lnTo>
                  <a:lnTo>
                    <a:pt x="1650953" y="2256548"/>
                  </a:lnTo>
                  <a:lnTo>
                    <a:pt x="1643836" y="2266713"/>
                  </a:lnTo>
                  <a:lnTo>
                    <a:pt x="1636569" y="2276877"/>
                  </a:lnTo>
                  <a:lnTo>
                    <a:pt x="1629188" y="2287042"/>
                  </a:lnTo>
                  <a:lnTo>
                    <a:pt x="1621673" y="2297206"/>
                  </a:lnTo>
                  <a:lnTo>
                    <a:pt x="1614054" y="2307371"/>
                  </a:lnTo>
                  <a:lnTo>
                    <a:pt x="1606378" y="2317536"/>
                  </a:lnTo>
                  <a:lnTo>
                    <a:pt x="1598651" y="2327700"/>
                  </a:lnTo>
                  <a:lnTo>
                    <a:pt x="1590891" y="2337865"/>
                  </a:lnTo>
                  <a:lnTo>
                    <a:pt x="1583135" y="2348030"/>
                  </a:lnTo>
                  <a:lnTo>
                    <a:pt x="1575390" y="2358194"/>
                  </a:lnTo>
                  <a:lnTo>
                    <a:pt x="1567699" y="2368359"/>
                  </a:lnTo>
                  <a:lnTo>
                    <a:pt x="1560078" y="2378524"/>
                  </a:lnTo>
                  <a:lnTo>
                    <a:pt x="1552529" y="2388688"/>
                  </a:lnTo>
                  <a:lnTo>
                    <a:pt x="1545096" y="2398853"/>
                  </a:lnTo>
                  <a:lnTo>
                    <a:pt x="1537823" y="2409017"/>
                  </a:lnTo>
                  <a:lnTo>
                    <a:pt x="1530680" y="2419182"/>
                  </a:lnTo>
                  <a:lnTo>
                    <a:pt x="1523689" y="2429347"/>
                  </a:lnTo>
                  <a:lnTo>
                    <a:pt x="1516971" y="2439511"/>
                  </a:lnTo>
                  <a:lnTo>
                    <a:pt x="1510440" y="2449676"/>
                  </a:lnTo>
                  <a:lnTo>
                    <a:pt x="1504101" y="2459841"/>
                  </a:lnTo>
                  <a:lnTo>
                    <a:pt x="1498105" y="2470005"/>
                  </a:lnTo>
                  <a:lnTo>
                    <a:pt x="1492382" y="2480170"/>
                  </a:lnTo>
                  <a:lnTo>
                    <a:pt x="1486905" y="2490335"/>
                  </a:lnTo>
                  <a:lnTo>
                    <a:pt x="1481782" y="2500499"/>
                  </a:lnTo>
                  <a:lnTo>
                    <a:pt x="1477055" y="2510664"/>
                  </a:lnTo>
                  <a:lnTo>
                    <a:pt x="1472625" y="2520828"/>
                  </a:lnTo>
                  <a:lnTo>
                    <a:pt x="1468536" y="2530993"/>
                  </a:lnTo>
                  <a:lnTo>
                    <a:pt x="1464983" y="2541158"/>
                  </a:lnTo>
                  <a:lnTo>
                    <a:pt x="1461777" y="2551322"/>
                  </a:lnTo>
                  <a:lnTo>
                    <a:pt x="1458921" y="2561487"/>
                  </a:lnTo>
                  <a:lnTo>
                    <a:pt x="1456664" y="2571652"/>
                  </a:lnTo>
                  <a:lnTo>
                    <a:pt x="1454848" y="2581816"/>
                  </a:lnTo>
                  <a:lnTo>
                    <a:pt x="1453428" y="2591981"/>
                  </a:lnTo>
                  <a:lnTo>
                    <a:pt x="1452571" y="2602145"/>
                  </a:lnTo>
                  <a:lnTo>
                    <a:pt x="1452304" y="2612310"/>
                  </a:lnTo>
                  <a:lnTo>
                    <a:pt x="1452475" y="2622475"/>
                  </a:lnTo>
                  <a:lnTo>
                    <a:pt x="1453151" y="2632639"/>
                  </a:lnTo>
                  <a:lnTo>
                    <a:pt x="1454581" y="2642804"/>
                  </a:lnTo>
                  <a:lnTo>
                    <a:pt x="1456489" y="2652969"/>
                  </a:lnTo>
                  <a:lnTo>
                    <a:pt x="1458880" y="2663133"/>
                  </a:lnTo>
                  <a:lnTo>
                    <a:pt x="1462088" y="2673298"/>
                  </a:lnTo>
                  <a:lnTo>
                    <a:pt x="1465866" y="2683463"/>
                  </a:lnTo>
                  <a:lnTo>
                    <a:pt x="1470163" y="2693627"/>
                  </a:lnTo>
                  <a:lnTo>
                    <a:pt x="1475195" y="2703792"/>
                  </a:lnTo>
                  <a:lnTo>
                    <a:pt x="1480963" y="2713956"/>
                  </a:lnTo>
                  <a:lnTo>
                    <a:pt x="1487278" y="2724121"/>
                  </a:lnTo>
                  <a:lnTo>
                    <a:pt x="1494227" y="2734286"/>
                  </a:lnTo>
                  <a:lnTo>
                    <a:pt x="1502081" y="2744450"/>
                  </a:lnTo>
                  <a:lnTo>
                    <a:pt x="1510504" y="2754615"/>
                  </a:lnTo>
                  <a:lnTo>
                    <a:pt x="1519500" y="2764780"/>
                  </a:lnTo>
                  <a:lnTo>
                    <a:pt x="1529454" y="2774944"/>
                  </a:lnTo>
                  <a:lnTo>
                    <a:pt x="1540048" y="2785109"/>
                  </a:lnTo>
                  <a:lnTo>
                    <a:pt x="1551226" y="2795273"/>
                  </a:lnTo>
                  <a:lnTo>
                    <a:pt x="1563230" y="2805438"/>
                  </a:lnTo>
                  <a:lnTo>
                    <a:pt x="1576019" y="2815603"/>
                  </a:lnTo>
                  <a:lnTo>
                    <a:pt x="1589391" y="2825767"/>
                  </a:lnTo>
                  <a:lnTo>
                    <a:pt x="1603443" y="2835932"/>
                  </a:lnTo>
                  <a:lnTo>
                    <a:pt x="1618408" y="2846097"/>
                  </a:lnTo>
                  <a:lnTo>
                    <a:pt x="1633941" y="2856261"/>
                  </a:lnTo>
                  <a:lnTo>
                    <a:pt x="1650040" y="2866426"/>
                  </a:lnTo>
                  <a:lnTo>
                    <a:pt x="1667066" y="2876591"/>
                  </a:lnTo>
                  <a:lnTo>
                    <a:pt x="1684672" y="2886755"/>
                  </a:lnTo>
                  <a:lnTo>
                    <a:pt x="1702809" y="2896920"/>
                  </a:lnTo>
                  <a:lnTo>
                    <a:pt x="1721687" y="2907084"/>
                  </a:lnTo>
                  <a:lnTo>
                    <a:pt x="1741217" y="2917249"/>
                  </a:lnTo>
                  <a:lnTo>
                    <a:pt x="1761226" y="2927414"/>
                  </a:lnTo>
                  <a:lnTo>
                    <a:pt x="1781788" y="2937578"/>
                  </a:lnTo>
                  <a:lnTo>
                    <a:pt x="1803031" y="2947743"/>
                  </a:lnTo>
                  <a:lnTo>
                    <a:pt x="1824681" y="2957908"/>
                  </a:lnTo>
                  <a:lnTo>
                    <a:pt x="1846728" y="2968072"/>
                  </a:lnTo>
                  <a:lnTo>
                    <a:pt x="1869387" y="2978237"/>
                  </a:lnTo>
                  <a:lnTo>
                    <a:pt x="1892383" y="2988402"/>
                  </a:lnTo>
                  <a:lnTo>
                    <a:pt x="1915683" y="2998566"/>
                  </a:lnTo>
                  <a:lnTo>
                    <a:pt x="1939378" y="3008731"/>
                  </a:lnTo>
                  <a:lnTo>
                    <a:pt x="1963366" y="3018895"/>
                  </a:lnTo>
                  <a:lnTo>
                    <a:pt x="1987549" y="3029060"/>
                  </a:lnTo>
                  <a:lnTo>
                    <a:pt x="2011938" y="3039225"/>
                  </a:lnTo>
                  <a:lnTo>
                    <a:pt x="2036511" y="3049389"/>
                  </a:lnTo>
                  <a:lnTo>
                    <a:pt x="2061156" y="3059554"/>
                  </a:lnTo>
                  <a:lnTo>
                    <a:pt x="2085861" y="3069719"/>
                  </a:lnTo>
                  <a:lnTo>
                    <a:pt x="2110571" y="3079883"/>
                  </a:lnTo>
                  <a:lnTo>
                    <a:pt x="2135224" y="3090048"/>
                  </a:lnTo>
                  <a:lnTo>
                    <a:pt x="2159803" y="3100212"/>
                  </a:lnTo>
                  <a:lnTo>
                    <a:pt x="2184214" y="3110377"/>
                  </a:lnTo>
                  <a:lnTo>
                    <a:pt x="2208398" y="3120542"/>
                  </a:lnTo>
                  <a:lnTo>
                    <a:pt x="2232374" y="3130706"/>
                  </a:lnTo>
                  <a:lnTo>
                    <a:pt x="2256063" y="3140871"/>
                  </a:lnTo>
                  <a:lnTo>
                    <a:pt x="2279300" y="3151036"/>
                  </a:lnTo>
                  <a:lnTo>
                    <a:pt x="2302198" y="3161200"/>
                  </a:lnTo>
                  <a:lnTo>
                    <a:pt x="2324743" y="3171365"/>
                  </a:lnTo>
                  <a:lnTo>
                    <a:pt x="2346583" y="3181530"/>
                  </a:lnTo>
                  <a:lnTo>
                    <a:pt x="2367950" y="3191694"/>
                  </a:lnTo>
                  <a:lnTo>
                    <a:pt x="2388843" y="3201859"/>
                  </a:lnTo>
                  <a:lnTo>
                    <a:pt x="2408977" y="3212023"/>
                  </a:lnTo>
                  <a:lnTo>
                    <a:pt x="2428402" y="3222188"/>
                  </a:lnTo>
                  <a:lnTo>
                    <a:pt x="2447245" y="3232353"/>
                  </a:lnTo>
                  <a:lnTo>
                    <a:pt x="2465345" y="3242517"/>
                  </a:lnTo>
                  <a:lnTo>
                    <a:pt x="2482472" y="3252682"/>
                  </a:lnTo>
                  <a:lnTo>
                    <a:pt x="2498932" y="3262847"/>
                  </a:lnTo>
                  <a:lnTo>
                    <a:pt x="2514715" y="3273011"/>
                  </a:lnTo>
                  <a:lnTo>
                    <a:pt x="2529266" y="3283176"/>
                  </a:lnTo>
                  <a:lnTo>
                    <a:pt x="2543080" y="3293340"/>
                  </a:lnTo>
                  <a:lnTo>
                    <a:pt x="2556157" y="3303505"/>
                  </a:lnTo>
                  <a:lnTo>
                    <a:pt x="2568106" y="3313670"/>
                  </a:lnTo>
                  <a:lnTo>
                    <a:pt x="2579094" y="3323834"/>
                  </a:lnTo>
                  <a:lnTo>
                    <a:pt x="2589309" y="3333999"/>
                  </a:lnTo>
                  <a:lnTo>
                    <a:pt x="2598548" y="3344164"/>
                  </a:lnTo>
                  <a:lnTo>
                    <a:pt x="2606613" y="3354328"/>
                  </a:lnTo>
                  <a:lnTo>
                    <a:pt x="2613895" y="3364493"/>
                  </a:lnTo>
                  <a:lnTo>
                    <a:pt x="2620386" y="3374658"/>
                  </a:lnTo>
                  <a:lnTo>
                    <a:pt x="2625516" y="3384822"/>
                  </a:lnTo>
                  <a:lnTo>
                    <a:pt x="2629876" y="3394987"/>
                  </a:lnTo>
                  <a:lnTo>
                    <a:pt x="2633467" y="3405151"/>
                  </a:lnTo>
                  <a:lnTo>
                    <a:pt x="2635908" y="3415316"/>
                  </a:lnTo>
                  <a:lnTo>
                    <a:pt x="2637431" y="3425481"/>
                  </a:lnTo>
                  <a:lnTo>
                    <a:pt x="2638221" y="3435645"/>
                  </a:lnTo>
                  <a:lnTo>
                    <a:pt x="2638094" y="3445810"/>
                  </a:lnTo>
                  <a:lnTo>
                    <a:pt x="2636931" y="3455975"/>
                  </a:lnTo>
                  <a:lnTo>
                    <a:pt x="2635088" y="3466139"/>
                  </a:lnTo>
                  <a:lnTo>
                    <a:pt x="2632554" y="3476304"/>
                  </a:lnTo>
                  <a:lnTo>
                    <a:pt x="2628908" y="3486469"/>
                  </a:lnTo>
                  <a:lnTo>
                    <a:pt x="2624646" y="3496633"/>
                  </a:lnTo>
                  <a:lnTo>
                    <a:pt x="2619777" y="3506798"/>
                  </a:lnTo>
                  <a:lnTo>
                    <a:pt x="2614014" y="3516962"/>
                  </a:lnTo>
                  <a:lnTo>
                    <a:pt x="2607581" y="3527127"/>
                  </a:lnTo>
                  <a:lnTo>
                    <a:pt x="2600614" y="3537292"/>
                  </a:lnTo>
                  <a:lnTo>
                    <a:pt x="2592983" y="3547456"/>
                  </a:lnTo>
                  <a:lnTo>
                    <a:pt x="2584647" y="3557621"/>
                  </a:lnTo>
                  <a:lnTo>
                    <a:pt x="2575853" y="3567786"/>
                  </a:lnTo>
                  <a:lnTo>
                    <a:pt x="2566593" y="3577950"/>
                  </a:lnTo>
                  <a:lnTo>
                    <a:pt x="2556628" y="3588115"/>
                  </a:lnTo>
                  <a:lnTo>
                    <a:pt x="2546281" y="3598279"/>
                  </a:lnTo>
                  <a:lnTo>
                    <a:pt x="2535563" y="3608444"/>
                  </a:lnTo>
                  <a:lnTo>
                    <a:pt x="2524307" y="3618609"/>
                  </a:lnTo>
                  <a:lnTo>
                    <a:pt x="2512674" y="3628773"/>
                  </a:lnTo>
                  <a:lnTo>
                    <a:pt x="2500742" y="3638938"/>
                  </a:lnTo>
                  <a:lnTo>
                    <a:pt x="2488440" y="3649103"/>
                  </a:lnTo>
                  <a:lnTo>
                    <a:pt x="2475773" y="3659267"/>
                  </a:lnTo>
                  <a:lnTo>
                    <a:pt x="2462874" y="3669432"/>
                  </a:lnTo>
                  <a:lnTo>
                    <a:pt x="2449737" y="3679597"/>
                  </a:lnTo>
                  <a:lnTo>
                    <a:pt x="2436268" y="3689761"/>
                  </a:lnTo>
                  <a:lnTo>
                    <a:pt x="2422627" y="3699926"/>
                  </a:lnTo>
                  <a:lnTo>
                    <a:pt x="2408821" y="3710090"/>
                  </a:lnTo>
                  <a:lnTo>
                    <a:pt x="2394788" y="3720255"/>
                  </a:lnTo>
                  <a:lnTo>
                    <a:pt x="2380610" y="3730420"/>
                  </a:lnTo>
                  <a:lnTo>
                    <a:pt x="2366321" y="3740584"/>
                  </a:lnTo>
                  <a:lnTo>
                    <a:pt x="2351901" y="3750749"/>
                  </a:lnTo>
                  <a:lnTo>
                    <a:pt x="2337369" y="3760914"/>
                  </a:lnTo>
                  <a:lnTo>
                    <a:pt x="2322773" y="3771078"/>
                  </a:lnTo>
                  <a:lnTo>
                    <a:pt x="2308115" y="3781243"/>
                  </a:lnTo>
                  <a:lnTo>
                    <a:pt x="2293391" y="3791407"/>
                  </a:lnTo>
                  <a:lnTo>
                    <a:pt x="2278645" y="3801572"/>
                  </a:lnTo>
                  <a:lnTo>
                    <a:pt x="2263881" y="3811737"/>
                  </a:lnTo>
                  <a:lnTo>
                    <a:pt x="2249111" y="3821901"/>
                  </a:lnTo>
                  <a:lnTo>
                    <a:pt x="2234356" y="3832066"/>
                  </a:lnTo>
                  <a:lnTo>
                    <a:pt x="2219619" y="3842231"/>
                  </a:lnTo>
                  <a:lnTo>
                    <a:pt x="2204920" y="3852395"/>
                  </a:lnTo>
                  <a:lnTo>
                    <a:pt x="2190281" y="3862560"/>
                  </a:lnTo>
                  <a:lnTo>
                    <a:pt x="2175694" y="3872725"/>
                  </a:lnTo>
                  <a:lnTo>
                    <a:pt x="2161169" y="3882889"/>
                  </a:lnTo>
                  <a:lnTo>
                    <a:pt x="2146760" y="3893054"/>
                  </a:lnTo>
                  <a:lnTo>
                    <a:pt x="2132433" y="3903218"/>
                  </a:lnTo>
                  <a:lnTo>
                    <a:pt x="2118191" y="3913383"/>
                  </a:lnTo>
                  <a:lnTo>
                    <a:pt x="2104101" y="3923548"/>
                  </a:lnTo>
                  <a:lnTo>
                    <a:pt x="2090133" y="3933712"/>
                  </a:lnTo>
                  <a:lnTo>
                    <a:pt x="2076275" y="3943877"/>
                  </a:lnTo>
                  <a:lnTo>
                    <a:pt x="2062577" y="3954042"/>
                  </a:lnTo>
                  <a:lnTo>
                    <a:pt x="2049055" y="3964206"/>
                  </a:lnTo>
                  <a:lnTo>
                    <a:pt x="2035666" y="3974371"/>
                  </a:lnTo>
                  <a:lnTo>
                    <a:pt x="2022429" y="3984536"/>
                  </a:lnTo>
                  <a:lnTo>
                    <a:pt x="2009427" y="3994700"/>
                  </a:lnTo>
                  <a:lnTo>
                    <a:pt x="1996576" y="4004865"/>
                  </a:lnTo>
                  <a:lnTo>
                    <a:pt x="1983878" y="4015029"/>
                  </a:lnTo>
                  <a:lnTo>
                    <a:pt x="1971434" y="4025194"/>
                  </a:lnTo>
                  <a:lnTo>
                    <a:pt x="1959175" y="4035359"/>
                  </a:lnTo>
                  <a:lnTo>
                    <a:pt x="1947079" y="4045523"/>
                  </a:lnTo>
                  <a:lnTo>
                    <a:pt x="1935213" y="4055688"/>
                  </a:lnTo>
                  <a:lnTo>
                    <a:pt x="1923580" y="4065853"/>
                  </a:lnTo>
                  <a:lnTo>
                    <a:pt x="1912117" y="4076017"/>
                  </a:lnTo>
                  <a:lnTo>
                    <a:pt x="1900847" y="4086182"/>
                  </a:lnTo>
                  <a:lnTo>
                    <a:pt x="1889854" y="4096346"/>
                  </a:lnTo>
                  <a:lnTo>
                    <a:pt x="1879032" y="4106511"/>
                  </a:lnTo>
                  <a:lnTo>
                    <a:pt x="1868379" y="4116676"/>
                  </a:lnTo>
                  <a:lnTo>
                    <a:pt x="1858001" y="4126840"/>
                  </a:lnTo>
                  <a:lnTo>
                    <a:pt x="1847806" y="4137005"/>
                  </a:lnTo>
                  <a:lnTo>
                    <a:pt x="1837773" y="4147170"/>
                  </a:lnTo>
                  <a:lnTo>
                    <a:pt x="1827963" y="4157334"/>
                  </a:lnTo>
                  <a:lnTo>
                    <a:pt x="1818361" y="4167499"/>
                  </a:lnTo>
                  <a:lnTo>
                    <a:pt x="1808909" y="4177664"/>
                  </a:lnTo>
                  <a:lnTo>
                    <a:pt x="1799625" y="4187828"/>
                  </a:lnTo>
                  <a:lnTo>
                    <a:pt x="1790564" y="4197993"/>
                  </a:lnTo>
                  <a:lnTo>
                    <a:pt x="1781634" y="4208157"/>
                  </a:lnTo>
                  <a:lnTo>
                    <a:pt x="1772834" y="4218322"/>
                  </a:lnTo>
                  <a:lnTo>
                    <a:pt x="1764235" y="4228487"/>
                  </a:lnTo>
                  <a:lnTo>
                    <a:pt x="1755757" y="4238651"/>
                  </a:lnTo>
                  <a:lnTo>
                    <a:pt x="1747387" y="4248816"/>
                  </a:lnTo>
                  <a:lnTo>
                    <a:pt x="1739160" y="4258981"/>
                  </a:lnTo>
                  <a:lnTo>
                    <a:pt x="1731056" y="4269145"/>
                  </a:lnTo>
                  <a:lnTo>
                    <a:pt x="1723036" y="4279310"/>
                  </a:lnTo>
                  <a:lnTo>
                    <a:pt x="1715110" y="4289474"/>
                  </a:lnTo>
                  <a:lnTo>
                    <a:pt x="1707297" y="4299639"/>
                  </a:lnTo>
                  <a:lnTo>
                    <a:pt x="1699547" y="4309804"/>
                  </a:lnTo>
                  <a:lnTo>
                    <a:pt x="1691856" y="4319968"/>
                  </a:lnTo>
                  <a:lnTo>
                    <a:pt x="1684253" y="4330133"/>
                  </a:lnTo>
                  <a:lnTo>
                    <a:pt x="1676697" y="4340298"/>
                  </a:lnTo>
                  <a:lnTo>
                    <a:pt x="1669182" y="4350462"/>
                  </a:lnTo>
                  <a:lnTo>
                    <a:pt x="1661719" y="4360627"/>
                  </a:lnTo>
                  <a:lnTo>
                    <a:pt x="1654294" y="4370792"/>
                  </a:lnTo>
                  <a:lnTo>
                    <a:pt x="1646894" y="4380956"/>
                  </a:lnTo>
                  <a:lnTo>
                    <a:pt x="1639523" y="4391121"/>
                  </a:lnTo>
                  <a:lnTo>
                    <a:pt x="1632182" y="4401285"/>
                  </a:lnTo>
                  <a:lnTo>
                    <a:pt x="1624856" y="4411450"/>
                  </a:lnTo>
                  <a:lnTo>
                    <a:pt x="1617547" y="4421615"/>
                  </a:lnTo>
                  <a:lnTo>
                    <a:pt x="1610259" y="4431779"/>
                  </a:lnTo>
                  <a:lnTo>
                    <a:pt x="1602986" y="4441944"/>
                  </a:lnTo>
                  <a:lnTo>
                    <a:pt x="1595724" y="4452109"/>
                  </a:lnTo>
                  <a:lnTo>
                    <a:pt x="1588482" y="4462273"/>
                  </a:lnTo>
                  <a:lnTo>
                    <a:pt x="1581258" y="4472438"/>
                  </a:lnTo>
                  <a:lnTo>
                    <a:pt x="1574049" y="4482603"/>
                  </a:lnTo>
                  <a:lnTo>
                    <a:pt x="1566861" y="4492767"/>
                  </a:lnTo>
                  <a:lnTo>
                    <a:pt x="1559704" y="4502932"/>
                  </a:lnTo>
                  <a:lnTo>
                    <a:pt x="1552571" y="4513096"/>
                  </a:lnTo>
                  <a:lnTo>
                    <a:pt x="1545464" y="4523261"/>
                  </a:lnTo>
                  <a:lnTo>
                    <a:pt x="1538409" y="4533426"/>
                  </a:lnTo>
                  <a:lnTo>
                    <a:pt x="1531391" y="4543590"/>
                  </a:lnTo>
                  <a:lnTo>
                    <a:pt x="1524412" y="4553755"/>
                  </a:lnTo>
                  <a:lnTo>
                    <a:pt x="1517497" y="4563920"/>
                  </a:lnTo>
                  <a:lnTo>
                    <a:pt x="1510646" y="4574084"/>
                  </a:lnTo>
                  <a:lnTo>
                    <a:pt x="1503849" y="4584249"/>
                  </a:lnTo>
                  <a:lnTo>
                    <a:pt x="1497124" y="4594413"/>
                  </a:lnTo>
                  <a:lnTo>
                    <a:pt x="1490498" y="4604578"/>
                  </a:lnTo>
                  <a:lnTo>
                    <a:pt x="1483944" y="4614743"/>
                  </a:lnTo>
                  <a:lnTo>
                    <a:pt x="1477464" y="4624907"/>
                  </a:lnTo>
                  <a:lnTo>
                    <a:pt x="1471123" y="4635072"/>
                  </a:lnTo>
                  <a:lnTo>
                    <a:pt x="1464872" y="4645237"/>
                  </a:lnTo>
                  <a:lnTo>
                    <a:pt x="1458711" y="4655401"/>
                  </a:lnTo>
                  <a:lnTo>
                    <a:pt x="1452692" y="4665566"/>
                  </a:lnTo>
                  <a:lnTo>
                    <a:pt x="1446802" y="4675731"/>
                  </a:lnTo>
                  <a:lnTo>
                    <a:pt x="1441016" y="4685895"/>
                  </a:lnTo>
                  <a:lnTo>
                    <a:pt x="1435364" y="4696060"/>
                  </a:lnTo>
                  <a:lnTo>
                    <a:pt x="1429883" y="4706224"/>
                  </a:lnTo>
                  <a:lnTo>
                    <a:pt x="1424519" y="4716389"/>
                  </a:lnTo>
                  <a:lnTo>
                    <a:pt x="1419273" y="4726554"/>
                  </a:lnTo>
                  <a:lnTo>
                    <a:pt x="1414239" y="4736718"/>
                  </a:lnTo>
                  <a:lnTo>
                    <a:pt x="1409332" y="4746883"/>
                  </a:lnTo>
                  <a:lnTo>
                    <a:pt x="1404550" y="4757048"/>
                  </a:lnTo>
                  <a:lnTo>
                    <a:pt x="1399959" y="4767212"/>
                  </a:lnTo>
                  <a:lnTo>
                    <a:pt x="1395529" y="4777377"/>
                  </a:lnTo>
                  <a:lnTo>
                    <a:pt x="1391229" y="4787541"/>
                  </a:lnTo>
                  <a:lnTo>
                    <a:pt x="1387092" y="4797706"/>
                  </a:lnTo>
                  <a:lnTo>
                    <a:pt x="1383150" y="4807871"/>
                  </a:lnTo>
                  <a:lnTo>
                    <a:pt x="1379336" y="4818035"/>
                  </a:lnTo>
                  <a:lnTo>
                    <a:pt x="1375653" y="4828200"/>
                  </a:lnTo>
                  <a:lnTo>
                    <a:pt x="1372193" y="4838365"/>
                  </a:lnTo>
                  <a:lnTo>
                    <a:pt x="1368858" y="4848529"/>
                  </a:lnTo>
                  <a:lnTo>
                    <a:pt x="1365648" y="4858694"/>
                  </a:lnTo>
                  <a:lnTo>
                    <a:pt x="1362625" y="4868859"/>
                  </a:lnTo>
                  <a:lnTo>
                    <a:pt x="1359750" y="4879023"/>
                  </a:lnTo>
                  <a:lnTo>
                    <a:pt x="1356992" y="4889188"/>
                  </a:lnTo>
                  <a:lnTo>
                    <a:pt x="1354382" y="4899352"/>
                  </a:lnTo>
                  <a:lnTo>
                    <a:pt x="1351937" y="4909517"/>
                  </a:lnTo>
                  <a:lnTo>
                    <a:pt x="1349601" y="4919682"/>
                  </a:lnTo>
                  <a:lnTo>
                    <a:pt x="1347375" y="4929846"/>
                  </a:lnTo>
                  <a:lnTo>
                    <a:pt x="1345326" y="4940011"/>
                  </a:lnTo>
                  <a:lnTo>
                    <a:pt x="1343375" y="4950176"/>
                  </a:lnTo>
                  <a:lnTo>
                    <a:pt x="1341520" y="4960340"/>
                  </a:lnTo>
                  <a:lnTo>
                    <a:pt x="1339806" y="4970505"/>
                  </a:lnTo>
                  <a:lnTo>
                    <a:pt x="1338199" y="4980670"/>
                  </a:lnTo>
                  <a:lnTo>
                    <a:pt x="1336677" y="4990834"/>
                  </a:lnTo>
                  <a:lnTo>
                    <a:pt x="1335260" y="5000999"/>
                  </a:lnTo>
                  <a:lnTo>
                    <a:pt x="1333955" y="5011163"/>
                  </a:lnTo>
                  <a:lnTo>
                    <a:pt x="1332722" y="5021328"/>
                  </a:lnTo>
                  <a:lnTo>
                    <a:pt x="1331565" y="5031493"/>
                  </a:lnTo>
                  <a:lnTo>
                    <a:pt x="1330520" y="5041657"/>
                  </a:lnTo>
                  <a:lnTo>
                    <a:pt x="1329536" y="5051822"/>
                  </a:lnTo>
                  <a:lnTo>
                    <a:pt x="1328613" y="5061987"/>
                  </a:lnTo>
                  <a:lnTo>
                    <a:pt x="1327777" y="5072151"/>
                  </a:lnTo>
                  <a:lnTo>
                    <a:pt x="1327003" y="5082316"/>
                  </a:lnTo>
                  <a:lnTo>
                    <a:pt x="1326278" y="5092480"/>
                  </a:lnTo>
                  <a:lnTo>
                    <a:pt x="1325615" y="5102645"/>
                  </a:lnTo>
                  <a:lnTo>
                    <a:pt x="1325015" y="5112810"/>
                  </a:lnTo>
                  <a:lnTo>
                    <a:pt x="1324454" y="5122974"/>
                  </a:lnTo>
                  <a:lnTo>
                    <a:pt x="1323935" y="5133139"/>
                  </a:lnTo>
                  <a:lnTo>
                    <a:pt x="1323475" y="5143304"/>
                  </a:lnTo>
                  <a:lnTo>
                    <a:pt x="1323048" y="5153468"/>
                  </a:lnTo>
                  <a:lnTo>
                    <a:pt x="1322651" y="5163633"/>
                  </a:lnTo>
                  <a:lnTo>
                    <a:pt x="1322299" y="5173798"/>
                  </a:lnTo>
                  <a:lnTo>
                    <a:pt x="1321977" y="5183962"/>
                  </a:lnTo>
                  <a:lnTo>
                    <a:pt x="1321679" y="5194127"/>
                  </a:lnTo>
                  <a:close/>
                </a:path>
              </a:pathLst>
            </a:custGeom>
            <a:solidFill>
              <a:srgbClr val="F47C5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7" name="pl55">
              <a:extLst>
                <a:ext uri="{FF2B5EF4-FFF2-40B4-BE49-F238E27FC236}">
                  <a16:creationId xmlns:a16="http://schemas.microsoft.com/office/drawing/2014/main" id="{C433CA13-84A2-406A-A1E4-1625A99DB8A4}"/>
                </a:ext>
              </a:extLst>
            </p:cNvPr>
            <p:cNvSpPr/>
            <p:nvPr/>
          </p:nvSpPr>
          <p:spPr>
            <a:xfrm>
              <a:off x="7877008" y="4484903"/>
              <a:ext cx="2602319" cy="0"/>
            </a:xfrm>
            <a:custGeom>
              <a:avLst/>
              <a:gdLst/>
              <a:ahLst/>
              <a:cxnLst/>
              <a:rect l="0" t="0" r="0" b="0"/>
              <a:pathLst>
                <a:path w="2602319">
                  <a:moveTo>
                    <a:pt x="0" y="0"/>
                  </a:moveTo>
                  <a:lnTo>
                    <a:pt x="2602319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08" name="pt56">
              <a:extLst>
                <a:ext uri="{FF2B5EF4-FFF2-40B4-BE49-F238E27FC236}">
                  <a16:creationId xmlns:a16="http://schemas.microsoft.com/office/drawing/2014/main" id="{49250D0A-1FC3-4A10-A123-8D6FF3C0D838}"/>
                </a:ext>
              </a:extLst>
            </p:cNvPr>
            <p:cNvSpPr/>
            <p:nvPr/>
          </p:nvSpPr>
          <p:spPr>
            <a:xfrm>
              <a:off x="8754770" y="4377078"/>
              <a:ext cx="117405" cy="11740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09" name="pt57">
              <a:extLst>
                <a:ext uri="{FF2B5EF4-FFF2-40B4-BE49-F238E27FC236}">
                  <a16:creationId xmlns:a16="http://schemas.microsoft.com/office/drawing/2014/main" id="{37910467-6C1D-44D3-9EDA-64F99A4908A2}"/>
                </a:ext>
              </a:extLst>
            </p:cNvPr>
            <p:cNvSpPr/>
            <p:nvPr/>
          </p:nvSpPr>
          <p:spPr>
            <a:xfrm>
              <a:off x="8759800" y="1900150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0" name="pt58">
              <a:extLst>
                <a:ext uri="{FF2B5EF4-FFF2-40B4-BE49-F238E27FC236}">
                  <a16:creationId xmlns:a16="http://schemas.microsoft.com/office/drawing/2014/main" id="{41AA29C7-F351-49A0-8F18-6357743966A5}"/>
                </a:ext>
              </a:extLst>
            </p:cNvPr>
            <p:cNvSpPr/>
            <p:nvPr/>
          </p:nvSpPr>
          <p:spPr>
            <a:xfrm>
              <a:off x="9093238" y="2973731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1" name="pt59">
              <a:extLst>
                <a:ext uri="{FF2B5EF4-FFF2-40B4-BE49-F238E27FC236}">
                  <a16:creationId xmlns:a16="http://schemas.microsoft.com/office/drawing/2014/main" id="{0758CC2F-48C2-44DD-B865-2205E875E1FE}"/>
                </a:ext>
              </a:extLst>
            </p:cNvPr>
            <p:cNvSpPr/>
            <p:nvPr/>
          </p:nvSpPr>
          <p:spPr>
            <a:xfrm>
              <a:off x="9395382" y="4611258"/>
              <a:ext cx="117405" cy="11740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2" name="pt60">
              <a:extLst>
                <a:ext uri="{FF2B5EF4-FFF2-40B4-BE49-F238E27FC236}">
                  <a16:creationId xmlns:a16="http://schemas.microsoft.com/office/drawing/2014/main" id="{4B0891AA-1507-4B43-9493-AD854445CB63}"/>
                </a:ext>
              </a:extLst>
            </p:cNvPr>
            <p:cNvSpPr/>
            <p:nvPr/>
          </p:nvSpPr>
          <p:spPr>
            <a:xfrm>
              <a:off x="8866547" y="4408706"/>
              <a:ext cx="117405" cy="11740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3" name="pt61">
              <a:extLst>
                <a:ext uri="{FF2B5EF4-FFF2-40B4-BE49-F238E27FC236}">
                  <a16:creationId xmlns:a16="http://schemas.microsoft.com/office/drawing/2014/main" id="{A37305CC-DC7D-4646-A197-7B959F65BCEB}"/>
                </a:ext>
              </a:extLst>
            </p:cNvPr>
            <p:cNvSpPr/>
            <p:nvPr/>
          </p:nvSpPr>
          <p:spPr>
            <a:xfrm>
              <a:off x="9208575" y="3240066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4" name="pg62">
              <a:extLst>
                <a:ext uri="{FF2B5EF4-FFF2-40B4-BE49-F238E27FC236}">
                  <a16:creationId xmlns:a16="http://schemas.microsoft.com/office/drawing/2014/main" id="{A4A99754-2539-4116-B2C5-1A45BEC1C67A}"/>
                </a:ext>
              </a:extLst>
            </p:cNvPr>
            <p:cNvSpPr/>
            <p:nvPr/>
          </p:nvSpPr>
          <p:spPr>
            <a:xfrm>
              <a:off x="9314068" y="4869987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5" name="pg63">
              <a:extLst>
                <a:ext uri="{FF2B5EF4-FFF2-40B4-BE49-F238E27FC236}">
                  <a16:creationId xmlns:a16="http://schemas.microsoft.com/office/drawing/2014/main" id="{F200069B-5387-4A9B-B859-21017FC151A6}"/>
                </a:ext>
              </a:extLst>
            </p:cNvPr>
            <p:cNvSpPr/>
            <p:nvPr/>
          </p:nvSpPr>
          <p:spPr>
            <a:xfrm>
              <a:off x="9422974" y="5366492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6" name="pt64">
              <a:extLst>
                <a:ext uri="{FF2B5EF4-FFF2-40B4-BE49-F238E27FC236}">
                  <a16:creationId xmlns:a16="http://schemas.microsoft.com/office/drawing/2014/main" id="{7E9DE3E7-60B9-4BBD-BD25-E8FCD655258A}"/>
                </a:ext>
              </a:extLst>
            </p:cNvPr>
            <p:cNvSpPr/>
            <p:nvPr/>
          </p:nvSpPr>
          <p:spPr>
            <a:xfrm>
              <a:off x="9302128" y="4988767"/>
              <a:ext cx="117405" cy="11740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7" name="pg65">
              <a:extLst>
                <a:ext uri="{FF2B5EF4-FFF2-40B4-BE49-F238E27FC236}">
                  <a16:creationId xmlns:a16="http://schemas.microsoft.com/office/drawing/2014/main" id="{A746A540-BABC-45F5-AB06-8943EC0E0738}"/>
                </a:ext>
              </a:extLst>
            </p:cNvPr>
            <p:cNvSpPr/>
            <p:nvPr/>
          </p:nvSpPr>
          <p:spPr>
            <a:xfrm>
              <a:off x="9221289" y="4241363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8" name="pt66">
              <a:extLst>
                <a:ext uri="{FF2B5EF4-FFF2-40B4-BE49-F238E27FC236}">
                  <a16:creationId xmlns:a16="http://schemas.microsoft.com/office/drawing/2014/main" id="{139AB6C7-3415-4FE7-AE60-3CD96456563B}"/>
                </a:ext>
              </a:extLst>
            </p:cNvPr>
            <p:cNvSpPr/>
            <p:nvPr/>
          </p:nvSpPr>
          <p:spPr>
            <a:xfrm>
              <a:off x="9389765" y="4641840"/>
              <a:ext cx="117405" cy="11740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19" name="pt67">
              <a:extLst>
                <a:ext uri="{FF2B5EF4-FFF2-40B4-BE49-F238E27FC236}">
                  <a16:creationId xmlns:a16="http://schemas.microsoft.com/office/drawing/2014/main" id="{3DC52793-5E13-49AE-A329-9417C783595C}"/>
                </a:ext>
              </a:extLst>
            </p:cNvPr>
            <p:cNvSpPr/>
            <p:nvPr/>
          </p:nvSpPr>
          <p:spPr>
            <a:xfrm>
              <a:off x="9151149" y="4317767"/>
              <a:ext cx="117405" cy="11740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0" name="tx68">
              <a:extLst>
                <a:ext uri="{FF2B5EF4-FFF2-40B4-BE49-F238E27FC236}">
                  <a16:creationId xmlns:a16="http://schemas.microsoft.com/office/drawing/2014/main" id="{2AFA1B48-921C-4973-B7AA-9B2C08E98838}"/>
                </a:ext>
              </a:extLst>
            </p:cNvPr>
            <p:cNvSpPr/>
            <p:nvPr/>
          </p:nvSpPr>
          <p:spPr>
            <a:xfrm>
              <a:off x="7862279" y="227923"/>
              <a:ext cx="2631777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000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Hospital or group of hospitals</a:t>
              </a:r>
            </a:p>
          </p:txBody>
        </p:sp>
        <p:sp>
          <p:nvSpPr>
            <p:cNvPr id="521" name="pl69">
              <a:extLst>
                <a:ext uri="{FF2B5EF4-FFF2-40B4-BE49-F238E27FC236}">
                  <a16:creationId xmlns:a16="http://schemas.microsoft.com/office/drawing/2014/main" id="{4DC05199-F312-4399-B012-239E7893E6F6}"/>
                </a:ext>
              </a:extLst>
            </p:cNvPr>
            <p:cNvSpPr/>
            <p:nvPr/>
          </p:nvSpPr>
          <p:spPr>
            <a:xfrm>
              <a:off x="7727146" y="520980"/>
              <a:ext cx="0" cy="6457600"/>
            </a:xfrm>
            <a:custGeom>
              <a:avLst/>
              <a:gdLst/>
              <a:ahLst/>
              <a:cxnLst/>
              <a:rect l="0" t="0" r="0" b="0"/>
              <a:pathLst>
                <a:path h="6457600">
                  <a:moveTo>
                    <a:pt x="0" y="6457600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22" name="tx70">
              <a:extLst>
                <a:ext uri="{FF2B5EF4-FFF2-40B4-BE49-F238E27FC236}">
                  <a16:creationId xmlns:a16="http://schemas.microsoft.com/office/drawing/2014/main" id="{00D3706B-BC8C-46F1-9BFF-8781C9B181DE}"/>
                </a:ext>
              </a:extLst>
            </p:cNvPr>
            <p:cNvSpPr/>
            <p:nvPr/>
          </p:nvSpPr>
          <p:spPr>
            <a:xfrm>
              <a:off x="7438280" y="6618725"/>
              <a:ext cx="1977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</a:t>
              </a:r>
            </a:p>
          </p:txBody>
        </p:sp>
        <p:sp>
          <p:nvSpPr>
            <p:cNvPr id="523" name="tx71">
              <a:extLst>
                <a:ext uri="{FF2B5EF4-FFF2-40B4-BE49-F238E27FC236}">
                  <a16:creationId xmlns:a16="http://schemas.microsoft.com/office/drawing/2014/main" id="{5F3F46B4-DE50-40EA-AF22-0070ADA09AEA}"/>
                </a:ext>
              </a:extLst>
            </p:cNvPr>
            <p:cNvSpPr/>
            <p:nvPr/>
          </p:nvSpPr>
          <p:spPr>
            <a:xfrm>
              <a:off x="7339396" y="3683452"/>
              <a:ext cx="296651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524" name="tx72">
              <a:extLst>
                <a:ext uri="{FF2B5EF4-FFF2-40B4-BE49-F238E27FC236}">
                  <a16:creationId xmlns:a16="http://schemas.microsoft.com/office/drawing/2014/main" id="{8BCB825F-E277-4B99-B4B0-1BC370A14370}"/>
                </a:ext>
              </a:extLst>
            </p:cNvPr>
            <p:cNvSpPr/>
            <p:nvPr/>
          </p:nvSpPr>
          <p:spPr>
            <a:xfrm>
              <a:off x="7240512" y="748179"/>
              <a:ext cx="395535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1000</a:t>
              </a:r>
            </a:p>
          </p:txBody>
        </p:sp>
        <p:sp>
          <p:nvSpPr>
            <p:cNvPr id="525" name="tx73">
              <a:extLst>
                <a:ext uri="{FF2B5EF4-FFF2-40B4-BE49-F238E27FC236}">
                  <a16:creationId xmlns:a16="http://schemas.microsoft.com/office/drawing/2014/main" id="{8B4EBCFA-B462-48B5-B4FB-B219C01D6AF4}"/>
                </a:ext>
              </a:extLst>
            </p:cNvPr>
            <p:cNvSpPr/>
            <p:nvPr/>
          </p:nvSpPr>
          <p:spPr>
            <a:xfrm rot="-5400000">
              <a:off x="6103159" y="3654430"/>
              <a:ext cx="1897260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units (log)</a:t>
              </a:r>
            </a:p>
          </p:txBody>
        </p:sp>
      </p:grpSp>
      <p:sp>
        <p:nvSpPr>
          <p:cNvPr id="234" name="ZoneTexte 233">
            <a:extLst>
              <a:ext uri="{FF2B5EF4-FFF2-40B4-BE49-F238E27FC236}">
                <a16:creationId xmlns:a16="http://schemas.microsoft.com/office/drawing/2014/main" id="{81432EF5-10EC-45D1-AA4E-4DDEFC0A016C}"/>
              </a:ext>
            </a:extLst>
          </p:cNvPr>
          <p:cNvSpPr txBox="1"/>
          <p:nvPr/>
        </p:nvSpPr>
        <p:spPr>
          <a:xfrm>
            <a:off x="-156083" y="-5838633"/>
            <a:ext cx="5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</a:p>
        </p:txBody>
      </p:sp>
      <p:sp>
        <p:nvSpPr>
          <p:cNvPr id="448" name="ZoneTexte 447">
            <a:extLst>
              <a:ext uri="{FF2B5EF4-FFF2-40B4-BE49-F238E27FC236}">
                <a16:creationId xmlns:a16="http://schemas.microsoft.com/office/drawing/2014/main" id="{4FAE9961-02F5-4A45-A3BB-F342F8A494C2}"/>
              </a:ext>
            </a:extLst>
          </p:cNvPr>
          <p:cNvSpPr txBox="1"/>
          <p:nvPr/>
        </p:nvSpPr>
        <p:spPr>
          <a:xfrm>
            <a:off x="-124677" y="1566477"/>
            <a:ext cx="59068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</a:p>
        </p:txBody>
      </p:sp>
      <p:grpSp>
        <p:nvGrpSpPr>
          <p:cNvPr id="2" name="Groupe 1">
            <a:extLst>
              <a:ext uri="{FF2B5EF4-FFF2-40B4-BE49-F238E27FC236}">
                <a16:creationId xmlns:a16="http://schemas.microsoft.com/office/drawing/2014/main" id="{90B9080D-1014-F85B-8919-165E2FFD81C2}"/>
              </a:ext>
            </a:extLst>
          </p:cNvPr>
          <p:cNvGrpSpPr/>
          <p:nvPr/>
        </p:nvGrpSpPr>
        <p:grpSpPr>
          <a:xfrm>
            <a:off x="-238523" y="2045482"/>
            <a:ext cx="9310766" cy="6602248"/>
            <a:chOff x="55977" y="101220"/>
            <a:chExt cx="9310766" cy="6602248"/>
          </a:xfrm>
        </p:grpSpPr>
        <p:sp>
          <p:nvSpPr>
            <p:cNvPr id="3" name="pg4">
              <a:extLst>
                <a:ext uri="{FF2B5EF4-FFF2-40B4-BE49-F238E27FC236}">
                  <a16:creationId xmlns:a16="http://schemas.microsoft.com/office/drawing/2014/main" id="{D0944DF0-FF2E-8CE0-F329-9440A48FB238}"/>
                </a:ext>
              </a:extLst>
            </p:cNvPr>
            <p:cNvSpPr/>
            <p:nvPr/>
          </p:nvSpPr>
          <p:spPr>
            <a:xfrm>
              <a:off x="2262551" y="724191"/>
              <a:ext cx="2664072" cy="5204017"/>
            </a:xfrm>
            <a:custGeom>
              <a:avLst/>
              <a:gdLst/>
              <a:ahLst/>
              <a:cxnLst/>
              <a:rect l="0" t="0" r="0" b="0"/>
              <a:pathLst>
                <a:path w="2664072" h="5204017">
                  <a:moveTo>
                    <a:pt x="1328301" y="5204017"/>
                  </a:moveTo>
                  <a:lnTo>
                    <a:pt x="1328015" y="5193833"/>
                  </a:lnTo>
                  <a:lnTo>
                    <a:pt x="1327716" y="5183649"/>
                  </a:lnTo>
                  <a:lnTo>
                    <a:pt x="1327398" y="5173465"/>
                  </a:lnTo>
                  <a:lnTo>
                    <a:pt x="1327053" y="5163281"/>
                  </a:lnTo>
                  <a:lnTo>
                    <a:pt x="1326696" y="5153097"/>
                  </a:lnTo>
                  <a:lnTo>
                    <a:pt x="1326301" y="5142913"/>
                  </a:lnTo>
                  <a:lnTo>
                    <a:pt x="1325890" y="5132729"/>
                  </a:lnTo>
                  <a:lnTo>
                    <a:pt x="1325450" y="5122545"/>
                  </a:lnTo>
                  <a:lnTo>
                    <a:pt x="1324979" y="5112361"/>
                  </a:lnTo>
                  <a:lnTo>
                    <a:pt x="1324491" y="5102177"/>
                  </a:lnTo>
                  <a:lnTo>
                    <a:pt x="1323952" y="5091993"/>
                  </a:lnTo>
                  <a:lnTo>
                    <a:pt x="1323395" y="5081809"/>
                  </a:lnTo>
                  <a:lnTo>
                    <a:pt x="1322796" y="5071625"/>
                  </a:lnTo>
                  <a:lnTo>
                    <a:pt x="1322160" y="5061441"/>
                  </a:lnTo>
                  <a:lnTo>
                    <a:pt x="1321499" y="5051257"/>
                  </a:lnTo>
                  <a:lnTo>
                    <a:pt x="1320775" y="5041073"/>
                  </a:lnTo>
                  <a:lnTo>
                    <a:pt x="1320029" y="5030889"/>
                  </a:lnTo>
                  <a:lnTo>
                    <a:pt x="1319225" y="5020705"/>
                  </a:lnTo>
                  <a:lnTo>
                    <a:pt x="1318378" y="5010521"/>
                  </a:lnTo>
                  <a:lnTo>
                    <a:pt x="1317494" y="5000337"/>
                  </a:lnTo>
                  <a:lnTo>
                    <a:pt x="1316536" y="4990153"/>
                  </a:lnTo>
                  <a:lnTo>
                    <a:pt x="1315549" y="4979969"/>
                  </a:lnTo>
                  <a:lnTo>
                    <a:pt x="1314483" y="4969785"/>
                  </a:lnTo>
                  <a:lnTo>
                    <a:pt x="1313369" y="4959601"/>
                  </a:lnTo>
                  <a:lnTo>
                    <a:pt x="1312202" y="4949417"/>
                  </a:lnTo>
                  <a:lnTo>
                    <a:pt x="1310949" y="4939233"/>
                  </a:lnTo>
                  <a:lnTo>
                    <a:pt x="1309661" y="4929049"/>
                  </a:lnTo>
                  <a:lnTo>
                    <a:pt x="1308267" y="4918865"/>
                  </a:lnTo>
                  <a:lnTo>
                    <a:pt x="1306821" y="4908681"/>
                  </a:lnTo>
                  <a:lnTo>
                    <a:pt x="1305301" y="4898497"/>
                  </a:lnTo>
                  <a:lnTo>
                    <a:pt x="1303683" y="4888313"/>
                  </a:lnTo>
                  <a:lnTo>
                    <a:pt x="1302023" y="4878129"/>
                  </a:lnTo>
                  <a:lnTo>
                    <a:pt x="1300224" y="4867945"/>
                  </a:lnTo>
                  <a:lnTo>
                    <a:pt x="1298371" y="4857761"/>
                  </a:lnTo>
                  <a:lnTo>
                    <a:pt x="1296418" y="4847577"/>
                  </a:lnTo>
                  <a:lnTo>
                    <a:pt x="1294356" y="4837393"/>
                  </a:lnTo>
                  <a:lnTo>
                    <a:pt x="1292239" y="4827209"/>
                  </a:lnTo>
                  <a:lnTo>
                    <a:pt x="1289953" y="4817025"/>
                  </a:lnTo>
                  <a:lnTo>
                    <a:pt x="1287608" y="4806841"/>
                  </a:lnTo>
                  <a:lnTo>
                    <a:pt x="1285132" y="4796657"/>
                  </a:lnTo>
                  <a:lnTo>
                    <a:pt x="1282539" y="4786473"/>
                  </a:lnTo>
                  <a:lnTo>
                    <a:pt x="1279867" y="4776289"/>
                  </a:lnTo>
                  <a:lnTo>
                    <a:pt x="1277006" y="4766105"/>
                  </a:lnTo>
                  <a:lnTo>
                    <a:pt x="1274079" y="4755921"/>
                  </a:lnTo>
                  <a:lnTo>
                    <a:pt x="1270981" y="4745737"/>
                  </a:lnTo>
                  <a:lnTo>
                    <a:pt x="1267761" y="4735553"/>
                  </a:lnTo>
                  <a:lnTo>
                    <a:pt x="1264434" y="4725369"/>
                  </a:lnTo>
                  <a:lnTo>
                    <a:pt x="1260902" y="4715185"/>
                  </a:lnTo>
                  <a:lnTo>
                    <a:pt x="1257293" y="4705001"/>
                  </a:lnTo>
                  <a:lnTo>
                    <a:pt x="1253471" y="4694817"/>
                  </a:lnTo>
                  <a:lnTo>
                    <a:pt x="1249524" y="4684633"/>
                  </a:lnTo>
                  <a:lnTo>
                    <a:pt x="1245437" y="4674449"/>
                  </a:lnTo>
                  <a:lnTo>
                    <a:pt x="1241133" y="4664265"/>
                  </a:lnTo>
                  <a:lnTo>
                    <a:pt x="1236741" y="4654081"/>
                  </a:lnTo>
                  <a:lnTo>
                    <a:pt x="1232090" y="4643897"/>
                  </a:lnTo>
                  <a:lnTo>
                    <a:pt x="1227314" y="4633713"/>
                  </a:lnTo>
                  <a:lnTo>
                    <a:pt x="1222363" y="4623529"/>
                  </a:lnTo>
                  <a:lnTo>
                    <a:pt x="1217186" y="4613345"/>
                  </a:lnTo>
                  <a:lnTo>
                    <a:pt x="1211911" y="4603161"/>
                  </a:lnTo>
                  <a:lnTo>
                    <a:pt x="1206327" y="4592977"/>
                  </a:lnTo>
                  <a:lnTo>
                    <a:pt x="1200626" y="4582794"/>
                  </a:lnTo>
                  <a:lnTo>
                    <a:pt x="1194710" y="4572610"/>
                  </a:lnTo>
                  <a:lnTo>
                    <a:pt x="1188565" y="4562426"/>
                  </a:lnTo>
                  <a:lnTo>
                    <a:pt x="1182306" y="4552242"/>
                  </a:lnTo>
                  <a:lnTo>
                    <a:pt x="1175702" y="4542058"/>
                  </a:lnTo>
                  <a:lnTo>
                    <a:pt x="1168986" y="4531874"/>
                  </a:lnTo>
                  <a:lnTo>
                    <a:pt x="1162013" y="4521690"/>
                  </a:lnTo>
                  <a:lnTo>
                    <a:pt x="1154818" y="4511506"/>
                  </a:lnTo>
                  <a:lnTo>
                    <a:pt x="1147476" y="4501322"/>
                  </a:lnTo>
                  <a:lnTo>
                    <a:pt x="1139788" y="4491138"/>
                  </a:lnTo>
                  <a:lnTo>
                    <a:pt x="1131981" y="4480954"/>
                  </a:lnTo>
                  <a:lnTo>
                    <a:pt x="1123879" y="4470770"/>
                  </a:lnTo>
                  <a:lnTo>
                    <a:pt x="1115566" y="4460586"/>
                  </a:lnTo>
                  <a:lnTo>
                    <a:pt x="1107075" y="4450402"/>
                  </a:lnTo>
                  <a:lnTo>
                    <a:pt x="1098247" y="4440218"/>
                  </a:lnTo>
                  <a:lnTo>
                    <a:pt x="1089295" y="4430034"/>
                  </a:lnTo>
                  <a:lnTo>
                    <a:pt x="1080014" y="4419850"/>
                  </a:lnTo>
                  <a:lnTo>
                    <a:pt x="1070540" y="4409666"/>
                  </a:lnTo>
                  <a:lnTo>
                    <a:pt x="1060860" y="4399482"/>
                  </a:lnTo>
                  <a:lnTo>
                    <a:pt x="1050861" y="4389298"/>
                  </a:lnTo>
                  <a:lnTo>
                    <a:pt x="1040738" y="4379114"/>
                  </a:lnTo>
                  <a:lnTo>
                    <a:pt x="1030259" y="4368930"/>
                  </a:lnTo>
                  <a:lnTo>
                    <a:pt x="1019612" y="4358746"/>
                  </a:lnTo>
                  <a:lnTo>
                    <a:pt x="1008735" y="4348562"/>
                  </a:lnTo>
                  <a:lnTo>
                    <a:pt x="997570" y="4338378"/>
                  </a:lnTo>
                  <a:lnTo>
                    <a:pt x="986281" y="4328194"/>
                  </a:lnTo>
                  <a:lnTo>
                    <a:pt x="974622" y="4318010"/>
                  </a:lnTo>
                  <a:lnTo>
                    <a:pt x="962826" y="4307826"/>
                  </a:lnTo>
                  <a:lnTo>
                    <a:pt x="950786" y="4297642"/>
                  </a:lnTo>
                  <a:lnTo>
                    <a:pt x="938494" y="4287458"/>
                  </a:lnTo>
                  <a:lnTo>
                    <a:pt x="926081" y="4277274"/>
                  </a:lnTo>
                  <a:lnTo>
                    <a:pt x="913310" y="4267090"/>
                  </a:lnTo>
                  <a:lnTo>
                    <a:pt x="900428" y="4256906"/>
                  </a:lnTo>
                  <a:lnTo>
                    <a:pt x="887301" y="4246722"/>
                  </a:lnTo>
                  <a:lnTo>
                    <a:pt x="873967" y="4236538"/>
                  </a:lnTo>
                  <a:lnTo>
                    <a:pt x="860503" y="4226354"/>
                  </a:lnTo>
                  <a:lnTo>
                    <a:pt x="846741" y="4216170"/>
                  </a:lnTo>
                  <a:lnTo>
                    <a:pt x="832883" y="4205986"/>
                  </a:lnTo>
                  <a:lnTo>
                    <a:pt x="818793" y="4195802"/>
                  </a:lnTo>
                  <a:lnTo>
                    <a:pt x="804546" y="4185618"/>
                  </a:lnTo>
                  <a:lnTo>
                    <a:pt x="790171" y="4175434"/>
                  </a:lnTo>
                  <a:lnTo>
                    <a:pt x="775568" y="4165250"/>
                  </a:lnTo>
                  <a:lnTo>
                    <a:pt x="760887" y="4155066"/>
                  </a:lnTo>
                  <a:lnTo>
                    <a:pt x="746007" y="4144882"/>
                  </a:lnTo>
                  <a:lnTo>
                    <a:pt x="731020" y="4134698"/>
                  </a:lnTo>
                  <a:lnTo>
                    <a:pt x="715923" y="4124514"/>
                  </a:lnTo>
                  <a:lnTo>
                    <a:pt x="700672" y="4114330"/>
                  </a:lnTo>
                  <a:lnTo>
                    <a:pt x="685365" y="4104146"/>
                  </a:lnTo>
                  <a:lnTo>
                    <a:pt x="669914" y="4093962"/>
                  </a:lnTo>
                  <a:lnTo>
                    <a:pt x="654404" y="4083778"/>
                  </a:lnTo>
                  <a:lnTo>
                    <a:pt x="638818" y="4073594"/>
                  </a:lnTo>
                  <a:lnTo>
                    <a:pt x="623155" y="4063410"/>
                  </a:lnTo>
                  <a:lnTo>
                    <a:pt x="607461" y="4053226"/>
                  </a:lnTo>
                  <a:lnTo>
                    <a:pt x="591698" y="4043042"/>
                  </a:lnTo>
                  <a:lnTo>
                    <a:pt x="575920" y="4032858"/>
                  </a:lnTo>
                  <a:lnTo>
                    <a:pt x="560118" y="4022674"/>
                  </a:lnTo>
                  <a:lnTo>
                    <a:pt x="544311" y="4012490"/>
                  </a:lnTo>
                  <a:lnTo>
                    <a:pt x="528502" y="4002306"/>
                  </a:lnTo>
                  <a:lnTo>
                    <a:pt x="512722" y="3992122"/>
                  </a:lnTo>
                  <a:lnTo>
                    <a:pt x="496962" y="3981938"/>
                  </a:lnTo>
                  <a:lnTo>
                    <a:pt x="481246" y="3971754"/>
                  </a:lnTo>
                  <a:lnTo>
                    <a:pt x="465592" y="3961570"/>
                  </a:lnTo>
                  <a:lnTo>
                    <a:pt x="449976" y="3951386"/>
                  </a:lnTo>
                  <a:lnTo>
                    <a:pt x="434488" y="3941202"/>
                  </a:lnTo>
                  <a:lnTo>
                    <a:pt x="419051" y="3931018"/>
                  </a:lnTo>
                  <a:lnTo>
                    <a:pt x="403745" y="3920834"/>
                  </a:lnTo>
                  <a:lnTo>
                    <a:pt x="388556" y="3910650"/>
                  </a:lnTo>
                  <a:lnTo>
                    <a:pt x="373460" y="3900466"/>
                  </a:lnTo>
                  <a:lnTo>
                    <a:pt x="358578" y="3890282"/>
                  </a:lnTo>
                  <a:lnTo>
                    <a:pt x="343781" y="3880098"/>
                  </a:lnTo>
                  <a:lnTo>
                    <a:pt x="329214" y="3869914"/>
                  </a:lnTo>
                  <a:lnTo>
                    <a:pt x="314806" y="3859730"/>
                  </a:lnTo>
                  <a:lnTo>
                    <a:pt x="300558" y="3849546"/>
                  </a:lnTo>
                  <a:lnTo>
                    <a:pt x="286598" y="3839362"/>
                  </a:lnTo>
                  <a:lnTo>
                    <a:pt x="272752" y="3829178"/>
                  </a:lnTo>
                  <a:lnTo>
                    <a:pt x="259247" y="3818995"/>
                  </a:lnTo>
                  <a:lnTo>
                    <a:pt x="245927" y="3808811"/>
                  </a:lnTo>
                  <a:lnTo>
                    <a:pt x="232845" y="3798627"/>
                  </a:lnTo>
                  <a:lnTo>
                    <a:pt x="220103" y="3788443"/>
                  </a:lnTo>
                  <a:lnTo>
                    <a:pt x="207506" y="3778259"/>
                  </a:lnTo>
                  <a:lnTo>
                    <a:pt x="195364" y="3768075"/>
                  </a:lnTo>
                  <a:lnTo>
                    <a:pt x="183416" y="3757891"/>
                  </a:lnTo>
                  <a:lnTo>
                    <a:pt x="171790" y="3747707"/>
                  </a:lnTo>
                  <a:lnTo>
                    <a:pt x="160538" y="3737523"/>
                  </a:lnTo>
                  <a:lnTo>
                    <a:pt x="149456" y="3727339"/>
                  </a:lnTo>
                  <a:lnTo>
                    <a:pt x="138943" y="3717155"/>
                  </a:lnTo>
                  <a:lnTo>
                    <a:pt x="128616" y="3706971"/>
                  </a:lnTo>
                  <a:lnTo>
                    <a:pt x="118698" y="3696787"/>
                  </a:lnTo>
                  <a:lnTo>
                    <a:pt x="109165" y="3686603"/>
                  </a:lnTo>
                  <a:lnTo>
                    <a:pt x="99863" y="3676419"/>
                  </a:lnTo>
                  <a:lnTo>
                    <a:pt x="91159" y="3666235"/>
                  </a:lnTo>
                  <a:lnTo>
                    <a:pt x="82659" y="3656051"/>
                  </a:lnTo>
                  <a:lnTo>
                    <a:pt x="74648" y="3645867"/>
                  </a:lnTo>
                  <a:lnTo>
                    <a:pt x="67016" y="3635683"/>
                  </a:lnTo>
                  <a:lnTo>
                    <a:pt x="59676" y="3625499"/>
                  </a:lnTo>
                  <a:lnTo>
                    <a:pt x="52936" y="3615315"/>
                  </a:lnTo>
                  <a:lnTo>
                    <a:pt x="46412" y="3605131"/>
                  </a:lnTo>
                  <a:lnTo>
                    <a:pt x="40449" y="3594947"/>
                  </a:lnTo>
                  <a:lnTo>
                    <a:pt x="34841" y="3584763"/>
                  </a:lnTo>
                  <a:lnTo>
                    <a:pt x="29581" y="3574579"/>
                  </a:lnTo>
                  <a:lnTo>
                    <a:pt x="24901" y="3564395"/>
                  </a:lnTo>
                  <a:lnTo>
                    <a:pt x="20443" y="3554211"/>
                  </a:lnTo>
                  <a:lnTo>
                    <a:pt x="16604" y="3544027"/>
                  </a:lnTo>
                  <a:lnTo>
                    <a:pt x="13081" y="3533843"/>
                  </a:lnTo>
                  <a:lnTo>
                    <a:pt x="9954" y="3523659"/>
                  </a:lnTo>
                  <a:lnTo>
                    <a:pt x="7365" y="3513475"/>
                  </a:lnTo>
                  <a:lnTo>
                    <a:pt x="4999" y="3503291"/>
                  </a:lnTo>
                  <a:lnTo>
                    <a:pt x="3290" y="3493107"/>
                  </a:lnTo>
                  <a:lnTo>
                    <a:pt x="1849" y="3482923"/>
                  </a:lnTo>
                  <a:lnTo>
                    <a:pt x="840" y="3472739"/>
                  </a:lnTo>
                  <a:lnTo>
                    <a:pt x="312" y="3462555"/>
                  </a:lnTo>
                  <a:lnTo>
                    <a:pt x="0" y="3452371"/>
                  </a:lnTo>
                  <a:lnTo>
                    <a:pt x="361" y="3442187"/>
                  </a:lnTo>
                  <a:lnTo>
                    <a:pt x="936" y="3432003"/>
                  </a:lnTo>
                  <a:lnTo>
                    <a:pt x="1963" y="3421819"/>
                  </a:lnTo>
                  <a:lnTo>
                    <a:pt x="3402" y="3411635"/>
                  </a:lnTo>
                  <a:lnTo>
                    <a:pt x="5078" y="3401451"/>
                  </a:lnTo>
                  <a:lnTo>
                    <a:pt x="7353" y="3391267"/>
                  </a:lnTo>
                  <a:lnTo>
                    <a:pt x="9820" y="3381083"/>
                  </a:lnTo>
                  <a:lnTo>
                    <a:pt x="12739" y="3370899"/>
                  </a:lnTo>
                  <a:lnTo>
                    <a:pt x="15997" y="3360715"/>
                  </a:lnTo>
                  <a:lnTo>
                    <a:pt x="19505" y="3350531"/>
                  </a:lnTo>
                  <a:lnTo>
                    <a:pt x="23515" y="3340347"/>
                  </a:lnTo>
                  <a:lnTo>
                    <a:pt x="27697" y="3330163"/>
                  </a:lnTo>
                  <a:lnTo>
                    <a:pt x="32311" y="3319979"/>
                  </a:lnTo>
                  <a:lnTo>
                    <a:pt x="37188" y="3309795"/>
                  </a:lnTo>
                  <a:lnTo>
                    <a:pt x="42314" y="3299611"/>
                  </a:lnTo>
                  <a:lnTo>
                    <a:pt x="47841" y="3289427"/>
                  </a:lnTo>
                  <a:lnTo>
                    <a:pt x="53515" y="3279243"/>
                  </a:lnTo>
                  <a:lnTo>
                    <a:pt x="59581" y="3269059"/>
                  </a:lnTo>
                  <a:lnTo>
                    <a:pt x="65838" y="3258875"/>
                  </a:lnTo>
                  <a:lnTo>
                    <a:pt x="72327" y="3248691"/>
                  </a:lnTo>
                  <a:lnTo>
                    <a:pt x="79115" y="3238507"/>
                  </a:lnTo>
                  <a:lnTo>
                    <a:pt x="86023" y="3228323"/>
                  </a:lnTo>
                  <a:lnTo>
                    <a:pt x="93262" y="3218139"/>
                  </a:lnTo>
                  <a:lnTo>
                    <a:pt x="100628" y="3207955"/>
                  </a:lnTo>
                  <a:lnTo>
                    <a:pt x="108192" y="3197771"/>
                  </a:lnTo>
                  <a:lnTo>
                    <a:pt x="115959" y="3187587"/>
                  </a:lnTo>
                  <a:lnTo>
                    <a:pt x="123817" y="3177403"/>
                  </a:lnTo>
                  <a:lnTo>
                    <a:pt x="131926" y="3167219"/>
                  </a:lnTo>
                  <a:lnTo>
                    <a:pt x="140107" y="3157035"/>
                  </a:lnTo>
                  <a:lnTo>
                    <a:pt x="148436" y="3146851"/>
                  </a:lnTo>
                  <a:lnTo>
                    <a:pt x="156883" y="3136667"/>
                  </a:lnTo>
                  <a:lnTo>
                    <a:pt x="165395" y="3126483"/>
                  </a:lnTo>
                  <a:lnTo>
                    <a:pt x="174050" y="3116299"/>
                  </a:lnTo>
                  <a:lnTo>
                    <a:pt x="182741" y="3106115"/>
                  </a:lnTo>
                  <a:lnTo>
                    <a:pt x="191514" y="3095931"/>
                  </a:lnTo>
                  <a:lnTo>
                    <a:pt x="200332" y="3085747"/>
                  </a:lnTo>
                  <a:lnTo>
                    <a:pt x="209182" y="3075563"/>
                  </a:lnTo>
                  <a:lnTo>
                    <a:pt x="218069" y="3065379"/>
                  </a:lnTo>
                  <a:lnTo>
                    <a:pt x="226961" y="3055196"/>
                  </a:lnTo>
                  <a:lnTo>
                    <a:pt x="235857" y="3045012"/>
                  </a:lnTo>
                  <a:lnTo>
                    <a:pt x="244739" y="3034828"/>
                  </a:lnTo>
                  <a:lnTo>
                    <a:pt x="253606" y="3024644"/>
                  </a:lnTo>
                  <a:lnTo>
                    <a:pt x="262421" y="3014460"/>
                  </a:lnTo>
                  <a:lnTo>
                    <a:pt x="271210" y="3004276"/>
                  </a:lnTo>
                  <a:lnTo>
                    <a:pt x="279917" y="2994092"/>
                  </a:lnTo>
                  <a:lnTo>
                    <a:pt x="288564" y="2983908"/>
                  </a:lnTo>
                  <a:lnTo>
                    <a:pt x="297140" y="2973724"/>
                  </a:lnTo>
                  <a:lnTo>
                    <a:pt x="305591" y="2963540"/>
                  </a:lnTo>
                  <a:lnTo>
                    <a:pt x="313989" y="2953356"/>
                  </a:lnTo>
                  <a:lnTo>
                    <a:pt x="322210" y="2943172"/>
                  </a:lnTo>
                  <a:lnTo>
                    <a:pt x="330341" y="2932988"/>
                  </a:lnTo>
                  <a:lnTo>
                    <a:pt x="338338" y="2922804"/>
                  </a:lnTo>
                  <a:lnTo>
                    <a:pt x="346155" y="2912620"/>
                  </a:lnTo>
                  <a:lnTo>
                    <a:pt x="353893" y="2902436"/>
                  </a:lnTo>
                  <a:lnTo>
                    <a:pt x="361356" y="2892252"/>
                  </a:lnTo>
                  <a:lnTo>
                    <a:pt x="368716" y="2882068"/>
                  </a:lnTo>
                  <a:lnTo>
                    <a:pt x="375872" y="2871884"/>
                  </a:lnTo>
                  <a:lnTo>
                    <a:pt x="382813" y="2861700"/>
                  </a:lnTo>
                  <a:lnTo>
                    <a:pt x="389637" y="2851516"/>
                  </a:lnTo>
                  <a:lnTo>
                    <a:pt x="396119" y="2841332"/>
                  </a:lnTo>
                  <a:lnTo>
                    <a:pt x="402483" y="2831148"/>
                  </a:lnTo>
                  <a:lnTo>
                    <a:pt x="408573" y="2820964"/>
                  </a:lnTo>
                  <a:lnTo>
                    <a:pt x="414429" y="2810780"/>
                  </a:lnTo>
                  <a:lnTo>
                    <a:pt x="420121" y="2800596"/>
                  </a:lnTo>
                  <a:lnTo>
                    <a:pt x="425437" y="2790412"/>
                  </a:lnTo>
                  <a:lnTo>
                    <a:pt x="430620" y="2780228"/>
                  </a:lnTo>
                  <a:lnTo>
                    <a:pt x="435461" y="2770044"/>
                  </a:lnTo>
                  <a:lnTo>
                    <a:pt x="440065" y="2759860"/>
                  </a:lnTo>
                  <a:lnTo>
                    <a:pt x="444458" y="2749676"/>
                  </a:lnTo>
                  <a:lnTo>
                    <a:pt x="448462" y="2739492"/>
                  </a:lnTo>
                  <a:lnTo>
                    <a:pt x="452320" y="2729308"/>
                  </a:lnTo>
                  <a:lnTo>
                    <a:pt x="455778" y="2719124"/>
                  </a:lnTo>
                  <a:lnTo>
                    <a:pt x="459010" y="2708940"/>
                  </a:lnTo>
                  <a:lnTo>
                    <a:pt x="461986" y="2698756"/>
                  </a:lnTo>
                  <a:lnTo>
                    <a:pt x="464581" y="2688572"/>
                  </a:lnTo>
                  <a:lnTo>
                    <a:pt x="467022" y="2678388"/>
                  </a:lnTo>
                  <a:lnTo>
                    <a:pt x="469015" y="2668204"/>
                  </a:lnTo>
                  <a:lnTo>
                    <a:pt x="470808" y="2658020"/>
                  </a:lnTo>
                  <a:lnTo>
                    <a:pt x="472305" y="2647836"/>
                  </a:lnTo>
                  <a:lnTo>
                    <a:pt x="473446" y="2637652"/>
                  </a:lnTo>
                  <a:lnTo>
                    <a:pt x="474431" y="2627468"/>
                  </a:lnTo>
                  <a:lnTo>
                    <a:pt x="474937" y="2617284"/>
                  </a:lnTo>
                  <a:lnTo>
                    <a:pt x="475275" y="2607100"/>
                  </a:lnTo>
                  <a:lnTo>
                    <a:pt x="475291" y="2596916"/>
                  </a:lnTo>
                  <a:lnTo>
                    <a:pt x="474989" y="2586732"/>
                  </a:lnTo>
                  <a:lnTo>
                    <a:pt x="474520" y="2576548"/>
                  </a:lnTo>
                  <a:lnTo>
                    <a:pt x="473591" y="2566364"/>
                  </a:lnTo>
                  <a:lnTo>
                    <a:pt x="472517" y="2556180"/>
                  </a:lnTo>
                  <a:lnTo>
                    <a:pt x="471109" y="2545996"/>
                  </a:lnTo>
                  <a:lnTo>
                    <a:pt x="469432" y="2535812"/>
                  </a:lnTo>
                  <a:lnTo>
                    <a:pt x="467572" y="2525628"/>
                  </a:lnTo>
                  <a:lnTo>
                    <a:pt x="465317" y="2515444"/>
                  </a:lnTo>
                  <a:lnTo>
                    <a:pt x="462928" y="2505260"/>
                  </a:lnTo>
                  <a:lnTo>
                    <a:pt x="460213" y="2495076"/>
                  </a:lnTo>
                  <a:lnTo>
                    <a:pt x="457285" y="2484892"/>
                  </a:lnTo>
                  <a:lnTo>
                    <a:pt x="454171" y="2474708"/>
                  </a:lnTo>
                  <a:lnTo>
                    <a:pt x="450736" y="2464524"/>
                  </a:lnTo>
                  <a:lnTo>
                    <a:pt x="447186" y="2454340"/>
                  </a:lnTo>
                  <a:lnTo>
                    <a:pt x="443338" y="2444156"/>
                  </a:lnTo>
                  <a:lnTo>
                    <a:pt x="439333" y="2433972"/>
                  </a:lnTo>
                  <a:lnTo>
                    <a:pt x="435154" y="2423788"/>
                  </a:lnTo>
                  <a:lnTo>
                    <a:pt x="430736" y="2413604"/>
                  </a:lnTo>
                  <a:lnTo>
                    <a:pt x="426226" y="2403420"/>
                  </a:lnTo>
                  <a:lnTo>
                    <a:pt x="421467" y="2393236"/>
                  </a:lnTo>
                  <a:lnTo>
                    <a:pt x="416607" y="2383052"/>
                  </a:lnTo>
                  <a:lnTo>
                    <a:pt x="411602" y="2372868"/>
                  </a:lnTo>
                  <a:lnTo>
                    <a:pt x="406440" y="2362684"/>
                  </a:lnTo>
                  <a:lnTo>
                    <a:pt x="401212" y="2352500"/>
                  </a:lnTo>
                  <a:lnTo>
                    <a:pt x="395807" y="2342316"/>
                  </a:lnTo>
                  <a:lnTo>
                    <a:pt x="390349" y="2332132"/>
                  </a:lnTo>
                  <a:lnTo>
                    <a:pt x="384793" y="2321948"/>
                  </a:lnTo>
                  <a:lnTo>
                    <a:pt x="379159" y="2311764"/>
                  </a:lnTo>
                  <a:lnTo>
                    <a:pt x="373485" y="2301580"/>
                  </a:lnTo>
                  <a:lnTo>
                    <a:pt x="367730" y="2291397"/>
                  </a:lnTo>
                  <a:lnTo>
                    <a:pt x="361959" y="2281213"/>
                  </a:lnTo>
                  <a:lnTo>
                    <a:pt x="356153" y="2271029"/>
                  </a:lnTo>
                  <a:lnTo>
                    <a:pt x="350339" y="2260845"/>
                  </a:lnTo>
                  <a:lnTo>
                    <a:pt x="344520" y="2250661"/>
                  </a:lnTo>
                  <a:lnTo>
                    <a:pt x="338720" y="2240477"/>
                  </a:lnTo>
                  <a:lnTo>
                    <a:pt x="332936" y="2230293"/>
                  </a:lnTo>
                  <a:lnTo>
                    <a:pt x="327194" y="2220109"/>
                  </a:lnTo>
                  <a:lnTo>
                    <a:pt x="321503" y="2209925"/>
                  </a:lnTo>
                  <a:lnTo>
                    <a:pt x="315853" y="2199741"/>
                  </a:lnTo>
                  <a:lnTo>
                    <a:pt x="310311" y="2189557"/>
                  </a:lnTo>
                  <a:lnTo>
                    <a:pt x="304814" y="2179373"/>
                  </a:lnTo>
                  <a:lnTo>
                    <a:pt x="299450" y="2169189"/>
                  </a:lnTo>
                  <a:lnTo>
                    <a:pt x="294179" y="2159005"/>
                  </a:lnTo>
                  <a:lnTo>
                    <a:pt x="289008" y="2148821"/>
                  </a:lnTo>
                  <a:lnTo>
                    <a:pt x="284016" y="2138637"/>
                  </a:lnTo>
                  <a:lnTo>
                    <a:pt x="279098" y="2128453"/>
                  </a:lnTo>
                  <a:lnTo>
                    <a:pt x="274409" y="2118269"/>
                  </a:lnTo>
                  <a:lnTo>
                    <a:pt x="269840" y="2108085"/>
                  </a:lnTo>
                  <a:lnTo>
                    <a:pt x="265437" y="2097901"/>
                  </a:lnTo>
                  <a:lnTo>
                    <a:pt x="261266" y="2087717"/>
                  </a:lnTo>
                  <a:lnTo>
                    <a:pt x="257194" y="2077533"/>
                  </a:lnTo>
                  <a:lnTo>
                    <a:pt x="253450" y="2067349"/>
                  </a:lnTo>
                  <a:lnTo>
                    <a:pt x="249837" y="2057165"/>
                  </a:lnTo>
                  <a:lnTo>
                    <a:pt x="246461" y="2046981"/>
                  </a:lnTo>
                  <a:lnTo>
                    <a:pt x="243349" y="2036797"/>
                  </a:lnTo>
                  <a:lnTo>
                    <a:pt x="240365" y="2026613"/>
                  </a:lnTo>
                  <a:lnTo>
                    <a:pt x="237790" y="2016429"/>
                  </a:lnTo>
                  <a:lnTo>
                    <a:pt x="235350" y="2006245"/>
                  </a:lnTo>
                  <a:lnTo>
                    <a:pt x="233217" y="1996061"/>
                  </a:lnTo>
                  <a:lnTo>
                    <a:pt x="231360" y="1985877"/>
                  </a:lnTo>
                  <a:lnTo>
                    <a:pt x="229680" y="1975693"/>
                  </a:lnTo>
                  <a:lnTo>
                    <a:pt x="228434" y="1965509"/>
                  </a:lnTo>
                  <a:lnTo>
                    <a:pt x="227339" y="1955325"/>
                  </a:lnTo>
                  <a:lnTo>
                    <a:pt x="226614" y="1945141"/>
                  </a:lnTo>
                  <a:lnTo>
                    <a:pt x="226162" y="1934957"/>
                  </a:lnTo>
                  <a:lnTo>
                    <a:pt x="225935" y="1924773"/>
                  </a:lnTo>
                  <a:lnTo>
                    <a:pt x="226145" y="1914589"/>
                  </a:lnTo>
                  <a:lnTo>
                    <a:pt x="226515" y="1904405"/>
                  </a:lnTo>
                  <a:lnTo>
                    <a:pt x="227311" y="1894221"/>
                  </a:lnTo>
                  <a:lnTo>
                    <a:pt x="228362" y="1884037"/>
                  </a:lnTo>
                  <a:lnTo>
                    <a:pt x="229681" y="1873853"/>
                  </a:lnTo>
                  <a:lnTo>
                    <a:pt x="231420" y="1863669"/>
                  </a:lnTo>
                  <a:lnTo>
                    <a:pt x="233325" y="1853485"/>
                  </a:lnTo>
                  <a:lnTo>
                    <a:pt x="235698" y="1843301"/>
                  </a:lnTo>
                  <a:lnTo>
                    <a:pt x="238296" y="1833117"/>
                  </a:lnTo>
                  <a:lnTo>
                    <a:pt x="241198" y="1822933"/>
                  </a:lnTo>
                  <a:lnTo>
                    <a:pt x="244488" y="1812749"/>
                  </a:lnTo>
                  <a:lnTo>
                    <a:pt x="247944" y="1802565"/>
                  </a:lnTo>
                  <a:lnTo>
                    <a:pt x="251894" y="1792381"/>
                  </a:lnTo>
                  <a:lnTo>
                    <a:pt x="256034" y="1782197"/>
                  </a:lnTo>
                  <a:lnTo>
                    <a:pt x="260501" y="1772013"/>
                  </a:lnTo>
                  <a:lnTo>
                    <a:pt x="265315" y="1761829"/>
                  </a:lnTo>
                  <a:lnTo>
                    <a:pt x="270292" y="1751645"/>
                  </a:lnTo>
                  <a:lnTo>
                    <a:pt x="275765" y="1741461"/>
                  </a:lnTo>
                  <a:lnTo>
                    <a:pt x="281391" y="1731277"/>
                  </a:lnTo>
                  <a:lnTo>
                    <a:pt x="287358" y="1721093"/>
                  </a:lnTo>
                  <a:lnTo>
                    <a:pt x="293620" y="1710909"/>
                  </a:lnTo>
                  <a:lnTo>
                    <a:pt x="300064" y="1700725"/>
                  </a:lnTo>
                  <a:lnTo>
                    <a:pt x="306939" y="1690541"/>
                  </a:lnTo>
                  <a:lnTo>
                    <a:pt x="313955" y="1680357"/>
                  </a:lnTo>
                  <a:lnTo>
                    <a:pt x="321311" y="1670173"/>
                  </a:lnTo>
                  <a:lnTo>
                    <a:pt x="328906" y="1659989"/>
                  </a:lnTo>
                  <a:lnTo>
                    <a:pt x="336694" y="1649805"/>
                  </a:lnTo>
                  <a:lnTo>
                    <a:pt x="344841" y="1639621"/>
                  </a:lnTo>
                  <a:lnTo>
                    <a:pt x="353114" y="1629437"/>
                  </a:lnTo>
                  <a:lnTo>
                    <a:pt x="361711" y="1619253"/>
                  </a:lnTo>
                  <a:lnTo>
                    <a:pt x="370494" y="1609069"/>
                  </a:lnTo>
                  <a:lnTo>
                    <a:pt x="379467" y="1598885"/>
                  </a:lnTo>
                  <a:lnTo>
                    <a:pt x="388728" y="1588701"/>
                  </a:lnTo>
                  <a:lnTo>
                    <a:pt x="398097" y="1578517"/>
                  </a:lnTo>
                  <a:lnTo>
                    <a:pt x="407760" y="1568333"/>
                  </a:lnTo>
                  <a:lnTo>
                    <a:pt x="417558" y="1558149"/>
                  </a:lnTo>
                  <a:lnTo>
                    <a:pt x="427534" y="1547965"/>
                  </a:lnTo>
                  <a:lnTo>
                    <a:pt x="437726" y="1537781"/>
                  </a:lnTo>
                  <a:lnTo>
                    <a:pt x="448008" y="1527598"/>
                  </a:lnTo>
                  <a:lnTo>
                    <a:pt x="458542" y="1517414"/>
                  </a:lnTo>
                  <a:lnTo>
                    <a:pt x="469167" y="1507230"/>
                  </a:lnTo>
                  <a:lnTo>
                    <a:pt x="479945" y="1497046"/>
                  </a:lnTo>
                  <a:lnTo>
                    <a:pt x="490875" y="1486862"/>
                  </a:lnTo>
                  <a:lnTo>
                    <a:pt x="501874" y="1476678"/>
                  </a:lnTo>
                  <a:lnTo>
                    <a:pt x="513071" y="1466494"/>
                  </a:lnTo>
                  <a:lnTo>
                    <a:pt x="524323" y="1456310"/>
                  </a:lnTo>
                  <a:lnTo>
                    <a:pt x="535694" y="1446126"/>
                  </a:lnTo>
                  <a:lnTo>
                    <a:pt x="547160" y="1435942"/>
                  </a:lnTo>
                  <a:lnTo>
                    <a:pt x="558683" y="1425758"/>
                  </a:lnTo>
                  <a:lnTo>
                    <a:pt x="570325" y="1415574"/>
                  </a:lnTo>
                  <a:lnTo>
                    <a:pt x="582001" y="1405390"/>
                  </a:lnTo>
                  <a:lnTo>
                    <a:pt x="593756" y="1395206"/>
                  </a:lnTo>
                  <a:lnTo>
                    <a:pt x="605556" y="1385022"/>
                  </a:lnTo>
                  <a:lnTo>
                    <a:pt x="617392" y="1374838"/>
                  </a:lnTo>
                  <a:lnTo>
                    <a:pt x="629280" y="1364654"/>
                  </a:lnTo>
                  <a:lnTo>
                    <a:pt x="641183" y="1354470"/>
                  </a:lnTo>
                  <a:lnTo>
                    <a:pt x="653115" y="1344286"/>
                  </a:lnTo>
                  <a:lnTo>
                    <a:pt x="665055" y="1334102"/>
                  </a:lnTo>
                  <a:lnTo>
                    <a:pt x="677003" y="1323918"/>
                  </a:lnTo>
                  <a:lnTo>
                    <a:pt x="688946" y="1313734"/>
                  </a:lnTo>
                  <a:lnTo>
                    <a:pt x="700884" y="1303550"/>
                  </a:lnTo>
                  <a:lnTo>
                    <a:pt x="712800" y="1293366"/>
                  </a:lnTo>
                  <a:lnTo>
                    <a:pt x="724696" y="1283182"/>
                  </a:lnTo>
                  <a:lnTo>
                    <a:pt x="736565" y="1272998"/>
                  </a:lnTo>
                  <a:lnTo>
                    <a:pt x="748386" y="1262814"/>
                  </a:lnTo>
                  <a:lnTo>
                    <a:pt x="760185" y="1252630"/>
                  </a:lnTo>
                  <a:lnTo>
                    <a:pt x="771906" y="1242446"/>
                  </a:lnTo>
                  <a:lnTo>
                    <a:pt x="783588" y="1232262"/>
                  </a:lnTo>
                  <a:lnTo>
                    <a:pt x="795208" y="1222078"/>
                  </a:lnTo>
                  <a:lnTo>
                    <a:pt x="806746" y="1211894"/>
                  </a:lnTo>
                  <a:lnTo>
                    <a:pt x="818246" y="1201710"/>
                  </a:lnTo>
                  <a:lnTo>
                    <a:pt x="829614" y="1191526"/>
                  </a:lnTo>
                  <a:lnTo>
                    <a:pt x="840933" y="1181342"/>
                  </a:lnTo>
                  <a:lnTo>
                    <a:pt x="852151" y="1171158"/>
                  </a:lnTo>
                  <a:lnTo>
                    <a:pt x="863266" y="1160974"/>
                  </a:lnTo>
                  <a:lnTo>
                    <a:pt x="874320" y="1150790"/>
                  </a:lnTo>
                  <a:lnTo>
                    <a:pt x="885207" y="1140606"/>
                  </a:lnTo>
                  <a:lnTo>
                    <a:pt x="896035" y="1130422"/>
                  </a:lnTo>
                  <a:lnTo>
                    <a:pt x="906722" y="1120238"/>
                  </a:lnTo>
                  <a:lnTo>
                    <a:pt x="917295" y="1110054"/>
                  </a:lnTo>
                  <a:lnTo>
                    <a:pt x="927781" y="1099870"/>
                  </a:lnTo>
                  <a:lnTo>
                    <a:pt x="938080" y="1089686"/>
                  </a:lnTo>
                  <a:lnTo>
                    <a:pt x="948311" y="1079502"/>
                  </a:lnTo>
                  <a:lnTo>
                    <a:pt x="958364" y="1069318"/>
                  </a:lnTo>
                  <a:lnTo>
                    <a:pt x="968299" y="1059134"/>
                  </a:lnTo>
                  <a:lnTo>
                    <a:pt x="978122" y="1048950"/>
                  </a:lnTo>
                  <a:lnTo>
                    <a:pt x="987748" y="1038766"/>
                  </a:lnTo>
                  <a:lnTo>
                    <a:pt x="997299" y="1028582"/>
                  </a:lnTo>
                  <a:lnTo>
                    <a:pt x="1006638" y="1018398"/>
                  </a:lnTo>
                  <a:lnTo>
                    <a:pt x="1015864" y="1008214"/>
                  </a:lnTo>
                  <a:lnTo>
                    <a:pt x="1024951" y="998030"/>
                  </a:lnTo>
                  <a:lnTo>
                    <a:pt x="1033844" y="987846"/>
                  </a:lnTo>
                  <a:lnTo>
                    <a:pt x="1042655" y="977662"/>
                  </a:lnTo>
                  <a:lnTo>
                    <a:pt x="1051226" y="967478"/>
                  </a:lnTo>
                  <a:lnTo>
                    <a:pt x="1059694" y="957294"/>
                  </a:lnTo>
                  <a:lnTo>
                    <a:pt x="1068000" y="947110"/>
                  </a:lnTo>
                  <a:lnTo>
                    <a:pt x="1076119" y="936926"/>
                  </a:lnTo>
                  <a:lnTo>
                    <a:pt x="1084155" y="926742"/>
                  </a:lnTo>
                  <a:lnTo>
                    <a:pt x="1091925" y="916558"/>
                  </a:lnTo>
                  <a:lnTo>
                    <a:pt x="1099608" y="906374"/>
                  </a:lnTo>
                  <a:lnTo>
                    <a:pt x="1107109" y="896190"/>
                  </a:lnTo>
                  <a:lnTo>
                    <a:pt x="1114437" y="886006"/>
                  </a:lnTo>
                  <a:lnTo>
                    <a:pt x="1121668" y="875822"/>
                  </a:lnTo>
                  <a:lnTo>
                    <a:pt x="1128643" y="865638"/>
                  </a:lnTo>
                  <a:lnTo>
                    <a:pt x="1135533" y="855454"/>
                  </a:lnTo>
                  <a:lnTo>
                    <a:pt x="1142226" y="845270"/>
                  </a:lnTo>
                  <a:lnTo>
                    <a:pt x="1148765" y="835086"/>
                  </a:lnTo>
                  <a:lnTo>
                    <a:pt x="1155192" y="824902"/>
                  </a:lnTo>
                  <a:lnTo>
                    <a:pt x="1161383" y="814718"/>
                  </a:lnTo>
                  <a:lnTo>
                    <a:pt x="1167493" y="804534"/>
                  </a:lnTo>
                  <a:lnTo>
                    <a:pt x="1173394" y="794350"/>
                  </a:lnTo>
                  <a:lnTo>
                    <a:pt x="1179163" y="784166"/>
                  </a:lnTo>
                  <a:lnTo>
                    <a:pt x="1184806" y="773982"/>
                  </a:lnTo>
                  <a:lnTo>
                    <a:pt x="1190240" y="763799"/>
                  </a:lnTo>
                  <a:lnTo>
                    <a:pt x="1195595" y="753615"/>
                  </a:lnTo>
                  <a:lnTo>
                    <a:pt x="1200736" y="743431"/>
                  </a:lnTo>
                  <a:lnTo>
                    <a:pt x="1205767" y="733247"/>
                  </a:lnTo>
                  <a:lnTo>
                    <a:pt x="1210664" y="723063"/>
                  </a:lnTo>
                  <a:lnTo>
                    <a:pt x="1215378" y="712879"/>
                  </a:lnTo>
                  <a:lnTo>
                    <a:pt x="1220018" y="702695"/>
                  </a:lnTo>
                  <a:lnTo>
                    <a:pt x="1224444" y="692511"/>
                  </a:lnTo>
                  <a:lnTo>
                    <a:pt x="1228780" y="682327"/>
                  </a:lnTo>
                  <a:lnTo>
                    <a:pt x="1232979" y="672143"/>
                  </a:lnTo>
                  <a:lnTo>
                    <a:pt x="1237022" y="661959"/>
                  </a:lnTo>
                  <a:lnTo>
                    <a:pt x="1240996" y="651775"/>
                  </a:lnTo>
                  <a:lnTo>
                    <a:pt x="1244760" y="641591"/>
                  </a:lnTo>
                  <a:lnTo>
                    <a:pt x="1248455" y="631407"/>
                  </a:lnTo>
                  <a:lnTo>
                    <a:pt x="1252012" y="621223"/>
                  </a:lnTo>
                  <a:lnTo>
                    <a:pt x="1255439" y="611039"/>
                  </a:lnTo>
                  <a:lnTo>
                    <a:pt x="1258795" y="600855"/>
                  </a:lnTo>
                  <a:lnTo>
                    <a:pt x="1261966" y="590671"/>
                  </a:lnTo>
                  <a:lnTo>
                    <a:pt x="1265078" y="580487"/>
                  </a:lnTo>
                  <a:lnTo>
                    <a:pt x="1268054" y="570303"/>
                  </a:lnTo>
                  <a:lnTo>
                    <a:pt x="1270926" y="560119"/>
                  </a:lnTo>
                  <a:lnTo>
                    <a:pt x="1273723" y="549935"/>
                  </a:lnTo>
                  <a:lnTo>
                    <a:pt x="1276365" y="539751"/>
                  </a:lnTo>
                  <a:lnTo>
                    <a:pt x="1278956" y="529567"/>
                  </a:lnTo>
                  <a:lnTo>
                    <a:pt x="1281416" y="519383"/>
                  </a:lnTo>
                  <a:lnTo>
                    <a:pt x="1283794" y="509199"/>
                  </a:lnTo>
                  <a:lnTo>
                    <a:pt x="1286096" y="499015"/>
                  </a:lnTo>
                  <a:lnTo>
                    <a:pt x="1288273" y="488831"/>
                  </a:lnTo>
                  <a:lnTo>
                    <a:pt x="1290404" y="478647"/>
                  </a:lnTo>
                  <a:lnTo>
                    <a:pt x="1292413" y="468463"/>
                  </a:lnTo>
                  <a:lnTo>
                    <a:pt x="1294358" y="458279"/>
                  </a:lnTo>
                  <a:lnTo>
                    <a:pt x="1296231" y="448095"/>
                  </a:lnTo>
                  <a:lnTo>
                    <a:pt x="1298002" y="437911"/>
                  </a:lnTo>
                  <a:lnTo>
                    <a:pt x="1299734" y="427727"/>
                  </a:lnTo>
                  <a:lnTo>
                    <a:pt x="1301354" y="417543"/>
                  </a:lnTo>
                  <a:lnTo>
                    <a:pt x="1302927" y="407359"/>
                  </a:lnTo>
                  <a:lnTo>
                    <a:pt x="1304431" y="397175"/>
                  </a:lnTo>
                  <a:lnTo>
                    <a:pt x="1305856" y="386991"/>
                  </a:lnTo>
                  <a:lnTo>
                    <a:pt x="1307247" y="376807"/>
                  </a:lnTo>
                  <a:lnTo>
                    <a:pt x="1308537" y="366623"/>
                  </a:lnTo>
                  <a:lnTo>
                    <a:pt x="1309794" y="356439"/>
                  </a:lnTo>
                  <a:lnTo>
                    <a:pt x="1310987" y="346255"/>
                  </a:lnTo>
                  <a:lnTo>
                    <a:pt x="1312119" y="336071"/>
                  </a:lnTo>
                  <a:lnTo>
                    <a:pt x="1313220" y="325887"/>
                  </a:lnTo>
                  <a:lnTo>
                    <a:pt x="1314237" y="315703"/>
                  </a:lnTo>
                  <a:lnTo>
                    <a:pt x="1315229" y="305519"/>
                  </a:lnTo>
                  <a:lnTo>
                    <a:pt x="1316163" y="295335"/>
                  </a:lnTo>
                  <a:lnTo>
                    <a:pt x="1317052" y="285151"/>
                  </a:lnTo>
                  <a:lnTo>
                    <a:pt x="1317911" y="274967"/>
                  </a:lnTo>
                  <a:lnTo>
                    <a:pt x="1318705" y="264783"/>
                  </a:lnTo>
                  <a:lnTo>
                    <a:pt x="1319479" y="254599"/>
                  </a:lnTo>
                  <a:lnTo>
                    <a:pt x="1320201" y="244415"/>
                  </a:lnTo>
                  <a:lnTo>
                    <a:pt x="1320890" y="234231"/>
                  </a:lnTo>
                  <a:lnTo>
                    <a:pt x="1321551" y="224047"/>
                  </a:lnTo>
                  <a:lnTo>
                    <a:pt x="1322164" y="213863"/>
                  </a:lnTo>
                  <a:lnTo>
                    <a:pt x="1322760" y="203679"/>
                  </a:lnTo>
                  <a:lnTo>
                    <a:pt x="1323311" y="193495"/>
                  </a:lnTo>
                  <a:lnTo>
                    <a:pt x="1323839" y="183311"/>
                  </a:lnTo>
                  <a:lnTo>
                    <a:pt x="1324342" y="173127"/>
                  </a:lnTo>
                  <a:lnTo>
                    <a:pt x="1324809" y="162943"/>
                  </a:lnTo>
                  <a:lnTo>
                    <a:pt x="1325262" y="152759"/>
                  </a:lnTo>
                  <a:lnTo>
                    <a:pt x="1325678" y="142575"/>
                  </a:lnTo>
                  <a:lnTo>
                    <a:pt x="1326077" y="132391"/>
                  </a:lnTo>
                  <a:lnTo>
                    <a:pt x="1326455" y="122207"/>
                  </a:lnTo>
                  <a:lnTo>
                    <a:pt x="1326806" y="112023"/>
                  </a:lnTo>
                  <a:lnTo>
                    <a:pt x="1327147" y="101839"/>
                  </a:lnTo>
                  <a:lnTo>
                    <a:pt x="1327456" y="91655"/>
                  </a:lnTo>
                  <a:lnTo>
                    <a:pt x="1327754" y="81471"/>
                  </a:lnTo>
                  <a:lnTo>
                    <a:pt x="1328034" y="71287"/>
                  </a:lnTo>
                  <a:lnTo>
                    <a:pt x="1328295" y="61103"/>
                  </a:lnTo>
                  <a:lnTo>
                    <a:pt x="1328547" y="50919"/>
                  </a:lnTo>
                  <a:lnTo>
                    <a:pt x="1328775" y="40735"/>
                  </a:lnTo>
                  <a:lnTo>
                    <a:pt x="1328995" y="30551"/>
                  </a:lnTo>
                  <a:lnTo>
                    <a:pt x="1329200" y="20367"/>
                  </a:lnTo>
                  <a:lnTo>
                    <a:pt x="1329392" y="10183"/>
                  </a:lnTo>
                  <a:lnTo>
                    <a:pt x="1329575" y="0"/>
                  </a:lnTo>
                  <a:lnTo>
                    <a:pt x="1334496" y="0"/>
                  </a:lnTo>
                  <a:lnTo>
                    <a:pt x="1334680" y="10183"/>
                  </a:lnTo>
                  <a:lnTo>
                    <a:pt x="1334871" y="20367"/>
                  </a:lnTo>
                  <a:lnTo>
                    <a:pt x="1335076" y="30551"/>
                  </a:lnTo>
                  <a:lnTo>
                    <a:pt x="1335296" y="40735"/>
                  </a:lnTo>
                  <a:lnTo>
                    <a:pt x="1335524" y="50919"/>
                  </a:lnTo>
                  <a:lnTo>
                    <a:pt x="1335776" y="61103"/>
                  </a:lnTo>
                  <a:lnTo>
                    <a:pt x="1336037" y="71287"/>
                  </a:lnTo>
                  <a:lnTo>
                    <a:pt x="1336317" y="81471"/>
                  </a:lnTo>
                  <a:lnTo>
                    <a:pt x="1336615" y="91655"/>
                  </a:lnTo>
                  <a:lnTo>
                    <a:pt x="1336925" y="101839"/>
                  </a:lnTo>
                  <a:lnTo>
                    <a:pt x="1337265" y="112023"/>
                  </a:lnTo>
                  <a:lnTo>
                    <a:pt x="1337617" y="122207"/>
                  </a:lnTo>
                  <a:lnTo>
                    <a:pt x="1337994" y="132391"/>
                  </a:lnTo>
                  <a:lnTo>
                    <a:pt x="1338393" y="142575"/>
                  </a:lnTo>
                  <a:lnTo>
                    <a:pt x="1338809" y="152759"/>
                  </a:lnTo>
                  <a:lnTo>
                    <a:pt x="1339262" y="162943"/>
                  </a:lnTo>
                  <a:lnTo>
                    <a:pt x="1339729" y="173127"/>
                  </a:lnTo>
                  <a:lnTo>
                    <a:pt x="1340232" y="183311"/>
                  </a:lnTo>
                  <a:lnTo>
                    <a:pt x="1340760" y="193495"/>
                  </a:lnTo>
                  <a:lnTo>
                    <a:pt x="1341311" y="203679"/>
                  </a:lnTo>
                  <a:lnTo>
                    <a:pt x="1341907" y="213863"/>
                  </a:lnTo>
                  <a:lnTo>
                    <a:pt x="1342520" y="224047"/>
                  </a:lnTo>
                  <a:lnTo>
                    <a:pt x="1343181" y="234231"/>
                  </a:lnTo>
                  <a:lnTo>
                    <a:pt x="1343870" y="244415"/>
                  </a:lnTo>
                  <a:lnTo>
                    <a:pt x="1344593" y="254599"/>
                  </a:lnTo>
                  <a:lnTo>
                    <a:pt x="1345366" y="264783"/>
                  </a:lnTo>
                  <a:lnTo>
                    <a:pt x="1346161" y="274967"/>
                  </a:lnTo>
                  <a:lnTo>
                    <a:pt x="1347019" y="285151"/>
                  </a:lnTo>
                  <a:lnTo>
                    <a:pt x="1347908" y="295335"/>
                  </a:lnTo>
                  <a:lnTo>
                    <a:pt x="1348842" y="305519"/>
                  </a:lnTo>
                  <a:lnTo>
                    <a:pt x="1349834" y="315703"/>
                  </a:lnTo>
                  <a:lnTo>
                    <a:pt x="1350851" y="325887"/>
                  </a:lnTo>
                  <a:lnTo>
                    <a:pt x="1351952" y="336071"/>
                  </a:lnTo>
                  <a:lnTo>
                    <a:pt x="1353085" y="346255"/>
                  </a:lnTo>
                  <a:lnTo>
                    <a:pt x="1354277" y="356439"/>
                  </a:lnTo>
                  <a:lnTo>
                    <a:pt x="1355534" y="366623"/>
                  </a:lnTo>
                  <a:lnTo>
                    <a:pt x="1356824" y="376807"/>
                  </a:lnTo>
                  <a:lnTo>
                    <a:pt x="1358215" y="386991"/>
                  </a:lnTo>
                  <a:lnTo>
                    <a:pt x="1359640" y="397175"/>
                  </a:lnTo>
                  <a:lnTo>
                    <a:pt x="1361144" y="407359"/>
                  </a:lnTo>
                  <a:lnTo>
                    <a:pt x="1362717" y="417543"/>
                  </a:lnTo>
                  <a:lnTo>
                    <a:pt x="1364337" y="427727"/>
                  </a:lnTo>
                  <a:lnTo>
                    <a:pt x="1366069" y="437911"/>
                  </a:lnTo>
                  <a:lnTo>
                    <a:pt x="1367841" y="448095"/>
                  </a:lnTo>
                  <a:lnTo>
                    <a:pt x="1369713" y="458279"/>
                  </a:lnTo>
                  <a:lnTo>
                    <a:pt x="1371659" y="468463"/>
                  </a:lnTo>
                  <a:lnTo>
                    <a:pt x="1373667" y="478647"/>
                  </a:lnTo>
                  <a:lnTo>
                    <a:pt x="1375798" y="488831"/>
                  </a:lnTo>
                  <a:lnTo>
                    <a:pt x="1377975" y="499015"/>
                  </a:lnTo>
                  <a:lnTo>
                    <a:pt x="1380278" y="509199"/>
                  </a:lnTo>
                  <a:lnTo>
                    <a:pt x="1382655" y="519383"/>
                  </a:lnTo>
                  <a:lnTo>
                    <a:pt x="1385116" y="529567"/>
                  </a:lnTo>
                  <a:lnTo>
                    <a:pt x="1387706" y="539751"/>
                  </a:lnTo>
                  <a:lnTo>
                    <a:pt x="1390348" y="549935"/>
                  </a:lnTo>
                  <a:lnTo>
                    <a:pt x="1393146" y="560119"/>
                  </a:lnTo>
                  <a:lnTo>
                    <a:pt x="1396017" y="570303"/>
                  </a:lnTo>
                  <a:lnTo>
                    <a:pt x="1398993" y="580487"/>
                  </a:lnTo>
                  <a:lnTo>
                    <a:pt x="1402105" y="590671"/>
                  </a:lnTo>
                  <a:lnTo>
                    <a:pt x="1405276" y="600855"/>
                  </a:lnTo>
                  <a:lnTo>
                    <a:pt x="1408632" y="611039"/>
                  </a:lnTo>
                  <a:lnTo>
                    <a:pt x="1412059" y="621223"/>
                  </a:lnTo>
                  <a:lnTo>
                    <a:pt x="1415616" y="631407"/>
                  </a:lnTo>
                  <a:lnTo>
                    <a:pt x="1419311" y="641591"/>
                  </a:lnTo>
                  <a:lnTo>
                    <a:pt x="1423075" y="651775"/>
                  </a:lnTo>
                  <a:lnTo>
                    <a:pt x="1427049" y="661959"/>
                  </a:lnTo>
                  <a:lnTo>
                    <a:pt x="1431092" y="672143"/>
                  </a:lnTo>
                  <a:lnTo>
                    <a:pt x="1435291" y="682327"/>
                  </a:lnTo>
                  <a:lnTo>
                    <a:pt x="1439627" y="692511"/>
                  </a:lnTo>
                  <a:lnTo>
                    <a:pt x="1444053" y="702695"/>
                  </a:lnTo>
                  <a:lnTo>
                    <a:pt x="1448693" y="712879"/>
                  </a:lnTo>
                  <a:lnTo>
                    <a:pt x="1453407" y="723063"/>
                  </a:lnTo>
                  <a:lnTo>
                    <a:pt x="1458304" y="733247"/>
                  </a:lnTo>
                  <a:lnTo>
                    <a:pt x="1463335" y="743431"/>
                  </a:lnTo>
                  <a:lnTo>
                    <a:pt x="1468476" y="753615"/>
                  </a:lnTo>
                  <a:lnTo>
                    <a:pt x="1473831" y="763799"/>
                  </a:lnTo>
                  <a:lnTo>
                    <a:pt x="1479265" y="773982"/>
                  </a:lnTo>
                  <a:lnTo>
                    <a:pt x="1484909" y="784166"/>
                  </a:lnTo>
                  <a:lnTo>
                    <a:pt x="1490677" y="794350"/>
                  </a:lnTo>
                  <a:lnTo>
                    <a:pt x="1496578" y="804534"/>
                  </a:lnTo>
                  <a:lnTo>
                    <a:pt x="1502688" y="814718"/>
                  </a:lnTo>
                  <a:lnTo>
                    <a:pt x="1508879" y="824902"/>
                  </a:lnTo>
                  <a:lnTo>
                    <a:pt x="1515306" y="835086"/>
                  </a:lnTo>
                  <a:lnTo>
                    <a:pt x="1521845" y="845270"/>
                  </a:lnTo>
                  <a:lnTo>
                    <a:pt x="1528538" y="855454"/>
                  </a:lnTo>
                  <a:lnTo>
                    <a:pt x="1535429" y="865638"/>
                  </a:lnTo>
                  <a:lnTo>
                    <a:pt x="1542403" y="875822"/>
                  </a:lnTo>
                  <a:lnTo>
                    <a:pt x="1549634" y="886006"/>
                  </a:lnTo>
                  <a:lnTo>
                    <a:pt x="1556962" y="896190"/>
                  </a:lnTo>
                  <a:lnTo>
                    <a:pt x="1564463" y="906374"/>
                  </a:lnTo>
                  <a:lnTo>
                    <a:pt x="1572146" y="916558"/>
                  </a:lnTo>
                  <a:lnTo>
                    <a:pt x="1579917" y="926742"/>
                  </a:lnTo>
                  <a:lnTo>
                    <a:pt x="1587952" y="936926"/>
                  </a:lnTo>
                  <a:lnTo>
                    <a:pt x="1596072" y="947110"/>
                  </a:lnTo>
                  <a:lnTo>
                    <a:pt x="1604378" y="957294"/>
                  </a:lnTo>
                  <a:lnTo>
                    <a:pt x="1612846" y="967478"/>
                  </a:lnTo>
                  <a:lnTo>
                    <a:pt x="1621416" y="977662"/>
                  </a:lnTo>
                  <a:lnTo>
                    <a:pt x="1630227" y="987846"/>
                  </a:lnTo>
                  <a:lnTo>
                    <a:pt x="1639120" y="998030"/>
                  </a:lnTo>
                  <a:lnTo>
                    <a:pt x="1648207" y="1008214"/>
                  </a:lnTo>
                  <a:lnTo>
                    <a:pt x="1657433" y="1018398"/>
                  </a:lnTo>
                  <a:lnTo>
                    <a:pt x="1666772" y="1028582"/>
                  </a:lnTo>
                  <a:lnTo>
                    <a:pt x="1676323" y="1038766"/>
                  </a:lnTo>
                  <a:lnTo>
                    <a:pt x="1685950" y="1048950"/>
                  </a:lnTo>
                  <a:lnTo>
                    <a:pt x="1695772" y="1059134"/>
                  </a:lnTo>
                  <a:lnTo>
                    <a:pt x="1705707" y="1069318"/>
                  </a:lnTo>
                  <a:lnTo>
                    <a:pt x="1715760" y="1079502"/>
                  </a:lnTo>
                  <a:lnTo>
                    <a:pt x="1725991" y="1089686"/>
                  </a:lnTo>
                  <a:lnTo>
                    <a:pt x="1736290" y="1099870"/>
                  </a:lnTo>
                  <a:lnTo>
                    <a:pt x="1746776" y="1110054"/>
                  </a:lnTo>
                  <a:lnTo>
                    <a:pt x="1757349" y="1120238"/>
                  </a:lnTo>
                  <a:lnTo>
                    <a:pt x="1768036" y="1130422"/>
                  </a:lnTo>
                  <a:lnTo>
                    <a:pt x="1778865" y="1140606"/>
                  </a:lnTo>
                  <a:lnTo>
                    <a:pt x="1789751" y="1150790"/>
                  </a:lnTo>
                  <a:lnTo>
                    <a:pt x="1800806" y="1160974"/>
                  </a:lnTo>
                  <a:lnTo>
                    <a:pt x="1811920" y="1171158"/>
                  </a:lnTo>
                  <a:lnTo>
                    <a:pt x="1823138" y="1181342"/>
                  </a:lnTo>
                  <a:lnTo>
                    <a:pt x="1834457" y="1191526"/>
                  </a:lnTo>
                  <a:lnTo>
                    <a:pt x="1845825" y="1201710"/>
                  </a:lnTo>
                  <a:lnTo>
                    <a:pt x="1857325" y="1211894"/>
                  </a:lnTo>
                  <a:lnTo>
                    <a:pt x="1868863" y="1222078"/>
                  </a:lnTo>
                  <a:lnTo>
                    <a:pt x="1880483" y="1232262"/>
                  </a:lnTo>
                  <a:lnTo>
                    <a:pt x="1892165" y="1242446"/>
                  </a:lnTo>
                  <a:lnTo>
                    <a:pt x="1903886" y="1252630"/>
                  </a:lnTo>
                  <a:lnTo>
                    <a:pt x="1915685" y="1262814"/>
                  </a:lnTo>
                  <a:lnTo>
                    <a:pt x="1927506" y="1272998"/>
                  </a:lnTo>
                  <a:lnTo>
                    <a:pt x="1939375" y="1283182"/>
                  </a:lnTo>
                  <a:lnTo>
                    <a:pt x="1951271" y="1293366"/>
                  </a:lnTo>
                  <a:lnTo>
                    <a:pt x="1963187" y="1303550"/>
                  </a:lnTo>
                  <a:lnTo>
                    <a:pt x="1975125" y="1313734"/>
                  </a:lnTo>
                  <a:lnTo>
                    <a:pt x="1987068" y="1323918"/>
                  </a:lnTo>
                  <a:lnTo>
                    <a:pt x="1999016" y="1334102"/>
                  </a:lnTo>
                  <a:lnTo>
                    <a:pt x="2010956" y="1344286"/>
                  </a:lnTo>
                  <a:lnTo>
                    <a:pt x="2022888" y="1354470"/>
                  </a:lnTo>
                  <a:lnTo>
                    <a:pt x="2034791" y="1364654"/>
                  </a:lnTo>
                  <a:lnTo>
                    <a:pt x="2046679" y="1374838"/>
                  </a:lnTo>
                  <a:lnTo>
                    <a:pt x="2058515" y="1385022"/>
                  </a:lnTo>
                  <a:lnTo>
                    <a:pt x="2070315" y="1395206"/>
                  </a:lnTo>
                  <a:lnTo>
                    <a:pt x="2082070" y="1405390"/>
                  </a:lnTo>
                  <a:lnTo>
                    <a:pt x="2093746" y="1415574"/>
                  </a:lnTo>
                  <a:lnTo>
                    <a:pt x="2105388" y="1425758"/>
                  </a:lnTo>
                  <a:lnTo>
                    <a:pt x="2116911" y="1435942"/>
                  </a:lnTo>
                  <a:lnTo>
                    <a:pt x="2128377" y="1446126"/>
                  </a:lnTo>
                  <a:lnTo>
                    <a:pt x="2139749" y="1456310"/>
                  </a:lnTo>
                  <a:lnTo>
                    <a:pt x="2151000" y="1466494"/>
                  </a:lnTo>
                  <a:lnTo>
                    <a:pt x="2162197" y="1476678"/>
                  </a:lnTo>
                  <a:lnTo>
                    <a:pt x="2173197" y="1486862"/>
                  </a:lnTo>
                  <a:lnTo>
                    <a:pt x="2184126" y="1497046"/>
                  </a:lnTo>
                  <a:lnTo>
                    <a:pt x="2194905" y="1507230"/>
                  </a:lnTo>
                  <a:lnTo>
                    <a:pt x="2205529" y="1517414"/>
                  </a:lnTo>
                  <a:lnTo>
                    <a:pt x="2216063" y="1527598"/>
                  </a:lnTo>
                  <a:lnTo>
                    <a:pt x="2226345" y="1537781"/>
                  </a:lnTo>
                  <a:lnTo>
                    <a:pt x="2236537" y="1547965"/>
                  </a:lnTo>
                  <a:lnTo>
                    <a:pt x="2246513" y="1558149"/>
                  </a:lnTo>
                  <a:lnTo>
                    <a:pt x="2256312" y="1568333"/>
                  </a:lnTo>
                  <a:lnTo>
                    <a:pt x="2265975" y="1578517"/>
                  </a:lnTo>
                  <a:lnTo>
                    <a:pt x="2275344" y="1588701"/>
                  </a:lnTo>
                  <a:lnTo>
                    <a:pt x="2284604" y="1598885"/>
                  </a:lnTo>
                  <a:lnTo>
                    <a:pt x="2293577" y="1609069"/>
                  </a:lnTo>
                  <a:lnTo>
                    <a:pt x="2302360" y="1619253"/>
                  </a:lnTo>
                  <a:lnTo>
                    <a:pt x="2310957" y="1629437"/>
                  </a:lnTo>
                  <a:lnTo>
                    <a:pt x="2319230" y="1639621"/>
                  </a:lnTo>
                  <a:lnTo>
                    <a:pt x="2327378" y="1649805"/>
                  </a:lnTo>
                  <a:lnTo>
                    <a:pt x="2335165" y="1659989"/>
                  </a:lnTo>
                  <a:lnTo>
                    <a:pt x="2342760" y="1670173"/>
                  </a:lnTo>
                  <a:lnTo>
                    <a:pt x="2350116" y="1680357"/>
                  </a:lnTo>
                  <a:lnTo>
                    <a:pt x="2357132" y="1690541"/>
                  </a:lnTo>
                  <a:lnTo>
                    <a:pt x="2364007" y="1700725"/>
                  </a:lnTo>
                  <a:lnTo>
                    <a:pt x="2370452" y="1710909"/>
                  </a:lnTo>
                  <a:lnTo>
                    <a:pt x="2376713" y="1721093"/>
                  </a:lnTo>
                  <a:lnTo>
                    <a:pt x="2382680" y="1731277"/>
                  </a:lnTo>
                  <a:lnTo>
                    <a:pt x="2388306" y="1741461"/>
                  </a:lnTo>
                  <a:lnTo>
                    <a:pt x="2393779" y="1751645"/>
                  </a:lnTo>
                  <a:lnTo>
                    <a:pt x="2398756" y="1761829"/>
                  </a:lnTo>
                  <a:lnTo>
                    <a:pt x="2403570" y="1772013"/>
                  </a:lnTo>
                  <a:lnTo>
                    <a:pt x="2408037" y="1782197"/>
                  </a:lnTo>
                  <a:lnTo>
                    <a:pt x="2412177" y="1792381"/>
                  </a:lnTo>
                  <a:lnTo>
                    <a:pt x="2416127" y="1802565"/>
                  </a:lnTo>
                  <a:lnTo>
                    <a:pt x="2419583" y="1812749"/>
                  </a:lnTo>
                  <a:lnTo>
                    <a:pt x="2422874" y="1822933"/>
                  </a:lnTo>
                  <a:lnTo>
                    <a:pt x="2425775" y="1833117"/>
                  </a:lnTo>
                  <a:lnTo>
                    <a:pt x="2428373" y="1843301"/>
                  </a:lnTo>
                  <a:lnTo>
                    <a:pt x="2430746" y="1853485"/>
                  </a:lnTo>
                  <a:lnTo>
                    <a:pt x="2432651" y="1863669"/>
                  </a:lnTo>
                  <a:lnTo>
                    <a:pt x="2434391" y="1873853"/>
                  </a:lnTo>
                  <a:lnTo>
                    <a:pt x="2435709" y="1884037"/>
                  </a:lnTo>
                  <a:lnTo>
                    <a:pt x="2436760" y="1894221"/>
                  </a:lnTo>
                  <a:lnTo>
                    <a:pt x="2437556" y="1904405"/>
                  </a:lnTo>
                  <a:lnTo>
                    <a:pt x="2437926" y="1914589"/>
                  </a:lnTo>
                  <a:lnTo>
                    <a:pt x="2438136" y="1924773"/>
                  </a:lnTo>
                  <a:lnTo>
                    <a:pt x="2437909" y="1934957"/>
                  </a:lnTo>
                  <a:lnTo>
                    <a:pt x="2437457" y="1945141"/>
                  </a:lnTo>
                  <a:lnTo>
                    <a:pt x="2436732" y="1955325"/>
                  </a:lnTo>
                  <a:lnTo>
                    <a:pt x="2435637" y="1965509"/>
                  </a:lnTo>
                  <a:lnTo>
                    <a:pt x="2434391" y="1975693"/>
                  </a:lnTo>
                  <a:lnTo>
                    <a:pt x="2432711" y="1985877"/>
                  </a:lnTo>
                  <a:lnTo>
                    <a:pt x="2430854" y="1996061"/>
                  </a:lnTo>
                  <a:lnTo>
                    <a:pt x="2428721" y="2006245"/>
                  </a:lnTo>
                  <a:lnTo>
                    <a:pt x="2426281" y="2016429"/>
                  </a:lnTo>
                  <a:lnTo>
                    <a:pt x="2423706" y="2026613"/>
                  </a:lnTo>
                  <a:lnTo>
                    <a:pt x="2420722" y="2036797"/>
                  </a:lnTo>
                  <a:lnTo>
                    <a:pt x="2417610" y="2046981"/>
                  </a:lnTo>
                  <a:lnTo>
                    <a:pt x="2414234" y="2057165"/>
                  </a:lnTo>
                  <a:lnTo>
                    <a:pt x="2410621" y="2067349"/>
                  </a:lnTo>
                  <a:lnTo>
                    <a:pt x="2406877" y="2077533"/>
                  </a:lnTo>
                  <a:lnTo>
                    <a:pt x="2402805" y="2087717"/>
                  </a:lnTo>
                  <a:lnTo>
                    <a:pt x="2398634" y="2097901"/>
                  </a:lnTo>
                  <a:lnTo>
                    <a:pt x="2394231" y="2108085"/>
                  </a:lnTo>
                  <a:lnTo>
                    <a:pt x="2389662" y="2118269"/>
                  </a:lnTo>
                  <a:lnTo>
                    <a:pt x="2384973" y="2128453"/>
                  </a:lnTo>
                  <a:lnTo>
                    <a:pt x="2380055" y="2138637"/>
                  </a:lnTo>
                  <a:lnTo>
                    <a:pt x="2375063" y="2148821"/>
                  </a:lnTo>
                  <a:lnTo>
                    <a:pt x="2369892" y="2159005"/>
                  </a:lnTo>
                  <a:lnTo>
                    <a:pt x="2364621" y="2169189"/>
                  </a:lnTo>
                  <a:lnTo>
                    <a:pt x="2359257" y="2179373"/>
                  </a:lnTo>
                  <a:lnTo>
                    <a:pt x="2353760" y="2189557"/>
                  </a:lnTo>
                  <a:lnTo>
                    <a:pt x="2348218" y="2199741"/>
                  </a:lnTo>
                  <a:lnTo>
                    <a:pt x="2342568" y="2209925"/>
                  </a:lnTo>
                  <a:lnTo>
                    <a:pt x="2336877" y="2220109"/>
                  </a:lnTo>
                  <a:lnTo>
                    <a:pt x="2331136" y="2230293"/>
                  </a:lnTo>
                  <a:lnTo>
                    <a:pt x="2325351" y="2240477"/>
                  </a:lnTo>
                  <a:lnTo>
                    <a:pt x="2319551" y="2250661"/>
                  </a:lnTo>
                  <a:lnTo>
                    <a:pt x="2313732" y="2260845"/>
                  </a:lnTo>
                  <a:lnTo>
                    <a:pt x="2307918" y="2271029"/>
                  </a:lnTo>
                  <a:lnTo>
                    <a:pt x="2302112" y="2281213"/>
                  </a:lnTo>
                  <a:lnTo>
                    <a:pt x="2296341" y="2291397"/>
                  </a:lnTo>
                  <a:lnTo>
                    <a:pt x="2290586" y="2301580"/>
                  </a:lnTo>
                  <a:lnTo>
                    <a:pt x="2284912" y="2311764"/>
                  </a:lnTo>
                  <a:lnTo>
                    <a:pt x="2279278" y="2321948"/>
                  </a:lnTo>
                  <a:lnTo>
                    <a:pt x="2273722" y="2332132"/>
                  </a:lnTo>
                  <a:lnTo>
                    <a:pt x="2268264" y="2342316"/>
                  </a:lnTo>
                  <a:lnTo>
                    <a:pt x="2262859" y="2352500"/>
                  </a:lnTo>
                  <a:lnTo>
                    <a:pt x="2257631" y="2362684"/>
                  </a:lnTo>
                  <a:lnTo>
                    <a:pt x="2252469" y="2372868"/>
                  </a:lnTo>
                  <a:lnTo>
                    <a:pt x="2247464" y="2383052"/>
                  </a:lnTo>
                  <a:lnTo>
                    <a:pt x="2242604" y="2393236"/>
                  </a:lnTo>
                  <a:lnTo>
                    <a:pt x="2237845" y="2403420"/>
                  </a:lnTo>
                  <a:lnTo>
                    <a:pt x="2233335" y="2413604"/>
                  </a:lnTo>
                  <a:lnTo>
                    <a:pt x="2228917" y="2423788"/>
                  </a:lnTo>
                  <a:lnTo>
                    <a:pt x="2224738" y="2433972"/>
                  </a:lnTo>
                  <a:lnTo>
                    <a:pt x="2220734" y="2444156"/>
                  </a:lnTo>
                  <a:lnTo>
                    <a:pt x="2216885" y="2454340"/>
                  </a:lnTo>
                  <a:lnTo>
                    <a:pt x="2213336" y="2464524"/>
                  </a:lnTo>
                  <a:lnTo>
                    <a:pt x="2209900" y="2474708"/>
                  </a:lnTo>
                  <a:lnTo>
                    <a:pt x="2206786" y="2484892"/>
                  </a:lnTo>
                  <a:lnTo>
                    <a:pt x="2203858" y="2495076"/>
                  </a:lnTo>
                  <a:lnTo>
                    <a:pt x="2201143" y="2505260"/>
                  </a:lnTo>
                  <a:lnTo>
                    <a:pt x="2198755" y="2515444"/>
                  </a:lnTo>
                  <a:lnTo>
                    <a:pt x="2196499" y="2525628"/>
                  </a:lnTo>
                  <a:lnTo>
                    <a:pt x="2194639" y="2535812"/>
                  </a:lnTo>
                  <a:lnTo>
                    <a:pt x="2192963" y="2545996"/>
                  </a:lnTo>
                  <a:lnTo>
                    <a:pt x="2191554" y="2556180"/>
                  </a:lnTo>
                  <a:lnTo>
                    <a:pt x="2190480" y="2566364"/>
                  </a:lnTo>
                  <a:lnTo>
                    <a:pt x="2189551" y="2576548"/>
                  </a:lnTo>
                  <a:lnTo>
                    <a:pt x="2189083" y="2586732"/>
                  </a:lnTo>
                  <a:lnTo>
                    <a:pt x="2188781" y="2596916"/>
                  </a:lnTo>
                  <a:lnTo>
                    <a:pt x="2188796" y="2607100"/>
                  </a:lnTo>
                  <a:lnTo>
                    <a:pt x="2189134" y="2617284"/>
                  </a:lnTo>
                  <a:lnTo>
                    <a:pt x="2189640" y="2627468"/>
                  </a:lnTo>
                  <a:lnTo>
                    <a:pt x="2190626" y="2637652"/>
                  </a:lnTo>
                  <a:lnTo>
                    <a:pt x="2191766" y="2647836"/>
                  </a:lnTo>
                  <a:lnTo>
                    <a:pt x="2193263" y="2658020"/>
                  </a:lnTo>
                  <a:lnTo>
                    <a:pt x="2195056" y="2668204"/>
                  </a:lnTo>
                  <a:lnTo>
                    <a:pt x="2197049" y="2678388"/>
                  </a:lnTo>
                  <a:lnTo>
                    <a:pt x="2199490" y="2688572"/>
                  </a:lnTo>
                  <a:lnTo>
                    <a:pt x="2202085" y="2698756"/>
                  </a:lnTo>
                  <a:lnTo>
                    <a:pt x="2205061" y="2708940"/>
                  </a:lnTo>
                  <a:lnTo>
                    <a:pt x="2208294" y="2719124"/>
                  </a:lnTo>
                  <a:lnTo>
                    <a:pt x="2211751" y="2729308"/>
                  </a:lnTo>
                  <a:lnTo>
                    <a:pt x="2215609" y="2739492"/>
                  </a:lnTo>
                  <a:lnTo>
                    <a:pt x="2219614" y="2749676"/>
                  </a:lnTo>
                  <a:lnTo>
                    <a:pt x="2224006" y="2759860"/>
                  </a:lnTo>
                  <a:lnTo>
                    <a:pt x="2228610" y="2770044"/>
                  </a:lnTo>
                  <a:lnTo>
                    <a:pt x="2233452" y="2780228"/>
                  </a:lnTo>
                  <a:lnTo>
                    <a:pt x="2238634" y="2790412"/>
                  </a:lnTo>
                  <a:lnTo>
                    <a:pt x="2243950" y="2800596"/>
                  </a:lnTo>
                  <a:lnTo>
                    <a:pt x="2249642" y="2810780"/>
                  </a:lnTo>
                  <a:lnTo>
                    <a:pt x="2255498" y="2820964"/>
                  </a:lnTo>
                  <a:lnTo>
                    <a:pt x="2261588" y="2831148"/>
                  </a:lnTo>
                  <a:lnTo>
                    <a:pt x="2267953" y="2841332"/>
                  </a:lnTo>
                  <a:lnTo>
                    <a:pt x="2274434" y="2851516"/>
                  </a:lnTo>
                  <a:lnTo>
                    <a:pt x="2281258" y="2861700"/>
                  </a:lnTo>
                  <a:lnTo>
                    <a:pt x="2288199" y="2871884"/>
                  </a:lnTo>
                  <a:lnTo>
                    <a:pt x="2295355" y="2882068"/>
                  </a:lnTo>
                  <a:lnTo>
                    <a:pt x="2302715" y="2892252"/>
                  </a:lnTo>
                  <a:lnTo>
                    <a:pt x="2310179" y="2902436"/>
                  </a:lnTo>
                  <a:lnTo>
                    <a:pt x="2317916" y="2912620"/>
                  </a:lnTo>
                  <a:lnTo>
                    <a:pt x="2325733" y="2922804"/>
                  </a:lnTo>
                  <a:lnTo>
                    <a:pt x="2333730" y="2932988"/>
                  </a:lnTo>
                  <a:lnTo>
                    <a:pt x="2341862" y="2943172"/>
                  </a:lnTo>
                  <a:lnTo>
                    <a:pt x="2350082" y="2953356"/>
                  </a:lnTo>
                  <a:lnTo>
                    <a:pt x="2358480" y="2963540"/>
                  </a:lnTo>
                  <a:lnTo>
                    <a:pt x="2366931" y="2973724"/>
                  </a:lnTo>
                  <a:lnTo>
                    <a:pt x="2375507" y="2983908"/>
                  </a:lnTo>
                  <a:lnTo>
                    <a:pt x="2384154" y="2994092"/>
                  </a:lnTo>
                  <a:lnTo>
                    <a:pt x="2392861" y="3004276"/>
                  </a:lnTo>
                  <a:lnTo>
                    <a:pt x="2401651" y="3014460"/>
                  </a:lnTo>
                  <a:lnTo>
                    <a:pt x="2410465" y="3024644"/>
                  </a:lnTo>
                  <a:lnTo>
                    <a:pt x="2419333" y="3034828"/>
                  </a:lnTo>
                  <a:lnTo>
                    <a:pt x="2428214" y="3045012"/>
                  </a:lnTo>
                  <a:lnTo>
                    <a:pt x="2437111" y="3055196"/>
                  </a:lnTo>
                  <a:lnTo>
                    <a:pt x="2446003" y="3065379"/>
                  </a:lnTo>
                  <a:lnTo>
                    <a:pt x="2454889" y="3075563"/>
                  </a:lnTo>
                  <a:lnTo>
                    <a:pt x="2463739" y="3085747"/>
                  </a:lnTo>
                  <a:lnTo>
                    <a:pt x="2472557" y="3095931"/>
                  </a:lnTo>
                  <a:lnTo>
                    <a:pt x="2481330" y="3106115"/>
                  </a:lnTo>
                  <a:lnTo>
                    <a:pt x="2490021" y="3116299"/>
                  </a:lnTo>
                  <a:lnTo>
                    <a:pt x="2498676" y="3126483"/>
                  </a:lnTo>
                  <a:lnTo>
                    <a:pt x="2507188" y="3136667"/>
                  </a:lnTo>
                  <a:lnTo>
                    <a:pt x="2515635" y="3146851"/>
                  </a:lnTo>
                  <a:lnTo>
                    <a:pt x="2523964" y="3157035"/>
                  </a:lnTo>
                  <a:lnTo>
                    <a:pt x="2532145" y="3167219"/>
                  </a:lnTo>
                  <a:lnTo>
                    <a:pt x="2540254" y="3177403"/>
                  </a:lnTo>
                  <a:lnTo>
                    <a:pt x="2548112" y="3187587"/>
                  </a:lnTo>
                  <a:lnTo>
                    <a:pt x="2555879" y="3197771"/>
                  </a:lnTo>
                  <a:lnTo>
                    <a:pt x="2563443" y="3207955"/>
                  </a:lnTo>
                  <a:lnTo>
                    <a:pt x="2570809" y="3218139"/>
                  </a:lnTo>
                  <a:lnTo>
                    <a:pt x="2578048" y="3228323"/>
                  </a:lnTo>
                  <a:lnTo>
                    <a:pt x="2584956" y="3238507"/>
                  </a:lnTo>
                  <a:lnTo>
                    <a:pt x="2591744" y="3248691"/>
                  </a:lnTo>
                  <a:lnTo>
                    <a:pt x="2598233" y="3258875"/>
                  </a:lnTo>
                  <a:lnTo>
                    <a:pt x="2604490" y="3269059"/>
                  </a:lnTo>
                  <a:lnTo>
                    <a:pt x="2610556" y="3279243"/>
                  </a:lnTo>
                  <a:lnTo>
                    <a:pt x="2616230" y="3289427"/>
                  </a:lnTo>
                  <a:lnTo>
                    <a:pt x="2621757" y="3299611"/>
                  </a:lnTo>
                  <a:lnTo>
                    <a:pt x="2626884" y="3309795"/>
                  </a:lnTo>
                  <a:lnTo>
                    <a:pt x="2631760" y="3319979"/>
                  </a:lnTo>
                  <a:lnTo>
                    <a:pt x="2636374" y="3330163"/>
                  </a:lnTo>
                  <a:lnTo>
                    <a:pt x="2640556" y="3340347"/>
                  </a:lnTo>
                  <a:lnTo>
                    <a:pt x="2644566" y="3350531"/>
                  </a:lnTo>
                  <a:lnTo>
                    <a:pt x="2648074" y="3360715"/>
                  </a:lnTo>
                  <a:lnTo>
                    <a:pt x="2651332" y="3370899"/>
                  </a:lnTo>
                  <a:lnTo>
                    <a:pt x="2654251" y="3381083"/>
                  </a:lnTo>
                  <a:lnTo>
                    <a:pt x="2656718" y="3391267"/>
                  </a:lnTo>
                  <a:lnTo>
                    <a:pt x="2658993" y="3401451"/>
                  </a:lnTo>
                  <a:lnTo>
                    <a:pt x="2660669" y="3411635"/>
                  </a:lnTo>
                  <a:lnTo>
                    <a:pt x="2662108" y="3421819"/>
                  </a:lnTo>
                  <a:lnTo>
                    <a:pt x="2663135" y="3432003"/>
                  </a:lnTo>
                  <a:lnTo>
                    <a:pt x="2663710" y="3442187"/>
                  </a:lnTo>
                  <a:lnTo>
                    <a:pt x="2664072" y="3452371"/>
                  </a:lnTo>
                  <a:lnTo>
                    <a:pt x="2663759" y="3462555"/>
                  </a:lnTo>
                  <a:lnTo>
                    <a:pt x="2663231" y="3472739"/>
                  </a:lnTo>
                  <a:lnTo>
                    <a:pt x="2662222" y="3482923"/>
                  </a:lnTo>
                  <a:lnTo>
                    <a:pt x="2660781" y="3493107"/>
                  </a:lnTo>
                  <a:lnTo>
                    <a:pt x="2659072" y="3503291"/>
                  </a:lnTo>
                  <a:lnTo>
                    <a:pt x="2656706" y="3513475"/>
                  </a:lnTo>
                  <a:lnTo>
                    <a:pt x="2654117" y="3523659"/>
                  </a:lnTo>
                  <a:lnTo>
                    <a:pt x="2650991" y="3533843"/>
                  </a:lnTo>
                  <a:lnTo>
                    <a:pt x="2647468" y="3544027"/>
                  </a:lnTo>
                  <a:lnTo>
                    <a:pt x="2643628" y="3554211"/>
                  </a:lnTo>
                  <a:lnTo>
                    <a:pt x="2639170" y="3564395"/>
                  </a:lnTo>
                  <a:lnTo>
                    <a:pt x="2634490" y="3574579"/>
                  </a:lnTo>
                  <a:lnTo>
                    <a:pt x="2629230" y="3584763"/>
                  </a:lnTo>
                  <a:lnTo>
                    <a:pt x="2623622" y="3594947"/>
                  </a:lnTo>
                  <a:lnTo>
                    <a:pt x="2617659" y="3605131"/>
                  </a:lnTo>
                  <a:lnTo>
                    <a:pt x="2611135" y="3615315"/>
                  </a:lnTo>
                  <a:lnTo>
                    <a:pt x="2604396" y="3625499"/>
                  </a:lnTo>
                  <a:lnTo>
                    <a:pt x="2597055" y="3635683"/>
                  </a:lnTo>
                  <a:lnTo>
                    <a:pt x="2589423" y="3645867"/>
                  </a:lnTo>
                  <a:lnTo>
                    <a:pt x="2581412" y="3656051"/>
                  </a:lnTo>
                  <a:lnTo>
                    <a:pt x="2572912" y="3666235"/>
                  </a:lnTo>
                  <a:lnTo>
                    <a:pt x="2564208" y="3676419"/>
                  </a:lnTo>
                  <a:lnTo>
                    <a:pt x="2554906" y="3686603"/>
                  </a:lnTo>
                  <a:lnTo>
                    <a:pt x="2545374" y="3696787"/>
                  </a:lnTo>
                  <a:lnTo>
                    <a:pt x="2535455" y="3706971"/>
                  </a:lnTo>
                  <a:lnTo>
                    <a:pt x="2525128" y="3717155"/>
                  </a:lnTo>
                  <a:lnTo>
                    <a:pt x="2514616" y="3727339"/>
                  </a:lnTo>
                  <a:lnTo>
                    <a:pt x="2503534" y="3737523"/>
                  </a:lnTo>
                  <a:lnTo>
                    <a:pt x="2492281" y="3747707"/>
                  </a:lnTo>
                  <a:lnTo>
                    <a:pt x="2480655" y="3757891"/>
                  </a:lnTo>
                  <a:lnTo>
                    <a:pt x="2468707" y="3768075"/>
                  </a:lnTo>
                  <a:lnTo>
                    <a:pt x="2456565" y="3778259"/>
                  </a:lnTo>
                  <a:lnTo>
                    <a:pt x="2443968" y="3788443"/>
                  </a:lnTo>
                  <a:lnTo>
                    <a:pt x="2431226" y="3798627"/>
                  </a:lnTo>
                  <a:lnTo>
                    <a:pt x="2418144" y="3808811"/>
                  </a:lnTo>
                  <a:lnTo>
                    <a:pt x="2404824" y="3818995"/>
                  </a:lnTo>
                  <a:lnTo>
                    <a:pt x="2391319" y="3829178"/>
                  </a:lnTo>
                  <a:lnTo>
                    <a:pt x="2377473" y="3839362"/>
                  </a:lnTo>
                  <a:lnTo>
                    <a:pt x="2363513" y="3849546"/>
                  </a:lnTo>
                  <a:lnTo>
                    <a:pt x="2349265" y="3859730"/>
                  </a:lnTo>
                  <a:lnTo>
                    <a:pt x="2334857" y="3869914"/>
                  </a:lnTo>
                  <a:lnTo>
                    <a:pt x="2320290" y="3880098"/>
                  </a:lnTo>
                  <a:lnTo>
                    <a:pt x="2305493" y="3890282"/>
                  </a:lnTo>
                  <a:lnTo>
                    <a:pt x="2290611" y="3900466"/>
                  </a:lnTo>
                  <a:lnTo>
                    <a:pt x="2275515" y="3910650"/>
                  </a:lnTo>
                  <a:lnTo>
                    <a:pt x="2260326" y="3920834"/>
                  </a:lnTo>
                  <a:lnTo>
                    <a:pt x="2245020" y="3931018"/>
                  </a:lnTo>
                  <a:lnTo>
                    <a:pt x="2229583" y="3941202"/>
                  </a:lnTo>
                  <a:lnTo>
                    <a:pt x="2214095" y="3951386"/>
                  </a:lnTo>
                  <a:lnTo>
                    <a:pt x="2198479" y="3961570"/>
                  </a:lnTo>
                  <a:lnTo>
                    <a:pt x="2182825" y="3971754"/>
                  </a:lnTo>
                  <a:lnTo>
                    <a:pt x="2167109" y="3981938"/>
                  </a:lnTo>
                  <a:lnTo>
                    <a:pt x="2151349" y="3992122"/>
                  </a:lnTo>
                  <a:lnTo>
                    <a:pt x="2135569" y="4002306"/>
                  </a:lnTo>
                  <a:lnTo>
                    <a:pt x="2119760" y="4012490"/>
                  </a:lnTo>
                  <a:lnTo>
                    <a:pt x="2103953" y="4022674"/>
                  </a:lnTo>
                  <a:lnTo>
                    <a:pt x="2088151" y="4032858"/>
                  </a:lnTo>
                  <a:lnTo>
                    <a:pt x="2072373" y="4043042"/>
                  </a:lnTo>
                  <a:lnTo>
                    <a:pt x="2056611" y="4053226"/>
                  </a:lnTo>
                  <a:lnTo>
                    <a:pt x="2040916" y="4063410"/>
                  </a:lnTo>
                  <a:lnTo>
                    <a:pt x="2025253" y="4073594"/>
                  </a:lnTo>
                  <a:lnTo>
                    <a:pt x="2009667" y="4083778"/>
                  </a:lnTo>
                  <a:lnTo>
                    <a:pt x="1994157" y="4093962"/>
                  </a:lnTo>
                  <a:lnTo>
                    <a:pt x="1978706" y="4104146"/>
                  </a:lnTo>
                  <a:lnTo>
                    <a:pt x="1963399" y="4114330"/>
                  </a:lnTo>
                  <a:lnTo>
                    <a:pt x="1948148" y="4124514"/>
                  </a:lnTo>
                  <a:lnTo>
                    <a:pt x="1933051" y="4134698"/>
                  </a:lnTo>
                  <a:lnTo>
                    <a:pt x="1918065" y="4144882"/>
                  </a:lnTo>
                  <a:lnTo>
                    <a:pt x="1903185" y="4155066"/>
                  </a:lnTo>
                  <a:lnTo>
                    <a:pt x="1888503" y="4165250"/>
                  </a:lnTo>
                  <a:lnTo>
                    <a:pt x="1873900" y="4175434"/>
                  </a:lnTo>
                  <a:lnTo>
                    <a:pt x="1859525" y="4185618"/>
                  </a:lnTo>
                  <a:lnTo>
                    <a:pt x="1845278" y="4195802"/>
                  </a:lnTo>
                  <a:lnTo>
                    <a:pt x="1831188" y="4205986"/>
                  </a:lnTo>
                  <a:lnTo>
                    <a:pt x="1817330" y="4216170"/>
                  </a:lnTo>
                  <a:lnTo>
                    <a:pt x="1803568" y="4226354"/>
                  </a:lnTo>
                  <a:lnTo>
                    <a:pt x="1790104" y="4236538"/>
                  </a:lnTo>
                  <a:lnTo>
                    <a:pt x="1776770" y="4246722"/>
                  </a:lnTo>
                  <a:lnTo>
                    <a:pt x="1763643" y="4256906"/>
                  </a:lnTo>
                  <a:lnTo>
                    <a:pt x="1750762" y="4267090"/>
                  </a:lnTo>
                  <a:lnTo>
                    <a:pt x="1737990" y="4277274"/>
                  </a:lnTo>
                  <a:lnTo>
                    <a:pt x="1725577" y="4287458"/>
                  </a:lnTo>
                  <a:lnTo>
                    <a:pt x="1713285" y="4297642"/>
                  </a:lnTo>
                  <a:lnTo>
                    <a:pt x="1701245" y="4307826"/>
                  </a:lnTo>
                  <a:lnTo>
                    <a:pt x="1689449" y="4318010"/>
                  </a:lnTo>
                  <a:lnTo>
                    <a:pt x="1677790" y="4328194"/>
                  </a:lnTo>
                  <a:lnTo>
                    <a:pt x="1666502" y="4338378"/>
                  </a:lnTo>
                  <a:lnTo>
                    <a:pt x="1655336" y="4348562"/>
                  </a:lnTo>
                  <a:lnTo>
                    <a:pt x="1644459" y="4358746"/>
                  </a:lnTo>
                  <a:lnTo>
                    <a:pt x="1633813" y="4368930"/>
                  </a:lnTo>
                  <a:lnTo>
                    <a:pt x="1623333" y="4379114"/>
                  </a:lnTo>
                  <a:lnTo>
                    <a:pt x="1613210" y="4389298"/>
                  </a:lnTo>
                  <a:lnTo>
                    <a:pt x="1603211" y="4399482"/>
                  </a:lnTo>
                  <a:lnTo>
                    <a:pt x="1593531" y="4409666"/>
                  </a:lnTo>
                  <a:lnTo>
                    <a:pt x="1584057" y="4419850"/>
                  </a:lnTo>
                  <a:lnTo>
                    <a:pt x="1574776" y="4430034"/>
                  </a:lnTo>
                  <a:lnTo>
                    <a:pt x="1565824" y="4440218"/>
                  </a:lnTo>
                  <a:lnTo>
                    <a:pt x="1556996" y="4450402"/>
                  </a:lnTo>
                  <a:lnTo>
                    <a:pt x="1548505" y="4460586"/>
                  </a:lnTo>
                  <a:lnTo>
                    <a:pt x="1540192" y="4470770"/>
                  </a:lnTo>
                  <a:lnTo>
                    <a:pt x="1532090" y="4480954"/>
                  </a:lnTo>
                  <a:lnTo>
                    <a:pt x="1524283" y="4491138"/>
                  </a:lnTo>
                  <a:lnTo>
                    <a:pt x="1516595" y="4501322"/>
                  </a:lnTo>
                  <a:lnTo>
                    <a:pt x="1509254" y="4511506"/>
                  </a:lnTo>
                  <a:lnTo>
                    <a:pt x="1502058" y="4521690"/>
                  </a:lnTo>
                  <a:lnTo>
                    <a:pt x="1495086" y="4531874"/>
                  </a:lnTo>
                  <a:lnTo>
                    <a:pt x="1488369" y="4542058"/>
                  </a:lnTo>
                  <a:lnTo>
                    <a:pt x="1481765" y="4552242"/>
                  </a:lnTo>
                  <a:lnTo>
                    <a:pt x="1475506" y="4562426"/>
                  </a:lnTo>
                  <a:lnTo>
                    <a:pt x="1469361" y="4572610"/>
                  </a:lnTo>
                  <a:lnTo>
                    <a:pt x="1463445" y="4582794"/>
                  </a:lnTo>
                  <a:lnTo>
                    <a:pt x="1457744" y="4592977"/>
                  </a:lnTo>
                  <a:lnTo>
                    <a:pt x="1452160" y="4603161"/>
                  </a:lnTo>
                  <a:lnTo>
                    <a:pt x="1446885" y="4613345"/>
                  </a:lnTo>
                  <a:lnTo>
                    <a:pt x="1441708" y="4623529"/>
                  </a:lnTo>
                  <a:lnTo>
                    <a:pt x="1436757" y="4633713"/>
                  </a:lnTo>
                  <a:lnTo>
                    <a:pt x="1431982" y="4643897"/>
                  </a:lnTo>
                  <a:lnTo>
                    <a:pt x="1427330" y="4654081"/>
                  </a:lnTo>
                  <a:lnTo>
                    <a:pt x="1422938" y="4664265"/>
                  </a:lnTo>
                  <a:lnTo>
                    <a:pt x="1418634" y="4674449"/>
                  </a:lnTo>
                  <a:lnTo>
                    <a:pt x="1414547" y="4684633"/>
                  </a:lnTo>
                  <a:lnTo>
                    <a:pt x="1410600" y="4694817"/>
                  </a:lnTo>
                  <a:lnTo>
                    <a:pt x="1406779" y="4705001"/>
                  </a:lnTo>
                  <a:lnTo>
                    <a:pt x="1403169" y="4715185"/>
                  </a:lnTo>
                  <a:lnTo>
                    <a:pt x="1399637" y="4725369"/>
                  </a:lnTo>
                  <a:lnTo>
                    <a:pt x="1396310" y="4735553"/>
                  </a:lnTo>
                  <a:lnTo>
                    <a:pt x="1393090" y="4745737"/>
                  </a:lnTo>
                  <a:lnTo>
                    <a:pt x="1389993" y="4755921"/>
                  </a:lnTo>
                  <a:lnTo>
                    <a:pt x="1387065" y="4766105"/>
                  </a:lnTo>
                  <a:lnTo>
                    <a:pt x="1384204" y="4776289"/>
                  </a:lnTo>
                  <a:lnTo>
                    <a:pt x="1381532" y="4786473"/>
                  </a:lnTo>
                  <a:lnTo>
                    <a:pt x="1378939" y="4796657"/>
                  </a:lnTo>
                  <a:lnTo>
                    <a:pt x="1376463" y="4806841"/>
                  </a:lnTo>
                  <a:lnTo>
                    <a:pt x="1374119" y="4817025"/>
                  </a:lnTo>
                  <a:lnTo>
                    <a:pt x="1371832" y="4827209"/>
                  </a:lnTo>
                  <a:lnTo>
                    <a:pt x="1369715" y="4837393"/>
                  </a:lnTo>
                  <a:lnTo>
                    <a:pt x="1367653" y="4847577"/>
                  </a:lnTo>
                  <a:lnTo>
                    <a:pt x="1365700" y="4857761"/>
                  </a:lnTo>
                  <a:lnTo>
                    <a:pt x="1363847" y="4867945"/>
                  </a:lnTo>
                  <a:lnTo>
                    <a:pt x="1362048" y="4878129"/>
                  </a:lnTo>
                  <a:lnTo>
                    <a:pt x="1360388" y="4888313"/>
                  </a:lnTo>
                  <a:lnTo>
                    <a:pt x="1358770" y="4898497"/>
                  </a:lnTo>
                  <a:lnTo>
                    <a:pt x="1357250" y="4908681"/>
                  </a:lnTo>
                  <a:lnTo>
                    <a:pt x="1355804" y="4918865"/>
                  </a:lnTo>
                  <a:lnTo>
                    <a:pt x="1354410" y="4929049"/>
                  </a:lnTo>
                  <a:lnTo>
                    <a:pt x="1353122" y="4939233"/>
                  </a:lnTo>
                  <a:lnTo>
                    <a:pt x="1351869" y="4949417"/>
                  </a:lnTo>
                  <a:lnTo>
                    <a:pt x="1350702" y="4959601"/>
                  </a:lnTo>
                  <a:lnTo>
                    <a:pt x="1349588" y="4969785"/>
                  </a:lnTo>
                  <a:lnTo>
                    <a:pt x="1348522" y="4979969"/>
                  </a:lnTo>
                  <a:lnTo>
                    <a:pt x="1347536" y="4990153"/>
                  </a:lnTo>
                  <a:lnTo>
                    <a:pt x="1346578" y="5000337"/>
                  </a:lnTo>
                  <a:lnTo>
                    <a:pt x="1345693" y="5010521"/>
                  </a:lnTo>
                  <a:lnTo>
                    <a:pt x="1344846" y="5020705"/>
                  </a:lnTo>
                  <a:lnTo>
                    <a:pt x="1344042" y="5030889"/>
                  </a:lnTo>
                  <a:lnTo>
                    <a:pt x="1343296" y="5041073"/>
                  </a:lnTo>
                  <a:lnTo>
                    <a:pt x="1342572" y="5051257"/>
                  </a:lnTo>
                  <a:lnTo>
                    <a:pt x="1341911" y="5061441"/>
                  </a:lnTo>
                  <a:lnTo>
                    <a:pt x="1341275" y="5071625"/>
                  </a:lnTo>
                  <a:lnTo>
                    <a:pt x="1340676" y="5081809"/>
                  </a:lnTo>
                  <a:lnTo>
                    <a:pt x="1340119" y="5091993"/>
                  </a:lnTo>
                  <a:lnTo>
                    <a:pt x="1339580" y="5102177"/>
                  </a:lnTo>
                  <a:lnTo>
                    <a:pt x="1339092" y="5112361"/>
                  </a:lnTo>
                  <a:lnTo>
                    <a:pt x="1338621" y="5122545"/>
                  </a:lnTo>
                  <a:lnTo>
                    <a:pt x="1338181" y="5132729"/>
                  </a:lnTo>
                  <a:lnTo>
                    <a:pt x="1337771" y="5142913"/>
                  </a:lnTo>
                  <a:lnTo>
                    <a:pt x="1337375" y="5153097"/>
                  </a:lnTo>
                  <a:lnTo>
                    <a:pt x="1337018" y="5163281"/>
                  </a:lnTo>
                  <a:lnTo>
                    <a:pt x="1336674" y="5173465"/>
                  </a:lnTo>
                  <a:lnTo>
                    <a:pt x="1336355" y="5183649"/>
                  </a:lnTo>
                  <a:lnTo>
                    <a:pt x="1336056" y="5193833"/>
                  </a:lnTo>
                  <a:lnTo>
                    <a:pt x="1335770" y="5204017"/>
                  </a:lnTo>
                  <a:close/>
                </a:path>
              </a:pathLst>
            </a:custGeom>
            <a:solidFill>
              <a:srgbClr val="B4C7E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4" name="pl5">
              <a:extLst>
                <a:ext uri="{FF2B5EF4-FFF2-40B4-BE49-F238E27FC236}">
                  <a16:creationId xmlns:a16="http://schemas.microsoft.com/office/drawing/2014/main" id="{497CAD39-C602-9FEC-EB16-4147204A5175}"/>
                </a:ext>
              </a:extLst>
            </p:cNvPr>
            <p:cNvSpPr/>
            <p:nvPr/>
          </p:nvSpPr>
          <p:spPr>
            <a:xfrm>
              <a:off x="2678271" y="3532662"/>
              <a:ext cx="1832631" cy="0"/>
            </a:xfrm>
            <a:custGeom>
              <a:avLst/>
              <a:gdLst/>
              <a:ahLst/>
              <a:cxnLst/>
              <a:rect l="0" t="0" r="0" b="0"/>
              <a:pathLst>
                <a:path w="1832631">
                  <a:moveTo>
                    <a:pt x="0" y="0"/>
                  </a:moveTo>
                  <a:lnTo>
                    <a:pt x="1832631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5" name="pg6">
              <a:extLst>
                <a:ext uri="{FF2B5EF4-FFF2-40B4-BE49-F238E27FC236}">
                  <a16:creationId xmlns:a16="http://schemas.microsoft.com/office/drawing/2014/main" id="{5B6AF14C-F79F-84F6-3594-5558493771B2}"/>
                </a:ext>
              </a:extLst>
            </p:cNvPr>
            <p:cNvSpPr/>
            <p:nvPr/>
          </p:nvSpPr>
          <p:spPr>
            <a:xfrm>
              <a:off x="6702671" y="401322"/>
              <a:ext cx="2664072" cy="6002043"/>
            </a:xfrm>
            <a:custGeom>
              <a:avLst/>
              <a:gdLst/>
              <a:ahLst/>
              <a:cxnLst/>
              <a:rect l="0" t="0" r="0" b="0"/>
              <a:pathLst>
                <a:path w="2664072" h="6002043">
                  <a:moveTo>
                    <a:pt x="1327192" y="6002043"/>
                  </a:moveTo>
                  <a:lnTo>
                    <a:pt x="1326865" y="5990298"/>
                  </a:lnTo>
                  <a:lnTo>
                    <a:pt x="1326504" y="5978552"/>
                  </a:lnTo>
                  <a:lnTo>
                    <a:pt x="1326132" y="5966806"/>
                  </a:lnTo>
                  <a:lnTo>
                    <a:pt x="1325731" y="5955061"/>
                  </a:lnTo>
                  <a:lnTo>
                    <a:pt x="1325309" y="5943315"/>
                  </a:lnTo>
                  <a:lnTo>
                    <a:pt x="1324867" y="5931569"/>
                  </a:lnTo>
                  <a:lnTo>
                    <a:pt x="1324388" y="5919823"/>
                  </a:lnTo>
                  <a:lnTo>
                    <a:pt x="1323895" y="5908078"/>
                  </a:lnTo>
                  <a:lnTo>
                    <a:pt x="1323360" y="5896332"/>
                  </a:lnTo>
                  <a:lnTo>
                    <a:pt x="1322803" y="5884586"/>
                  </a:lnTo>
                  <a:lnTo>
                    <a:pt x="1322215" y="5872841"/>
                  </a:lnTo>
                  <a:lnTo>
                    <a:pt x="1321588" y="5861095"/>
                  </a:lnTo>
                  <a:lnTo>
                    <a:pt x="1320942" y="5849349"/>
                  </a:lnTo>
                  <a:lnTo>
                    <a:pt x="1320238" y="5837604"/>
                  </a:lnTo>
                  <a:lnTo>
                    <a:pt x="1319515" y="5825858"/>
                  </a:lnTo>
                  <a:lnTo>
                    <a:pt x="1318742" y="5814112"/>
                  </a:lnTo>
                  <a:lnTo>
                    <a:pt x="1317932" y="5802367"/>
                  </a:lnTo>
                  <a:lnTo>
                    <a:pt x="1317089" y="5790621"/>
                  </a:lnTo>
                  <a:lnTo>
                    <a:pt x="1316183" y="5778875"/>
                  </a:lnTo>
                  <a:lnTo>
                    <a:pt x="1315255" y="5767130"/>
                  </a:lnTo>
                  <a:lnTo>
                    <a:pt x="1314256" y="5755384"/>
                  </a:lnTo>
                  <a:lnTo>
                    <a:pt x="1313222" y="5743638"/>
                  </a:lnTo>
                  <a:lnTo>
                    <a:pt x="1312136" y="5731893"/>
                  </a:lnTo>
                  <a:lnTo>
                    <a:pt x="1310987" y="5720147"/>
                  </a:lnTo>
                  <a:lnTo>
                    <a:pt x="1309810" y="5708401"/>
                  </a:lnTo>
                  <a:lnTo>
                    <a:pt x="1308537" y="5696656"/>
                  </a:lnTo>
                  <a:lnTo>
                    <a:pt x="1307235" y="5684910"/>
                  </a:lnTo>
                  <a:lnTo>
                    <a:pt x="1305857" y="5673164"/>
                  </a:lnTo>
                  <a:lnTo>
                    <a:pt x="1304418" y="5661418"/>
                  </a:lnTo>
                  <a:lnTo>
                    <a:pt x="1302930" y="5649673"/>
                  </a:lnTo>
                  <a:lnTo>
                    <a:pt x="1301346" y="5637927"/>
                  </a:lnTo>
                  <a:lnTo>
                    <a:pt x="1299729" y="5626181"/>
                  </a:lnTo>
                  <a:lnTo>
                    <a:pt x="1298003" y="5614436"/>
                  </a:lnTo>
                  <a:lnTo>
                    <a:pt x="1296226" y="5602690"/>
                  </a:lnTo>
                  <a:lnTo>
                    <a:pt x="1294373" y="5590944"/>
                  </a:lnTo>
                  <a:lnTo>
                    <a:pt x="1292428" y="5579199"/>
                  </a:lnTo>
                  <a:lnTo>
                    <a:pt x="1290440" y="5567453"/>
                  </a:lnTo>
                  <a:lnTo>
                    <a:pt x="1288316" y="5555707"/>
                  </a:lnTo>
                  <a:lnTo>
                    <a:pt x="1286150" y="5543962"/>
                  </a:lnTo>
                  <a:lnTo>
                    <a:pt x="1283875" y="5532216"/>
                  </a:lnTo>
                  <a:lnTo>
                    <a:pt x="1281517" y="5520470"/>
                  </a:lnTo>
                  <a:lnTo>
                    <a:pt x="1279090" y="5508725"/>
                  </a:lnTo>
                  <a:lnTo>
                    <a:pt x="1276531" y="5496979"/>
                  </a:lnTo>
                  <a:lnTo>
                    <a:pt x="1273925" y="5485233"/>
                  </a:lnTo>
                  <a:lnTo>
                    <a:pt x="1271175" y="5473488"/>
                  </a:lnTo>
                  <a:lnTo>
                    <a:pt x="1268356" y="5461742"/>
                  </a:lnTo>
                  <a:lnTo>
                    <a:pt x="1265436" y="5449996"/>
                  </a:lnTo>
                  <a:lnTo>
                    <a:pt x="1262394" y="5438251"/>
                  </a:lnTo>
                  <a:lnTo>
                    <a:pt x="1259299" y="5426505"/>
                  </a:lnTo>
                  <a:lnTo>
                    <a:pt x="1256026" y="5414759"/>
                  </a:lnTo>
                  <a:lnTo>
                    <a:pt x="1252701" y="5403013"/>
                  </a:lnTo>
                  <a:lnTo>
                    <a:pt x="1249241" y="5391268"/>
                  </a:lnTo>
                  <a:lnTo>
                    <a:pt x="1245675" y="5379522"/>
                  </a:lnTo>
                  <a:lnTo>
                    <a:pt x="1242025" y="5367776"/>
                  </a:lnTo>
                  <a:lnTo>
                    <a:pt x="1238213" y="5356031"/>
                  </a:lnTo>
                  <a:lnTo>
                    <a:pt x="1234345" y="5344285"/>
                  </a:lnTo>
                  <a:lnTo>
                    <a:pt x="1230306" y="5332539"/>
                  </a:lnTo>
                  <a:lnTo>
                    <a:pt x="1226184" y="5320794"/>
                  </a:lnTo>
                  <a:lnTo>
                    <a:pt x="1221946" y="5309048"/>
                  </a:lnTo>
                  <a:lnTo>
                    <a:pt x="1217567" y="5297302"/>
                  </a:lnTo>
                  <a:lnTo>
                    <a:pt x="1213128" y="5285557"/>
                  </a:lnTo>
                  <a:lnTo>
                    <a:pt x="1208488" y="5273811"/>
                  </a:lnTo>
                  <a:lnTo>
                    <a:pt x="1203791" y="5262065"/>
                  </a:lnTo>
                  <a:lnTo>
                    <a:pt x="1198945" y="5250320"/>
                  </a:lnTo>
                  <a:lnTo>
                    <a:pt x="1193986" y="5238574"/>
                  </a:lnTo>
                  <a:lnTo>
                    <a:pt x="1188938" y="5226828"/>
                  </a:lnTo>
                  <a:lnTo>
                    <a:pt x="1183718" y="5215083"/>
                  </a:lnTo>
                  <a:lnTo>
                    <a:pt x="1178440" y="5203337"/>
                  </a:lnTo>
                  <a:lnTo>
                    <a:pt x="1172988" y="5191591"/>
                  </a:lnTo>
                  <a:lnTo>
                    <a:pt x="1167453" y="5179845"/>
                  </a:lnTo>
                  <a:lnTo>
                    <a:pt x="1161802" y="5168100"/>
                  </a:lnTo>
                  <a:lnTo>
                    <a:pt x="1156014" y="5156354"/>
                  </a:lnTo>
                  <a:lnTo>
                    <a:pt x="1150168" y="5144608"/>
                  </a:lnTo>
                  <a:lnTo>
                    <a:pt x="1144133" y="5132863"/>
                  </a:lnTo>
                  <a:lnTo>
                    <a:pt x="1138045" y="5121117"/>
                  </a:lnTo>
                  <a:lnTo>
                    <a:pt x="1131823" y="5109371"/>
                  </a:lnTo>
                  <a:lnTo>
                    <a:pt x="1125499" y="5097626"/>
                  </a:lnTo>
                  <a:lnTo>
                    <a:pt x="1119098" y="5085880"/>
                  </a:lnTo>
                  <a:lnTo>
                    <a:pt x="1112549" y="5074134"/>
                  </a:lnTo>
                  <a:lnTo>
                    <a:pt x="1105952" y="5062389"/>
                  </a:lnTo>
                  <a:lnTo>
                    <a:pt x="1099214" y="5050643"/>
                  </a:lnTo>
                  <a:lnTo>
                    <a:pt x="1092409" y="5038897"/>
                  </a:lnTo>
                  <a:lnTo>
                    <a:pt x="1085514" y="5027152"/>
                  </a:lnTo>
                  <a:lnTo>
                    <a:pt x="1078516" y="5015406"/>
                  </a:lnTo>
                  <a:lnTo>
                    <a:pt x="1071476" y="5003660"/>
                  </a:lnTo>
                  <a:lnTo>
                    <a:pt x="1064301" y="4991915"/>
                  </a:lnTo>
                  <a:lnTo>
                    <a:pt x="1057090" y="4980169"/>
                  </a:lnTo>
                  <a:lnTo>
                    <a:pt x="1049791" y="4968423"/>
                  </a:lnTo>
                  <a:lnTo>
                    <a:pt x="1042429" y="4956678"/>
                  </a:lnTo>
                  <a:lnTo>
                    <a:pt x="1035018" y="4944932"/>
                  </a:lnTo>
                  <a:lnTo>
                    <a:pt x="1027524" y="4933186"/>
                  </a:lnTo>
                  <a:lnTo>
                    <a:pt x="1020003" y="4921440"/>
                  </a:lnTo>
                  <a:lnTo>
                    <a:pt x="1012410" y="4909695"/>
                  </a:lnTo>
                  <a:lnTo>
                    <a:pt x="1004786" y="4897949"/>
                  </a:lnTo>
                  <a:lnTo>
                    <a:pt x="997123" y="4886203"/>
                  </a:lnTo>
                  <a:lnTo>
                    <a:pt x="989419" y="4874458"/>
                  </a:lnTo>
                  <a:lnTo>
                    <a:pt x="981700" y="4862712"/>
                  </a:lnTo>
                  <a:lnTo>
                    <a:pt x="973941" y="4850966"/>
                  </a:lnTo>
                  <a:lnTo>
                    <a:pt x="966175" y="4839221"/>
                  </a:lnTo>
                  <a:lnTo>
                    <a:pt x="958392" y="4827475"/>
                  </a:lnTo>
                  <a:lnTo>
                    <a:pt x="950604" y="4815729"/>
                  </a:lnTo>
                  <a:lnTo>
                    <a:pt x="942812" y="4803984"/>
                  </a:lnTo>
                  <a:lnTo>
                    <a:pt x="935027" y="4792238"/>
                  </a:lnTo>
                  <a:lnTo>
                    <a:pt x="927247" y="4780492"/>
                  </a:lnTo>
                  <a:lnTo>
                    <a:pt x="919487" y="4768747"/>
                  </a:lnTo>
                  <a:lnTo>
                    <a:pt x="911745" y="4757001"/>
                  </a:lnTo>
                  <a:lnTo>
                    <a:pt x="904025" y="4745255"/>
                  </a:lnTo>
                  <a:lnTo>
                    <a:pt x="896346" y="4733510"/>
                  </a:lnTo>
                  <a:lnTo>
                    <a:pt x="888682" y="4721764"/>
                  </a:lnTo>
                  <a:lnTo>
                    <a:pt x="881090" y="4710018"/>
                  </a:lnTo>
                  <a:lnTo>
                    <a:pt x="873524" y="4698273"/>
                  </a:lnTo>
                  <a:lnTo>
                    <a:pt x="866019" y="4686527"/>
                  </a:lnTo>
                  <a:lnTo>
                    <a:pt x="858573" y="4674781"/>
                  </a:lnTo>
                  <a:lnTo>
                    <a:pt x="851170" y="4663035"/>
                  </a:lnTo>
                  <a:lnTo>
                    <a:pt x="843868" y="4651290"/>
                  </a:lnTo>
                  <a:lnTo>
                    <a:pt x="836600" y="4639544"/>
                  </a:lnTo>
                  <a:lnTo>
                    <a:pt x="829442" y="4627798"/>
                  </a:lnTo>
                  <a:lnTo>
                    <a:pt x="822347" y="4616053"/>
                  </a:lnTo>
                  <a:lnTo>
                    <a:pt x="815331" y="4604307"/>
                  </a:lnTo>
                  <a:lnTo>
                    <a:pt x="808427" y="4592561"/>
                  </a:lnTo>
                  <a:lnTo>
                    <a:pt x="801566" y="4580816"/>
                  </a:lnTo>
                  <a:lnTo>
                    <a:pt x="794868" y="4569070"/>
                  </a:lnTo>
                  <a:lnTo>
                    <a:pt x="788221" y="4557324"/>
                  </a:lnTo>
                  <a:lnTo>
                    <a:pt x="781696" y="4545579"/>
                  </a:lnTo>
                  <a:lnTo>
                    <a:pt x="775277" y="4533833"/>
                  </a:lnTo>
                  <a:lnTo>
                    <a:pt x="768933" y="4522087"/>
                  </a:lnTo>
                  <a:lnTo>
                    <a:pt x="762753" y="4510342"/>
                  </a:lnTo>
                  <a:lnTo>
                    <a:pt x="756627" y="4498596"/>
                  </a:lnTo>
                  <a:lnTo>
                    <a:pt x="750665" y="4486850"/>
                  </a:lnTo>
                  <a:lnTo>
                    <a:pt x="744790" y="4475105"/>
                  </a:lnTo>
                  <a:lnTo>
                    <a:pt x="739024" y="4463359"/>
                  </a:lnTo>
                  <a:lnTo>
                    <a:pt x="733405" y="4451613"/>
                  </a:lnTo>
                  <a:lnTo>
                    <a:pt x="727843" y="4439867"/>
                  </a:lnTo>
                  <a:lnTo>
                    <a:pt x="722477" y="4428122"/>
                  </a:lnTo>
                  <a:lnTo>
                    <a:pt x="717172" y="4416376"/>
                  </a:lnTo>
                  <a:lnTo>
                    <a:pt x="712006" y="4404630"/>
                  </a:lnTo>
                  <a:lnTo>
                    <a:pt x="706957" y="4392885"/>
                  </a:lnTo>
                  <a:lnTo>
                    <a:pt x="701988" y="4381139"/>
                  </a:lnTo>
                  <a:lnTo>
                    <a:pt x="697188" y="4369393"/>
                  </a:lnTo>
                  <a:lnTo>
                    <a:pt x="692443" y="4357648"/>
                  </a:lnTo>
                  <a:lnTo>
                    <a:pt x="687855" y="4345902"/>
                  </a:lnTo>
                  <a:lnTo>
                    <a:pt x="683348" y="4334156"/>
                  </a:lnTo>
                  <a:lnTo>
                    <a:pt x="678940" y="4322411"/>
                  </a:lnTo>
                  <a:lnTo>
                    <a:pt x="674659" y="4310665"/>
                  </a:lnTo>
                  <a:lnTo>
                    <a:pt x="670427" y="4298919"/>
                  </a:lnTo>
                  <a:lnTo>
                    <a:pt x="666353" y="4287174"/>
                  </a:lnTo>
                  <a:lnTo>
                    <a:pt x="662326" y="4275428"/>
                  </a:lnTo>
                  <a:lnTo>
                    <a:pt x="658402" y="4263682"/>
                  </a:lnTo>
                  <a:lnTo>
                    <a:pt x="654560" y="4251937"/>
                  </a:lnTo>
                  <a:lnTo>
                    <a:pt x="650774" y="4240191"/>
                  </a:lnTo>
                  <a:lnTo>
                    <a:pt x="647097" y="4228445"/>
                  </a:lnTo>
                  <a:lnTo>
                    <a:pt x="643452" y="4216700"/>
                  </a:lnTo>
                  <a:lnTo>
                    <a:pt x="639898" y="4204954"/>
                  </a:lnTo>
                  <a:lnTo>
                    <a:pt x="636386" y="4193208"/>
                  </a:lnTo>
                  <a:lnTo>
                    <a:pt x="632924" y="4181462"/>
                  </a:lnTo>
                  <a:lnTo>
                    <a:pt x="629518" y="4169717"/>
                  </a:lnTo>
                  <a:lnTo>
                    <a:pt x="626133" y="4157971"/>
                  </a:lnTo>
                  <a:lnTo>
                    <a:pt x="622804" y="4146225"/>
                  </a:lnTo>
                  <a:lnTo>
                    <a:pt x="619487" y="4134480"/>
                  </a:lnTo>
                  <a:lnTo>
                    <a:pt x="616197" y="4122734"/>
                  </a:lnTo>
                  <a:lnTo>
                    <a:pt x="612919" y="4110988"/>
                  </a:lnTo>
                  <a:lnTo>
                    <a:pt x="609649" y="4099243"/>
                  </a:lnTo>
                  <a:lnTo>
                    <a:pt x="606381" y="4087497"/>
                  </a:lnTo>
                  <a:lnTo>
                    <a:pt x="603109" y="4075751"/>
                  </a:lnTo>
                  <a:lnTo>
                    <a:pt x="599822" y="4064006"/>
                  </a:lnTo>
                  <a:lnTo>
                    <a:pt x="596518" y="4052260"/>
                  </a:lnTo>
                  <a:lnTo>
                    <a:pt x="593193" y="4040514"/>
                  </a:lnTo>
                  <a:lnTo>
                    <a:pt x="589826" y="4028769"/>
                  </a:lnTo>
                  <a:lnTo>
                    <a:pt x="586443" y="4017023"/>
                  </a:lnTo>
                  <a:lnTo>
                    <a:pt x="582986" y="4005277"/>
                  </a:lnTo>
                  <a:lnTo>
                    <a:pt x="579499" y="3993532"/>
                  </a:lnTo>
                  <a:lnTo>
                    <a:pt x="575948" y="3981786"/>
                  </a:lnTo>
                  <a:lnTo>
                    <a:pt x="572329" y="3970040"/>
                  </a:lnTo>
                  <a:lnTo>
                    <a:pt x="568666" y="3958295"/>
                  </a:lnTo>
                  <a:lnTo>
                    <a:pt x="564888" y="3946549"/>
                  </a:lnTo>
                  <a:lnTo>
                    <a:pt x="561070" y="3934803"/>
                  </a:lnTo>
                  <a:lnTo>
                    <a:pt x="557134" y="3923057"/>
                  </a:lnTo>
                  <a:lnTo>
                    <a:pt x="553122" y="3911312"/>
                  </a:lnTo>
                  <a:lnTo>
                    <a:pt x="549026" y="3899566"/>
                  </a:lnTo>
                  <a:lnTo>
                    <a:pt x="544798" y="3887820"/>
                  </a:lnTo>
                  <a:lnTo>
                    <a:pt x="540520" y="3876075"/>
                  </a:lnTo>
                  <a:lnTo>
                    <a:pt x="536063" y="3864329"/>
                  </a:lnTo>
                  <a:lnTo>
                    <a:pt x="531542" y="3852583"/>
                  </a:lnTo>
                  <a:lnTo>
                    <a:pt x="526887" y="3840838"/>
                  </a:lnTo>
                  <a:lnTo>
                    <a:pt x="522106" y="3829092"/>
                  </a:lnTo>
                  <a:lnTo>
                    <a:pt x="517244" y="3817346"/>
                  </a:lnTo>
                  <a:lnTo>
                    <a:pt x="512190" y="3805601"/>
                  </a:lnTo>
                  <a:lnTo>
                    <a:pt x="507072" y="3793855"/>
                  </a:lnTo>
                  <a:lnTo>
                    <a:pt x="501775" y="3782109"/>
                  </a:lnTo>
                  <a:lnTo>
                    <a:pt x="496371" y="3770364"/>
                  </a:lnTo>
                  <a:lnTo>
                    <a:pt x="490847" y="3758618"/>
                  </a:lnTo>
                  <a:lnTo>
                    <a:pt x="485151" y="3746872"/>
                  </a:lnTo>
                  <a:lnTo>
                    <a:pt x="479389" y="3735127"/>
                  </a:lnTo>
                  <a:lnTo>
                    <a:pt x="473409" y="3723381"/>
                  </a:lnTo>
                  <a:lnTo>
                    <a:pt x="467353" y="3711635"/>
                  </a:lnTo>
                  <a:lnTo>
                    <a:pt x="461145" y="3699889"/>
                  </a:lnTo>
                  <a:lnTo>
                    <a:pt x="454799" y="3688144"/>
                  </a:lnTo>
                  <a:lnTo>
                    <a:pt x="448366" y="3676398"/>
                  </a:lnTo>
                  <a:lnTo>
                    <a:pt x="441735" y="3664652"/>
                  </a:lnTo>
                  <a:lnTo>
                    <a:pt x="435042" y="3652907"/>
                  </a:lnTo>
                  <a:lnTo>
                    <a:pt x="428178" y="3641161"/>
                  </a:lnTo>
                  <a:lnTo>
                    <a:pt x="421216" y="3629415"/>
                  </a:lnTo>
                  <a:lnTo>
                    <a:pt x="414147" y="3617670"/>
                  </a:lnTo>
                  <a:lnTo>
                    <a:pt x="406931" y="3605924"/>
                  </a:lnTo>
                  <a:lnTo>
                    <a:pt x="399660" y="3594178"/>
                  </a:lnTo>
                  <a:lnTo>
                    <a:pt x="392217" y="3582433"/>
                  </a:lnTo>
                  <a:lnTo>
                    <a:pt x="384719" y="3570687"/>
                  </a:lnTo>
                  <a:lnTo>
                    <a:pt x="377109" y="3558941"/>
                  </a:lnTo>
                  <a:lnTo>
                    <a:pt x="369405" y="3547196"/>
                  </a:lnTo>
                  <a:lnTo>
                    <a:pt x="361645" y="3535450"/>
                  </a:lnTo>
                  <a:lnTo>
                    <a:pt x="353762" y="3523704"/>
                  </a:lnTo>
                  <a:lnTo>
                    <a:pt x="345845" y="3511959"/>
                  </a:lnTo>
                  <a:lnTo>
                    <a:pt x="337835" y="3500213"/>
                  </a:lnTo>
                  <a:lnTo>
                    <a:pt x="329778" y="3488467"/>
                  </a:lnTo>
                  <a:lnTo>
                    <a:pt x="321672" y="3476722"/>
                  </a:lnTo>
                  <a:lnTo>
                    <a:pt x="313509" y="3464976"/>
                  </a:lnTo>
                  <a:lnTo>
                    <a:pt x="305325" y="3453230"/>
                  </a:lnTo>
                  <a:lnTo>
                    <a:pt x="297092" y="3441484"/>
                  </a:lnTo>
                  <a:lnTo>
                    <a:pt x="288848" y="3429739"/>
                  </a:lnTo>
                  <a:lnTo>
                    <a:pt x="280584" y="3417993"/>
                  </a:lnTo>
                  <a:lnTo>
                    <a:pt x="272315" y="3406247"/>
                  </a:lnTo>
                  <a:lnTo>
                    <a:pt x="264044" y="3394502"/>
                  </a:lnTo>
                  <a:lnTo>
                    <a:pt x="255789" y="3382756"/>
                  </a:lnTo>
                  <a:lnTo>
                    <a:pt x="247543" y="3371010"/>
                  </a:lnTo>
                  <a:lnTo>
                    <a:pt x="239330" y="3359265"/>
                  </a:lnTo>
                  <a:lnTo>
                    <a:pt x="231149" y="3347519"/>
                  </a:lnTo>
                  <a:lnTo>
                    <a:pt x="223002" y="3335773"/>
                  </a:lnTo>
                  <a:lnTo>
                    <a:pt x="214924" y="3324028"/>
                  </a:lnTo>
                  <a:lnTo>
                    <a:pt x="206874" y="3312282"/>
                  </a:lnTo>
                  <a:lnTo>
                    <a:pt x="198930" y="3300536"/>
                  </a:lnTo>
                  <a:lnTo>
                    <a:pt x="191034" y="3288791"/>
                  </a:lnTo>
                  <a:lnTo>
                    <a:pt x="183228" y="3277045"/>
                  </a:lnTo>
                  <a:lnTo>
                    <a:pt x="175524" y="3265299"/>
                  </a:lnTo>
                  <a:lnTo>
                    <a:pt x="167879" y="3253554"/>
                  </a:lnTo>
                  <a:lnTo>
                    <a:pt x="160403" y="3241808"/>
                  </a:lnTo>
                  <a:lnTo>
                    <a:pt x="152984" y="3230062"/>
                  </a:lnTo>
                  <a:lnTo>
                    <a:pt x="145727" y="3218317"/>
                  </a:lnTo>
                  <a:lnTo>
                    <a:pt x="138582" y="3206571"/>
                  </a:lnTo>
                  <a:lnTo>
                    <a:pt x="131551" y="3194825"/>
                  </a:lnTo>
                  <a:lnTo>
                    <a:pt x="124711" y="3183079"/>
                  </a:lnTo>
                  <a:lnTo>
                    <a:pt x="117943" y="3171334"/>
                  </a:lnTo>
                  <a:lnTo>
                    <a:pt x="111420" y="3159588"/>
                  </a:lnTo>
                  <a:lnTo>
                    <a:pt x="104996" y="3147842"/>
                  </a:lnTo>
                  <a:lnTo>
                    <a:pt x="98753" y="3136097"/>
                  </a:lnTo>
                  <a:lnTo>
                    <a:pt x="92698" y="3124351"/>
                  </a:lnTo>
                  <a:lnTo>
                    <a:pt x="86750" y="3112605"/>
                  </a:lnTo>
                  <a:lnTo>
                    <a:pt x="81087" y="3100860"/>
                  </a:lnTo>
                  <a:lnTo>
                    <a:pt x="75515" y="3089114"/>
                  </a:lnTo>
                  <a:lnTo>
                    <a:pt x="70195" y="3077368"/>
                  </a:lnTo>
                  <a:lnTo>
                    <a:pt x="65040" y="3065623"/>
                  </a:lnTo>
                  <a:lnTo>
                    <a:pt x="60050" y="3053877"/>
                  </a:lnTo>
                  <a:lnTo>
                    <a:pt x="55324" y="3042131"/>
                  </a:lnTo>
                  <a:lnTo>
                    <a:pt x="50696" y="3030386"/>
                  </a:lnTo>
                  <a:lnTo>
                    <a:pt x="46388" y="3018640"/>
                  </a:lnTo>
                  <a:lnTo>
                    <a:pt x="42203" y="3006894"/>
                  </a:lnTo>
                  <a:lnTo>
                    <a:pt x="38242" y="2995149"/>
                  </a:lnTo>
                  <a:lnTo>
                    <a:pt x="34506" y="2983403"/>
                  </a:lnTo>
                  <a:lnTo>
                    <a:pt x="30895" y="2971657"/>
                  </a:lnTo>
                  <a:lnTo>
                    <a:pt x="27609" y="2959911"/>
                  </a:lnTo>
                  <a:lnTo>
                    <a:pt x="24423" y="2948166"/>
                  </a:lnTo>
                  <a:lnTo>
                    <a:pt x="21510" y="2936420"/>
                  </a:lnTo>
                  <a:lnTo>
                    <a:pt x="18770" y="2924674"/>
                  </a:lnTo>
                  <a:lnTo>
                    <a:pt x="16201" y="2912929"/>
                  </a:lnTo>
                  <a:lnTo>
                    <a:pt x="13900" y="2901183"/>
                  </a:lnTo>
                  <a:lnTo>
                    <a:pt x="11696" y="2889437"/>
                  </a:lnTo>
                  <a:lnTo>
                    <a:pt x="9798" y="2877692"/>
                  </a:lnTo>
                  <a:lnTo>
                    <a:pt x="8017" y="2865946"/>
                  </a:lnTo>
                  <a:lnTo>
                    <a:pt x="6442" y="2854200"/>
                  </a:lnTo>
                  <a:lnTo>
                    <a:pt x="5069" y="2842455"/>
                  </a:lnTo>
                  <a:lnTo>
                    <a:pt x="3807" y="2830709"/>
                  </a:lnTo>
                  <a:lnTo>
                    <a:pt x="2825" y="2818963"/>
                  </a:lnTo>
                  <a:lnTo>
                    <a:pt x="1927" y="2807218"/>
                  </a:lnTo>
                  <a:lnTo>
                    <a:pt x="1253" y="2795472"/>
                  </a:lnTo>
                  <a:lnTo>
                    <a:pt x="718" y="2783726"/>
                  </a:lnTo>
                  <a:lnTo>
                    <a:pt x="317" y="2771981"/>
                  </a:lnTo>
                  <a:lnTo>
                    <a:pt x="122" y="2760235"/>
                  </a:lnTo>
                  <a:lnTo>
                    <a:pt x="0" y="2748489"/>
                  </a:lnTo>
                  <a:lnTo>
                    <a:pt x="100" y="2736744"/>
                  </a:lnTo>
                  <a:lnTo>
                    <a:pt x="283" y="2724998"/>
                  </a:lnTo>
                  <a:lnTo>
                    <a:pt x="610" y="2713252"/>
                  </a:lnTo>
                  <a:lnTo>
                    <a:pt x="1073" y="2701506"/>
                  </a:lnTo>
                  <a:lnTo>
                    <a:pt x="1609" y="2689761"/>
                  </a:lnTo>
                  <a:lnTo>
                    <a:pt x="2325" y="2678015"/>
                  </a:lnTo>
                  <a:lnTo>
                    <a:pt x="3092" y="2666269"/>
                  </a:lnTo>
                  <a:lnTo>
                    <a:pt x="3994" y="2654524"/>
                  </a:lnTo>
                  <a:lnTo>
                    <a:pt x="4978" y="2642778"/>
                  </a:lnTo>
                  <a:lnTo>
                    <a:pt x="6038" y="2631032"/>
                  </a:lnTo>
                  <a:lnTo>
                    <a:pt x="7211" y="2619287"/>
                  </a:lnTo>
                  <a:lnTo>
                    <a:pt x="8424" y="2607541"/>
                  </a:lnTo>
                  <a:lnTo>
                    <a:pt x="9750" y="2595795"/>
                  </a:lnTo>
                  <a:lnTo>
                    <a:pt x="11117" y="2584050"/>
                  </a:lnTo>
                  <a:lnTo>
                    <a:pt x="12553" y="2572304"/>
                  </a:lnTo>
                  <a:lnTo>
                    <a:pt x="14051" y="2560558"/>
                  </a:lnTo>
                  <a:lnTo>
                    <a:pt x="15582" y="2548813"/>
                  </a:lnTo>
                  <a:lnTo>
                    <a:pt x="17189" y="2537067"/>
                  </a:lnTo>
                  <a:lnTo>
                    <a:pt x="18817" y="2525321"/>
                  </a:lnTo>
                  <a:lnTo>
                    <a:pt x="20498" y="2513576"/>
                  </a:lnTo>
                  <a:lnTo>
                    <a:pt x="22208" y="2501830"/>
                  </a:lnTo>
                  <a:lnTo>
                    <a:pt x="23947" y="2490084"/>
                  </a:lnTo>
                  <a:lnTo>
                    <a:pt x="25724" y="2478339"/>
                  </a:lnTo>
                  <a:lnTo>
                    <a:pt x="27513" y="2466593"/>
                  </a:lnTo>
                  <a:lnTo>
                    <a:pt x="29339" y="2454847"/>
                  </a:lnTo>
                  <a:lnTo>
                    <a:pt x="31178" y="2443101"/>
                  </a:lnTo>
                  <a:lnTo>
                    <a:pt x="33037" y="2431356"/>
                  </a:lnTo>
                  <a:lnTo>
                    <a:pt x="34915" y="2419610"/>
                  </a:lnTo>
                  <a:lnTo>
                    <a:pt x="36803" y="2407864"/>
                  </a:lnTo>
                  <a:lnTo>
                    <a:pt x="38714" y="2396119"/>
                  </a:lnTo>
                  <a:lnTo>
                    <a:pt x="40633" y="2384373"/>
                  </a:lnTo>
                  <a:lnTo>
                    <a:pt x="42570" y="2372627"/>
                  </a:lnTo>
                  <a:lnTo>
                    <a:pt x="44520" y="2360882"/>
                  </a:lnTo>
                  <a:lnTo>
                    <a:pt x="46481" y="2349136"/>
                  </a:lnTo>
                  <a:lnTo>
                    <a:pt x="48464" y="2337390"/>
                  </a:lnTo>
                  <a:lnTo>
                    <a:pt x="50455" y="2325645"/>
                  </a:lnTo>
                  <a:lnTo>
                    <a:pt x="52474" y="2313899"/>
                  </a:lnTo>
                  <a:lnTo>
                    <a:pt x="54507" y="2302153"/>
                  </a:lnTo>
                  <a:lnTo>
                    <a:pt x="56563" y="2290408"/>
                  </a:lnTo>
                  <a:lnTo>
                    <a:pt x="58648" y="2278662"/>
                  </a:lnTo>
                  <a:lnTo>
                    <a:pt x="60748" y="2266916"/>
                  </a:lnTo>
                  <a:lnTo>
                    <a:pt x="62899" y="2255171"/>
                  </a:lnTo>
                  <a:lnTo>
                    <a:pt x="65068" y="2243425"/>
                  </a:lnTo>
                  <a:lnTo>
                    <a:pt x="67285" y="2231679"/>
                  </a:lnTo>
                  <a:lnTo>
                    <a:pt x="69543" y="2219933"/>
                  </a:lnTo>
                  <a:lnTo>
                    <a:pt x="71836" y="2208188"/>
                  </a:lnTo>
                  <a:lnTo>
                    <a:pt x="74202" y="2196442"/>
                  </a:lnTo>
                  <a:lnTo>
                    <a:pt x="76596" y="2184696"/>
                  </a:lnTo>
                  <a:lnTo>
                    <a:pt x="79082" y="2172951"/>
                  </a:lnTo>
                  <a:lnTo>
                    <a:pt x="81615" y="2161205"/>
                  </a:lnTo>
                  <a:lnTo>
                    <a:pt x="84221" y="2149459"/>
                  </a:lnTo>
                  <a:lnTo>
                    <a:pt x="86918" y="2137714"/>
                  </a:lnTo>
                  <a:lnTo>
                    <a:pt x="89660" y="2125968"/>
                  </a:lnTo>
                  <a:lnTo>
                    <a:pt x="92547" y="2114222"/>
                  </a:lnTo>
                  <a:lnTo>
                    <a:pt x="95483" y="2102477"/>
                  </a:lnTo>
                  <a:lnTo>
                    <a:pt x="98547" y="2090731"/>
                  </a:lnTo>
                  <a:lnTo>
                    <a:pt x="101711" y="2078985"/>
                  </a:lnTo>
                  <a:lnTo>
                    <a:pt x="104963" y="2067240"/>
                  </a:lnTo>
                  <a:lnTo>
                    <a:pt x="108383" y="2055494"/>
                  </a:lnTo>
                  <a:lnTo>
                    <a:pt x="111863" y="2043748"/>
                  </a:lnTo>
                  <a:lnTo>
                    <a:pt x="115544" y="2032003"/>
                  </a:lnTo>
                  <a:lnTo>
                    <a:pt x="119319" y="2020257"/>
                  </a:lnTo>
                  <a:lnTo>
                    <a:pt x="123240" y="2008511"/>
                  </a:lnTo>
                  <a:lnTo>
                    <a:pt x="127336" y="1996766"/>
                  </a:lnTo>
                  <a:lnTo>
                    <a:pt x="131515" y="1985020"/>
                  </a:lnTo>
                  <a:lnTo>
                    <a:pt x="135958" y="1973274"/>
                  </a:lnTo>
                  <a:lnTo>
                    <a:pt x="140485" y="1961528"/>
                  </a:lnTo>
                  <a:lnTo>
                    <a:pt x="145228" y="1949783"/>
                  </a:lnTo>
                  <a:lnTo>
                    <a:pt x="150135" y="1938037"/>
                  </a:lnTo>
                  <a:lnTo>
                    <a:pt x="155183" y="1926291"/>
                  </a:lnTo>
                  <a:lnTo>
                    <a:pt x="160493" y="1914546"/>
                  </a:lnTo>
                  <a:lnTo>
                    <a:pt x="165896" y="1902800"/>
                  </a:lnTo>
                  <a:lnTo>
                    <a:pt x="171592" y="1891054"/>
                  </a:lnTo>
                  <a:lnTo>
                    <a:pt x="177425" y="1879309"/>
                  </a:lnTo>
                  <a:lnTo>
                    <a:pt x="183462" y="1867563"/>
                  </a:lnTo>
                  <a:lnTo>
                    <a:pt x="189740" y="1855817"/>
                  </a:lnTo>
                  <a:lnTo>
                    <a:pt x="196129" y="1844072"/>
                  </a:lnTo>
                  <a:lnTo>
                    <a:pt x="202865" y="1832326"/>
                  </a:lnTo>
                  <a:lnTo>
                    <a:pt x="209706" y="1820580"/>
                  </a:lnTo>
                  <a:lnTo>
                    <a:pt x="216817" y="1808835"/>
                  </a:lnTo>
                  <a:lnTo>
                    <a:pt x="224129" y="1797089"/>
                  </a:lnTo>
                  <a:lnTo>
                    <a:pt x="231609" y="1785343"/>
                  </a:lnTo>
                  <a:lnTo>
                    <a:pt x="239397" y="1773598"/>
                  </a:lnTo>
                  <a:lnTo>
                    <a:pt x="247292" y="1761852"/>
                  </a:lnTo>
                  <a:lnTo>
                    <a:pt x="255514" y="1750106"/>
                  </a:lnTo>
                  <a:lnTo>
                    <a:pt x="263886" y="1738361"/>
                  </a:lnTo>
                  <a:lnTo>
                    <a:pt x="272478" y="1726615"/>
                  </a:lnTo>
                  <a:lnTo>
                    <a:pt x="281322" y="1714869"/>
                  </a:lnTo>
                  <a:lnTo>
                    <a:pt x="290281" y="1703123"/>
                  </a:lnTo>
                  <a:lnTo>
                    <a:pt x="299591" y="1691378"/>
                  </a:lnTo>
                  <a:lnTo>
                    <a:pt x="309003" y="1679632"/>
                  </a:lnTo>
                  <a:lnTo>
                    <a:pt x="318675" y="1667886"/>
                  </a:lnTo>
                  <a:lnTo>
                    <a:pt x="328537" y="1656141"/>
                  </a:lnTo>
                  <a:lnTo>
                    <a:pt x="338553" y="1644395"/>
                  </a:lnTo>
                  <a:lnTo>
                    <a:pt x="348848" y="1632649"/>
                  </a:lnTo>
                  <a:lnTo>
                    <a:pt x="359236" y="1620904"/>
                  </a:lnTo>
                  <a:lnTo>
                    <a:pt x="369906" y="1609158"/>
                  </a:lnTo>
                  <a:lnTo>
                    <a:pt x="380700" y="1597412"/>
                  </a:lnTo>
                  <a:lnTo>
                    <a:pt x="391675" y="1585667"/>
                  </a:lnTo>
                  <a:lnTo>
                    <a:pt x="402850" y="1573921"/>
                  </a:lnTo>
                  <a:lnTo>
                    <a:pt x="414114" y="1562175"/>
                  </a:lnTo>
                  <a:lnTo>
                    <a:pt x="425644" y="1550430"/>
                  </a:lnTo>
                  <a:lnTo>
                    <a:pt x="437247" y="1538684"/>
                  </a:lnTo>
                  <a:lnTo>
                    <a:pt x="449034" y="1526938"/>
                  </a:lnTo>
                  <a:lnTo>
                    <a:pt x="460950" y="1515193"/>
                  </a:lnTo>
                  <a:lnTo>
                    <a:pt x="472969" y="1503447"/>
                  </a:lnTo>
                  <a:lnTo>
                    <a:pt x="485164" y="1491701"/>
                  </a:lnTo>
                  <a:lnTo>
                    <a:pt x="497417" y="1479955"/>
                  </a:lnTo>
                  <a:lnTo>
                    <a:pt x="509834" y="1468210"/>
                  </a:lnTo>
                  <a:lnTo>
                    <a:pt x="522319" y="1456464"/>
                  </a:lnTo>
                  <a:lnTo>
                    <a:pt x="534901" y="1444718"/>
                  </a:lnTo>
                  <a:lnTo>
                    <a:pt x="547580" y="1432973"/>
                  </a:lnTo>
                  <a:lnTo>
                    <a:pt x="560301" y="1421227"/>
                  </a:lnTo>
                  <a:lnTo>
                    <a:pt x="573137" y="1409481"/>
                  </a:lnTo>
                  <a:lnTo>
                    <a:pt x="585998" y="1397736"/>
                  </a:lnTo>
                  <a:lnTo>
                    <a:pt x="598926" y="1385990"/>
                  </a:lnTo>
                  <a:lnTo>
                    <a:pt x="611890" y="1374244"/>
                  </a:lnTo>
                  <a:lnTo>
                    <a:pt x="624882" y="1362499"/>
                  </a:lnTo>
                  <a:lnTo>
                    <a:pt x="637908" y="1350753"/>
                  </a:lnTo>
                  <a:lnTo>
                    <a:pt x="650943" y="1339007"/>
                  </a:lnTo>
                  <a:lnTo>
                    <a:pt x="663989" y="1327262"/>
                  </a:lnTo>
                  <a:lnTo>
                    <a:pt x="677031" y="1315516"/>
                  </a:lnTo>
                  <a:lnTo>
                    <a:pt x="690067" y="1303770"/>
                  </a:lnTo>
                  <a:lnTo>
                    <a:pt x="703078" y="1292025"/>
                  </a:lnTo>
                  <a:lnTo>
                    <a:pt x="716078" y="1280279"/>
                  </a:lnTo>
                  <a:lnTo>
                    <a:pt x="729018" y="1268533"/>
                  </a:lnTo>
                  <a:lnTo>
                    <a:pt x="741935" y="1256788"/>
                  </a:lnTo>
                  <a:lnTo>
                    <a:pt x="754791" y="1245042"/>
                  </a:lnTo>
                  <a:lnTo>
                    <a:pt x="767587" y="1233296"/>
                  </a:lnTo>
                  <a:lnTo>
                    <a:pt x="780336" y="1221550"/>
                  </a:lnTo>
                  <a:lnTo>
                    <a:pt x="792975" y="1209805"/>
                  </a:lnTo>
                  <a:lnTo>
                    <a:pt x="805574" y="1198059"/>
                  </a:lnTo>
                  <a:lnTo>
                    <a:pt x="818043" y="1186313"/>
                  </a:lnTo>
                  <a:lnTo>
                    <a:pt x="830439" y="1174568"/>
                  </a:lnTo>
                  <a:lnTo>
                    <a:pt x="842737" y="1162822"/>
                  </a:lnTo>
                  <a:lnTo>
                    <a:pt x="854899" y="1151076"/>
                  </a:lnTo>
                  <a:lnTo>
                    <a:pt x="867006" y="1139331"/>
                  </a:lnTo>
                  <a:lnTo>
                    <a:pt x="878905" y="1127585"/>
                  </a:lnTo>
                  <a:lnTo>
                    <a:pt x="890740" y="1115839"/>
                  </a:lnTo>
                  <a:lnTo>
                    <a:pt x="902413" y="1104094"/>
                  </a:lnTo>
                  <a:lnTo>
                    <a:pt x="913948" y="1092348"/>
                  </a:lnTo>
                  <a:lnTo>
                    <a:pt x="925380" y="1080602"/>
                  </a:lnTo>
                  <a:lnTo>
                    <a:pt x="936592" y="1068857"/>
                  </a:lnTo>
                  <a:lnTo>
                    <a:pt x="947730" y="1057111"/>
                  </a:lnTo>
                  <a:lnTo>
                    <a:pt x="958637" y="1045365"/>
                  </a:lnTo>
                  <a:lnTo>
                    <a:pt x="969424" y="1033620"/>
                  </a:lnTo>
                  <a:lnTo>
                    <a:pt x="980051" y="1021874"/>
                  </a:lnTo>
                  <a:lnTo>
                    <a:pt x="990469" y="1010128"/>
                  </a:lnTo>
                  <a:lnTo>
                    <a:pt x="1000805" y="998383"/>
                  </a:lnTo>
                  <a:lnTo>
                    <a:pt x="1010841" y="986637"/>
                  </a:lnTo>
                  <a:lnTo>
                    <a:pt x="1020788" y="974891"/>
                  </a:lnTo>
                  <a:lnTo>
                    <a:pt x="1030517" y="963145"/>
                  </a:lnTo>
                  <a:lnTo>
                    <a:pt x="1040066" y="951400"/>
                  </a:lnTo>
                  <a:lnTo>
                    <a:pt x="1049481" y="939654"/>
                  </a:lnTo>
                  <a:lnTo>
                    <a:pt x="1058622" y="927908"/>
                  </a:lnTo>
                  <a:lnTo>
                    <a:pt x="1067671" y="916163"/>
                  </a:lnTo>
                  <a:lnTo>
                    <a:pt x="1076446" y="904417"/>
                  </a:lnTo>
                  <a:lnTo>
                    <a:pt x="1085080" y="892671"/>
                  </a:lnTo>
                  <a:lnTo>
                    <a:pt x="1093530" y="880926"/>
                  </a:lnTo>
                  <a:lnTo>
                    <a:pt x="1101745" y="869180"/>
                  </a:lnTo>
                  <a:lnTo>
                    <a:pt x="1109867" y="857434"/>
                  </a:lnTo>
                  <a:lnTo>
                    <a:pt x="1117665" y="845689"/>
                  </a:lnTo>
                  <a:lnTo>
                    <a:pt x="1125368" y="833943"/>
                  </a:lnTo>
                  <a:lnTo>
                    <a:pt x="1132841" y="822197"/>
                  </a:lnTo>
                  <a:lnTo>
                    <a:pt x="1140128" y="810452"/>
                  </a:lnTo>
                  <a:lnTo>
                    <a:pt x="1147278" y="798706"/>
                  </a:lnTo>
                  <a:lnTo>
                    <a:pt x="1154152" y="786960"/>
                  </a:lnTo>
                  <a:lnTo>
                    <a:pt x="1160935" y="775215"/>
                  </a:lnTo>
                  <a:lnTo>
                    <a:pt x="1167450" y="763469"/>
                  </a:lnTo>
                  <a:lnTo>
                    <a:pt x="1173828" y="751723"/>
                  </a:lnTo>
                  <a:lnTo>
                    <a:pt x="1180033" y="739977"/>
                  </a:lnTo>
                  <a:lnTo>
                    <a:pt x="1186015" y="728232"/>
                  </a:lnTo>
                  <a:lnTo>
                    <a:pt x="1191910" y="716486"/>
                  </a:lnTo>
                  <a:lnTo>
                    <a:pt x="1197509" y="704740"/>
                  </a:lnTo>
                  <a:lnTo>
                    <a:pt x="1203021" y="692995"/>
                  </a:lnTo>
                  <a:lnTo>
                    <a:pt x="1208329" y="681249"/>
                  </a:lnTo>
                  <a:lnTo>
                    <a:pt x="1213469" y="669503"/>
                  </a:lnTo>
                  <a:lnTo>
                    <a:pt x="1218491" y="657758"/>
                  </a:lnTo>
                  <a:lnTo>
                    <a:pt x="1223272" y="646012"/>
                  </a:lnTo>
                  <a:lnTo>
                    <a:pt x="1227974" y="634266"/>
                  </a:lnTo>
                  <a:lnTo>
                    <a:pt x="1232451" y="622521"/>
                  </a:lnTo>
                  <a:lnTo>
                    <a:pt x="1236812" y="610775"/>
                  </a:lnTo>
                  <a:lnTo>
                    <a:pt x="1241028" y="599029"/>
                  </a:lnTo>
                  <a:lnTo>
                    <a:pt x="1245061" y="587284"/>
                  </a:lnTo>
                  <a:lnTo>
                    <a:pt x="1249022" y="575538"/>
                  </a:lnTo>
                  <a:lnTo>
                    <a:pt x="1252746" y="563792"/>
                  </a:lnTo>
                  <a:lnTo>
                    <a:pt x="1256399" y="552047"/>
                  </a:lnTo>
                  <a:lnTo>
                    <a:pt x="1259890" y="540301"/>
                  </a:lnTo>
                  <a:lnTo>
                    <a:pt x="1263250" y="528555"/>
                  </a:lnTo>
                  <a:lnTo>
                    <a:pt x="1266518" y="516810"/>
                  </a:lnTo>
                  <a:lnTo>
                    <a:pt x="1269600" y="505064"/>
                  </a:lnTo>
                  <a:lnTo>
                    <a:pt x="1272622" y="493318"/>
                  </a:lnTo>
                  <a:lnTo>
                    <a:pt x="1275473" y="481572"/>
                  </a:lnTo>
                  <a:lnTo>
                    <a:pt x="1278237" y="469827"/>
                  </a:lnTo>
                  <a:lnTo>
                    <a:pt x="1280895" y="458081"/>
                  </a:lnTo>
                  <a:lnTo>
                    <a:pt x="1283416" y="446335"/>
                  </a:lnTo>
                  <a:lnTo>
                    <a:pt x="1285885" y="434590"/>
                  </a:lnTo>
                  <a:lnTo>
                    <a:pt x="1288182" y="422844"/>
                  </a:lnTo>
                  <a:lnTo>
                    <a:pt x="1290428" y="411098"/>
                  </a:lnTo>
                  <a:lnTo>
                    <a:pt x="1292559" y="399353"/>
                  </a:lnTo>
                  <a:lnTo>
                    <a:pt x="1294596" y="387607"/>
                  </a:lnTo>
                  <a:lnTo>
                    <a:pt x="1296571" y="375861"/>
                  </a:lnTo>
                  <a:lnTo>
                    <a:pt x="1298414" y="364116"/>
                  </a:lnTo>
                  <a:lnTo>
                    <a:pt x="1300216" y="352370"/>
                  </a:lnTo>
                  <a:lnTo>
                    <a:pt x="1301902" y="340624"/>
                  </a:lnTo>
                  <a:lnTo>
                    <a:pt x="1303529" y="328879"/>
                  </a:lnTo>
                  <a:lnTo>
                    <a:pt x="1305084" y="317133"/>
                  </a:lnTo>
                  <a:lnTo>
                    <a:pt x="1306547" y="305387"/>
                  </a:lnTo>
                  <a:lnTo>
                    <a:pt x="1307976" y="293642"/>
                  </a:lnTo>
                  <a:lnTo>
                    <a:pt x="1309292" y="281896"/>
                  </a:lnTo>
                  <a:lnTo>
                    <a:pt x="1310575" y="270150"/>
                  </a:lnTo>
                  <a:lnTo>
                    <a:pt x="1311783" y="258405"/>
                  </a:lnTo>
                  <a:lnTo>
                    <a:pt x="1312931" y="246659"/>
                  </a:lnTo>
                  <a:lnTo>
                    <a:pt x="1314039" y="234913"/>
                  </a:lnTo>
                  <a:lnTo>
                    <a:pt x="1315063" y="223167"/>
                  </a:lnTo>
                  <a:lnTo>
                    <a:pt x="1316062" y="211422"/>
                  </a:lnTo>
                  <a:lnTo>
                    <a:pt x="1316989" y="199676"/>
                  </a:lnTo>
                  <a:lnTo>
                    <a:pt x="1317878" y="187930"/>
                  </a:lnTo>
                  <a:lnTo>
                    <a:pt x="1318724" y="176185"/>
                  </a:lnTo>
                  <a:lnTo>
                    <a:pt x="1319513" y="164439"/>
                  </a:lnTo>
                  <a:lnTo>
                    <a:pt x="1320281" y="152693"/>
                  </a:lnTo>
                  <a:lnTo>
                    <a:pt x="1320983" y="140948"/>
                  </a:lnTo>
                  <a:lnTo>
                    <a:pt x="1321663" y="129202"/>
                  </a:lnTo>
                  <a:lnTo>
                    <a:pt x="1322300" y="117456"/>
                  </a:lnTo>
                  <a:lnTo>
                    <a:pt x="1322902" y="105711"/>
                  </a:lnTo>
                  <a:lnTo>
                    <a:pt x="1323479" y="93965"/>
                  </a:lnTo>
                  <a:lnTo>
                    <a:pt x="1324009" y="82219"/>
                  </a:lnTo>
                  <a:lnTo>
                    <a:pt x="1324523" y="70474"/>
                  </a:lnTo>
                  <a:lnTo>
                    <a:pt x="1324997" y="58728"/>
                  </a:lnTo>
                  <a:lnTo>
                    <a:pt x="1325449" y="46982"/>
                  </a:lnTo>
                  <a:lnTo>
                    <a:pt x="1325877" y="35237"/>
                  </a:lnTo>
                  <a:lnTo>
                    <a:pt x="1326273" y="23491"/>
                  </a:lnTo>
                  <a:lnTo>
                    <a:pt x="1326657" y="11745"/>
                  </a:lnTo>
                  <a:lnTo>
                    <a:pt x="1327005" y="0"/>
                  </a:lnTo>
                  <a:lnTo>
                    <a:pt x="1337066" y="0"/>
                  </a:lnTo>
                  <a:lnTo>
                    <a:pt x="1337414" y="11745"/>
                  </a:lnTo>
                  <a:lnTo>
                    <a:pt x="1337798" y="23491"/>
                  </a:lnTo>
                  <a:lnTo>
                    <a:pt x="1338194" y="35237"/>
                  </a:lnTo>
                  <a:lnTo>
                    <a:pt x="1338622" y="46982"/>
                  </a:lnTo>
                  <a:lnTo>
                    <a:pt x="1339074" y="58728"/>
                  </a:lnTo>
                  <a:lnTo>
                    <a:pt x="1339548" y="70474"/>
                  </a:lnTo>
                  <a:lnTo>
                    <a:pt x="1340062" y="82219"/>
                  </a:lnTo>
                  <a:lnTo>
                    <a:pt x="1340592" y="93965"/>
                  </a:lnTo>
                  <a:lnTo>
                    <a:pt x="1341170" y="105711"/>
                  </a:lnTo>
                  <a:lnTo>
                    <a:pt x="1341771" y="117456"/>
                  </a:lnTo>
                  <a:lnTo>
                    <a:pt x="1342408" y="129202"/>
                  </a:lnTo>
                  <a:lnTo>
                    <a:pt x="1343089" y="140948"/>
                  </a:lnTo>
                  <a:lnTo>
                    <a:pt x="1343790" y="152693"/>
                  </a:lnTo>
                  <a:lnTo>
                    <a:pt x="1344558" y="164439"/>
                  </a:lnTo>
                  <a:lnTo>
                    <a:pt x="1345348" y="176185"/>
                  </a:lnTo>
                  <a:lnTo>
                    <a:pt x="1346193" y="187930"/>
                  </a:lnTo>
                  <a:lnTo>
                    <a:pt x="1347083" y="199676"/>
                  </a:lnTo>
                  <a:lnTo>
                    <a:pt x="1348009" y="211422"/>
                  </a:lnTo>
                  <a:lnTo>
                    <a:pt x="1349008" y="223167"/>
                  </a:lnTo>
                  <a:lnTo>
                    <a:pt x="1350032" y="234913"/>
                  </a:lnTo>
                  <a:lnTo>
                    <a:pt x="1351140" y="246659"/>
                  </a:lnTo>
                  <a:lnTo>
                    <a:pt x="1352288" y="258405"/>
                  </a:lnTo>
                  <a:lnTo>
                    <a:pt x="1353496" y="270150"/>
                  </a:lnTo>
                  <a:lnTo>
                    <a:pt x="1354779" y="281896"/>
                  </a:lnTo>
                  <a:lnTo>
                    <a:pt x="1356095" y="293642"/>
                  </a:lnTo>
                  <a:lnTo>
                    <a:pt x="1357524" y="305387"/>
                  </a:lnTo>
                  <a:lnTo>
                    <a:pt x="1358987" y="317133"/>
                  </a:lnTo>
                  <a:lnTo>
                    <a:pt x="1360542" y="328879"/>
                  </a:lnTo>
                  <a:lnTo>
                    <a:pt x="1362169" y="340624"/>
                  </a:lnTo>
                  <a:lnTo>
                    <a:pt x="1363855" y="352370"/>
                  </a:lnTo>
                  <a:lnTo>
                    <a:pt x="1365657" y="364116"/>
                  </a:lnTo>
                  <a:lnTo>
                    <a:pt x="1367501" y="375861"/>
                  </a:lnTo>
                  <a:lnTo>
                    <a:pt x="1369475" y="387607"/>
                  </a:lnTo>
                  <a:lnTo>
                    <a:pt x="1371512" y="399353"/>
                  </a:lnTo>
                  <a:lnTo>
                    <a:pt x="1373643" y="411098"/>
                  </a:lnTo>
                  <a:lnTo>
                    <a:pt x="1375889" y="422844"/>
                  </a:lnTo>
                  <a:lnTo>
                    <a:pt x="1378187" y="434590"/>
                  </a:lnTo>
                  <a:lnTo>
                    <a:pt x="1380655" y="446335"/>
                  </a:lnTo>
                  <a:lnTo>
                    <a:pt x="1383177" y="458081"/>
                  </a:lnTo>
                  <a:lnTo>
                    <a:pt x="1385834" y="469827"/>
                  </a:lnTo>
                  <a:lnTo>
                    <a:pt x="1388598" y="481572"/>
                  </a:lnTo>
                  <a:lnTo>
                    <a:pt x="1391449" y="493318"/>
                  </a:lnTo>
                  <a:lnTo>
                    <a:pt x="1394471" y="505064"/>
                  </a:lnTo>
                  <a:lnTo>
                    <a:pt x="1397553" y="516810"/>
                  </a:lnTo>
                  <a:lnTo>
                    <a:pt x="1400821" y="528555"/>
                  </a:lnTo>
                  <a:lnTo>
                    <a:pt x="1404181" y="540301"/>
                  </a:lnTo>
                  <a:lnTo>
                    <a:pt x="1407672" y="552047"/>
                  </a:lnTo>
                  <a:lnTo>
                    <a:pt x="1411325" y="563792"/>
                  </a:lnTo>
                  <a:lnTo>
                    <a:pt x="1415049" y="575538"/>
                  </a:lnTo>
                  <a:lnTo>
                    <a:pt x="1419010" y="587284"/>
                  </a:lnTo>
                  <a:lnTo>
                    <a:pt x="1423043" y="599029"/>
                  </a:lnTo>
                  <a:lnTo>
                    <a:pt x="1427260" y="610775"/>
                  </a:lnTo>
                  <a:lnTo>
                    <a:pt x="1431621" y="622521"/>
                  </a:lnTo>
                  <a:lnTo>
                    <a:pt x="1436097" y="634266"/>
                  </a:lnTo>
                  <a:lnTo>
                    <a:pt x="1440800" y="646012"/>
                  </a:lnTo>
                  <a:lnTo>
                    <a:pt x="1445580" y="657758"/>
                  </a:lnTo>
                  <a:lnTo>
                    <a:pt x="1450602" y="669503"/>
                  </a:lnTo>
                  <a:lnTo>
                    <a:pt x="1455743" y="681249"/>
                  </a:lnTo>
                  <a:lnTo>
                    <a:pt x="1461050" y="692995"/>
                  </a:lnTo>
                  <a:lnTo>
                    <a:pt x="1466562" y="704740"/>
                  </a:lnTo>
                  <a:lnTo>
                    <a:pt x="1472161" y="716486"/>
                  </a:lnTo>
                  <a:lnTo>
                    <a:pt x="1478056" y="728232"/>
                  </a:lnTo>
                  <a:lnTo>
                    <a:pt x="1484039" y="739977"/>
                  </a:lnTo>
                  <a:lnTo>
                    <a:pt x="1490243" y="751723"/>
                  </a:lnTo>
                  <a:lnTo>
                    <a:pt x="1496621" y="763469"/>
                  </a:lnTo>
                  <a:lnTo>
                    <a:pt x="1503136" y="775215"/>
                  </a:lnTo>
                  <a:lnTo>
                    <a:pt x="1509919" y="786960"/>
                  </a:lnTo>
                  <a:lnTo>
                    <a:pt x="1516793" y="798706"/>
                  </a:lnTo>
                  <a:lnTo>
                    <a:pt x="1523943" y="810452"/>
                  </a:lnTo>
                  <a:lnTo>
                    <a:pt x="1531230" y="822197"/>
                  </a:lnTo>
                  <a:lnTo>
                    <a:pt x="1538703" y="833943"/>
                  </a:lnTo>
                  <a:lnTo>
                    <a:pt x="1546406" y="845689"/>
                  </a:lnTo>
                  <a:lnTo>
                    <a:pt x="1554205" y="857434"/>
                  </a:lnTo>
                  <a:lnTo>
                    <a:pt x="1562326" y="869180"/>
                  </a:lnTo>
                  <a:lnTo>
                    <a:pt x="1570542" y="880926"/>
                  </a:lnTo>
                  <a:lnTo>
                    <a:pt x="1578992" y="892671"/>
                  </a:lnTo>
                  <a:lnTo>
                    <a:pt x="1587625" y="904417"/>
                  </a:lnTo>
                  <a:lnTo>
                    <a:pt x="1596400" y="916163"/>
                  </a:lnTo>
                  <a:lnTo>
                    <a:pt x="1605449" y="927908"/>
                  </a:lnTo>
                  <a:lnTo>
                    <a:pt x="1614590" y="939654"/>
                  </a:lnTo>
                  <a:lnTo>
                    <a:pt x="1624005" y="951400"/>
                  </a:lnTo>
                  <a:lnTo>
                    <a:pt x="1633554" y="963145"/>
                  </a:lnTo>
                  <a:lnTo>
                    <a:pt x="1643283" y="974891"/>
                  </a:lnTo>
                  <a:lnTo>
                    <a:pt x="1653230" y="986637"/>
                  </a:lnTo>
                  <a:lnTo>
                    <a:pt x="1663267" y="998383"/>
                  </a:lnTo>
                  <a:lnTo>
                    <a:pt x="1673602" y="1010128"/>
                  </a:lnTo>
                  <a:lnTo>
                    <a:pt x="1684021" y="1021874"/>
                  </a:lnTo>
                  <a:lnTo>
                    <a:pt x="1694647" y="1033620"/>
                  </a:lnTo>
                  <a:lnTo>
                    <a:pt x="1705434" y="1045365"/>
                  </a:lnTo>
                  <a:lnTo>
                    <a:pt x="1716341" y="1057111"/>
                  </a:lnTo>
                  <a:lnTo>
                    <a:pt x="1727479" y="1068857"/>
                  </a:lnTo>
                  <a:lnTo>
                    <a:pt x="1738691" y="1080602"/>
                  </a:lnTo>
                  <a:lnTo>
                    <a:pt x="1750123" y="1092348"/>
                  </a:lnTo>
                  <a:lnTo>
                    <a:pt x="1761658" y="1104094"/>
                  </a:lnTo>
                  <a:lnTo>
                    <a:pt x="1773331" y="1115839"/>
                  </a:lnTo>
                  <a:lnTo>
                    <a:pt x="1785166" y="1127585"/>
                  </a:lnTo>
                  <a:lnTo>
                    <a:pt x="1797065" y="1139331"/>
                  </a:lnTo>
                  <a:lnTo>
                    <a:pt x="1809172" y="1151076"/>
                  </a:lnTo>
                  <a:lnTo>
                    <a:pt x="1821334" y="1162822"/>
                  </a:lnTo>
                  <a:lnTo>
                    <a:pt x="1833632" y="1174568"/>
                  </a:lnTo>
                  <a:lnTo>
                    <a:pt x="1846028" y="1186313"/>
                  </a:lnTo>
                  <a:lnTo>
                    <a:pt x="1858497" y="1198059"/>
                  </a:lnTo>
                  <a:lnTo>
                    <a:pt x="1871096" y="1209805"/>
                  </a:lnTo>
                  <a:lnTo>
                    <a:pt x="1883735" y="1221550"/>
                  </a:lnTo>
                  <a:lnTo>
                    <a:pt x="1896484" y="1233296"/>
                  </a:lnTo>
                  <a:lnTo>
                    <a:pt x="1909280" y="1245042"/>
                  </a:lnTo>
                  <a:lnTo>
                    <a:pt x="1922136" y="1256788"/>
                  </a:lnTo>
                  <a:lnTo>
                    <a:pt x="1935053" y="1268533"/>
                  </a:lnTo>
                  <a:lnTo>
                    <a:pt x="1947993" y="1280279"/>
                  </a:lnTo>
                  <a:lnTo>
                    <a:pt x="1960993" y="1292025"/>
                  </a:lnTo>
                  <a:lnTo>
                    <a:pt x="1974004" y="1303770"/>
                  </a:lnTo>
                  <a:lnTo>
                    <a:pt x="1987040" y="1315516"/>
                  </a:lnTo>
                  <a:lnTo>
                    <a:pt x="2000082" y="1327262"/>
                  </a:lnTo>
                  <a:lnTo>
                    <a:pt x="2013129" y="1339007"/>
                  </a:lnTo>
                  <a:lnTo>
                    <a:pt x="2026163" y="1350753"/>
                  </a:lnTo>
                  <a:lnTo>
                    <a:pt x="2039189" y="1362499"/>
                  </a:lnTo>
                  <a:lnTo>
                    <a:pt x="2052182" y="1374244"/>
                  </a:lnTo>
                  <a:lnTo>
                    <a:pt x="2065145" y="1385990"/>
                  </a:lnTo>
                  <a:lnTo>
                    <a:pt x="2078073" y="1397736"/>
                  </a:lnTo>
                  <a:lnTo>
                    <a:pt x="2090934" y="1409481"/>
                  </a:lnTo>
                  <a:lnTo>
                    <a:pt x="2103770" y="1421227"/>
                  </a:lnTo>
                  <a:lnTo>
                    <a:pt x="2116491" y="1432973"/>
                  </a:lnTo>
                  <a:lnTo>
                    <a:pt x="2129171" y="1444718"/>
                  </a:lnTo>
                  <a:lnTo>
                    <a:pt x="2141752" y="1456464"/>
                  </a:lnTo>
                  <a:lnTo>
                    <a:pt x="2154237" y="1468210"/>
                  </a:lnTo>
                  <a:lnTo>
                    <a:pt x="2166654" y="1479955"/>
                  </a:lnTo>
                  <a:lnTo>
                    <a:pt x="2178907" y="1491701"/>
                  </a:lnTo>
                  <a:lnTo>
                    <a:pt x="2191103" y="1503447"/>
                  </a:lnTo>
                  <a:lnTo>
                    <a:pt x="2203122" y="1515193"/>
                  </a:lnTo>
                  <a:lnTo>
                    <a:pt x="2215037" y="1526938"/>
                  </a:lnTo>
                  <a:lnTo>
                    <a:pt x="2226825" y="1538684"/>
                  </a:lnTo>
                  <a:lnTo>
                    <a:pt x="2238427" y="1550430"/>
                  </a:lnTo>
                  <a:lnTo>
                    <a:pt x="2249957" y="1562175"/>
                  </a:lnTo>
                  <a:lnTo>
                    <a:pt x="2261221" y="1573921"/>
                  </a:lnTo>
                  <a:lnTo>
                    <a:pt x="2272397" y="1585667"/>
                  </a:lnTo>
                  <a:lnTo>
                    <a:pt x="2283371" y="1597412"/>
                  </a:lnTo>
                  <a:lnTo>
                    <a:pt x="2294165" y="1609158"/>
                  </a:lnTo>
                  <a:lnTo>
                    <a:pt x="2304835" y="1620904"/>
                  </a:lnTo>
                  <a:lnTo>
                    <a:pt x="2315223" y="1632649"/>
                  </a:lnTo>
                  <a:lnTo>
                    <a:pt x="2325518" y="1644395"/>
                  </a:lnTo>
                  <a:lnTo>
                    <a:pt x="2335534" y="1656141"/>
                  </a:lnTo>
                  <a:lnTo>
                    <a:pt x="2345396" y="1667886"/>
                  </a:lnTo>
                  <a:lnTo>
                    <a:pt x="2355068" y="1679632"/>
                  </a:lnTo>
                  <a:lnTo>
                    <a:pt x="2364480" y="1691378"/>
                  </a:lnTo>
                  <a:lnTo>
                    <a:pt x="2373791" y="1703123"/>
                  </a:lnTo>
                  <a:lnTo>
                    <a:pt x="2382749" y="1714869"/>
                  </a:lnTo>
                  <a:lnTo>
                    <a:pt x="2391594" y="1726615"/>
                  </a:lnTo>
                  <a:lnTo>
                    <a:pt x="2400186" y="1738361"/>
                  </a:lnTo>
                  <a:lnTo>
                    <a:pt x="2408557" y="1750106"/>
                  </a:lnTo>
                  <a:lnTo>
                    <a:pt x="2416779" y="1761852"/>
                  </a:lnTo>
                  <a:lnTo>
                    <a:pt x="2424674" y="1773598"/>
                  </a:lnTo>
                  <a:lnTo>
                    <a:pt x="2432462" y="1785343"/>
                  </a:lnTo>
                  <a:lnTo>
                    <a:pt x="2439942" y="1797089"/>
                  </a:lnTo>
                  <a:lnTo>
                    <a:pt x="2447254" y="1808835"/>
                  </a:lnTo>
                  <a:lnTo>
                    <a:pt x="2454365" y="1820580"/>
                  </a:lnTo>
                  <a:lnTo>
                    <a:pt x="2461206" y="1832326"/>
                  </a:lnTo>
                  <a:lnTo>
                    <a:pt x="2467942" y="1844072"/>
                  </a:lnTo>
                  <a:lnTo>
                    <a:pt x="2474331" y="1855817"/>
                  </a:lnTo>
                  <a:lnTo>
                    <a:pt x="2480609" y="1867563"/>
                  </a:lnTo>
                  <a:lnTo>
                    <a:pt x="2486647" y="1879309"/>
                  </a:lnTo>
                  <a:lnTo>
                    <a:pt x="2492479" y="1891054"/>
                  </a:lnTo>
                  <a:lnTo>
                    <a:pt x="2498175" y="1902800"/>
                  </a:lnTo>
                  <a:lnTo>
                    <a:pt x="2503578" y="1914546"/>
                  </a:lnTo>
                  <a:lnTo>
                    <a:pt x="2508888" y="1926291"/>
                  </a:lnTo>
                  <a:lnTo>
                    <a:pt x="2513936" y="1938037"/>
                  </a:lnTo>
                  <a:lnTo>
                    <a:pt x="2518843" y="1949783"/>
                  </a:lnTo>
                  <a:lnTo>
                    <a:pt x="2523586" y="1961528"/>
                  </a:lnTo>
                  <a:lnTo>
                    <a:pt x="2528113" y="1973274"/>
                  </a:lnTo>
                  <a:lnTo>
                    <a:pt x="2532557" y="1985020"/>
                  </a:lnTo>
                  <a:lnTo>
                    <a:pt x="2536735" y="1996766"/>
                  </a:lnTo>
                  <a:lnTo>
                    <a:pt x="2540832" y="2008511"/>
                  </a:lnTo>
                  <a:lnTo>
                    <a:pt x="2544753" y="2020257"/>
                  </a:lnTo>
                  <a:lnTo>
                    <a:pt x="2548527" y="2032003"/>
                  </a:lnTo>
                  <a:lnTo>
                    <a:pt x="2552208" y="2043748"/>
                  </a:lnTo>
                  <a:lnTo>
                    <a:pt x="2555688" y="2055494"/>
                  </a:lnTo>
                  <a:lnTo>
                    <a:pt x="2559108" y="2067240"/>
                  </a:lnTo>
                  <a:lnTo>
                    <a:pt x="2562360" y="2078985"/>
                  </a:lnTo>
                  <a:lnTo>
                    <a:pt x="2565524" y="2090731"/>
                  </a:lnTo>
                  <a:lnTo>
                    <a:pt x="2568588" y="2102477"/>
                  </a:lnTo>
                  <a:lnTo>
                    <a:pt x="2571524" y="2114222"/>
                  </a:lnTo>
                  <a:lnTo>
                    <a:pt x="2574412" y="2125968"/>
                  </a:lnTo>
                  <a:lnTo>
                    <a:pt x="2577153" y="2137714"/>
                  </a:lnTo>
                  <a:lnTo>
                    <a:pt x="2579850" y="2149459"/>
                  </a:lnTo>
                  <a:lnTo>
                    <a:pt x="2582456" y="2161205"/>
                  </a:lnTo>
                  <a:lnTo>
                    <a:pt x="2584989" y="2172951"/>
                  </a:lnTo>
                  <a:lnTo>
                    <a:pt x="2587476" y="2184696"/>
                  </a:lnTo>
                  <a:lnTo>
                    <a:pt x="2589869" y="2196442"/>
                  </a:lnTo>
                  <a:lnTo>
                    <a:pt x="2592235" y="2208188"/>
                  </a:lnTo>
                  <a:lnTo>
                    <a:pt x="2594528" y="2219933"/>
                  </a:lnTo>
                  <a:lnTo>
                    <a:pt x="2596786" y="2231679"/>
                  </a:lnTo>
                  <a:lnTo>
                    <a:pt x="2599003" y="2243425"/>
                  </a:lnTo>
                  <a:lnTo>
                    <a:pt x="2601172" y="2255171"/>
                  </a:lnTo>
                  <a:lnTo>
                    <a:pt x="2603323" y="2266916"/>
                  </a:lnTo>
                  <a:lnTo>
                    <a:pt x="2605423" y="2278662"/>
                  </a:lnTo>
                  <a:lnTo>
                    <a:pt x="2607508" y="2290408"/>
                  </a:lnTo>
                  <a:lnTo>
                    <a:pt x="2609564" y="2302153"/>
                  </a:lnTo>
                  <a:lnTo>
                    <a:pt x="2611597" y="2313899"/>
                  </a:lnTo>
                  <a:lnTo>
                    <a:pt x="2613616" y="2325645"/>
                  </a:lnTo>
                  <a:lnTo>
                    <a:pt x="2615607" y="2337390"/>
                  </a:lnTo>
                  <a:lnTo>
                    <a:pt x="2617590" y="2349136"/>
                  </a:lnTo>
                  <a:lnTo>
                    <a:pt x="2619552" y="2360882"/>
                  </a:lnTo>
                  <a:lnTo>
                    <a:pt x="2621501" y="2372627"/>
                  </a:lnTo>
                  <a:lnTo>
                    <a:pt x="2623438" y="2384373"/>
                  </a:lnTo>
                  <a:lnTo>
                    <a:pt x="2625357" y="2396119"/>
                  </a:lnTo>
                  <a:lnTo>
                    <a:pt x="2627268" y="2407864"/>
                  </a:lnTo>
                  <a:lnTo>
                    <a:pt x="2629156" y="2419610"/>
                  </a:lnTo>
                  <a:lnTo>
                    <a:pt x="2631034" y="2431356"/>
                  </a:lnTo>
                  <a:lnTo>
                    <a:pt x="2632893" y="2443101"/>
                  </a:lnTo>
                  <a:lnTo>
                    <a:pt x="2634732" y="2454847"/>
                  </a:lnTo>
                  <a:lnTo>
                    <a:pt x="2636558" y="2466593"/>
                  </a:lnTo>
                  <a:lnTo>
                    <a:pt x="2638348" y="2478339"/>
                  </a:lnTo>
                  <a:lnTo>
                    <a:pt x="2640124" y="2490084"/>
                  </a:lnTo>
                  <a:lnTo>
                    <a:pt x="2641863" y="2501830"/>
                  </a:lnTo>
                  <a:lnTo>
                    <a:pt x="2643573" y="2513576"/>
                  </a:lnTo>
                  <a:lnTo>
                    <a:pt x="2645254" y="2525321"/>
                  </a:lnTo>
                  <a:lnTo>
                    <a:pt x="2646882" y="2537067"/>
                  </a:lnTo>
                  <a:lnTo>
                    <a:pt x="2648489" y="2548813"/>
                  </a:lnTo>
                  <a:lnTo>
                    <a:pt x="2650020" y="2560558"/>
                  </a:lnTo>
                  <a:lnTo>
                    <a:pt x="2651518" y="2572304"/>
                  </a:lnTo>
                  <a:lnTo>
                    <a:pt x="2652954" y="2584050"/>
                  </a:lnTo>
                  <a:lnTo>
                    <a:pt x="2654321" y="2595795"/>
                  </a:lnTo>
                  <a:lnTo>
                    <a:pt x="2655648" y="2607541"/>
                  </a:lnTo>
                  <a:lnTo>
                    <a:pt x="2656860" y="2619287"/>
                  </a:lnTo>
                  <a:lnTo>
                    <a:pt x="2658033" y="2631032"/>
                  </a:lnTo>
                  <a:lnTo>
                    <a:pt x="2659093" y="2642778"/>
                  </a:lnTo>
                  <a:lnTo>
                    <a:pt x="2660077" y="2654524"/>
                  </a:lnTo>
                  <a:lnTo>
                    <a:pt x="2660979" y="2666269"/>
                  </a:lnTo>
                  <a:lnTo>
                    <a:pt x="2661746" y="2678015"/>
                  </a:lnTo>
                  <a:lnTo>
                    <a:pt x="2662463" y="2689761"/>
                  </a:lnTo>
                  <a:lnTo>
                    <a:pt x="2662998" y="2701506"/>
                  </a:lnTo>
                  <a:lnTo>
                    <a:pt x="2663461" y="2713252"/>
                  </a:lnTo>
                  <a:lnTo>
                    <a:pt x="2663788" y="2724998"/>
                  </a:lnTo>
                  <a:lnTo>
                    <a:pt x="2663971" y="2736744"/>
                  </a:lnTo>
                  <a:lnTo>
                    <a:pt x="2664072" y="2748489"/>
                  </a:lnTo>
                  <a:lnTo>
                    <a:pt x="2663949" y="2760235"/>
                  </a:lnTo>
                  <a:lnTo>
                    <a:pt x="2663754" y="2771981"/>
                  </a:lnTo>
                  <a:lnTo>
                    <a:pt x="2663353" y="2783726"/>
                  </a:lnTo>
                  <a:lnTo>
                    <a:pt x="2662818" y="2795472"/>
                  </a:lnTo>
                  <a:lnTo>
                    <a:pt x="2662144" y="2807218"/>
                  </a:lnTo>
                  <a:lnTo>
                    <a:pt x="2661246" y="2818963"/>
                  </a:lnTo>
                  <a:lnTo>
                    <a:pt x="2660264" y="2830709"/>
                  </a:lnTo>
                  <a:lnTo>
                    <a:pt x="2659002" y="2842455"/>
                  </a:lnTo>
                  <a:lnTo>
                    <a:pt x="2657630" y="2854200"/>
                  </a:lnTo>
                  <a:lnTo>
                    <a:pt x="2656055" y="2865946"/>
                  </a:lnTo>
                  <a:lnTo>
                    <a:pt x="2654273" y="2877692"/>
                  </a:lnTo>
                  <a:lnTo>
                    <a:pt x="2652376" y="2889437"/>
                  </a:lnTo>
                  <a:lnTo>
                    <a:pt x="2650171" y="2901183"/>
                  </a:lnTo>
                  <a:lnTo>
                    <a:pt x="2647870" y="2912929"/>
                  </a:lnTo>
                  <a:lnTo>
                    <a:pt x="2645301" y="2924674"/>
                  </a:lnTo>
                  <a:lnTo>
                    <a:pt x="2642561" y="2936420"/>
                  </a:lnTo>
                  <a:lnTo>
                    <a:pt x="2639648" y="2948166"/>
                  </a:lnTo>
                  <a:lnTo>
                    <a:pt x="2636462" y="2959911"/>
                  </a:lnTo>
                  <a:lnTo>
                    <a:pt x="2633176" y="2971657"/>
                  </a:lnTo>
                  <a:lnTo>
                    <a:pt x="2629565" y="2983403"/>
                  </a:lnTo>
                  <a:lnTo>
                    <a:pt x="2625829" y="2995149"/>
                  </a:lnTo>
                  <a:lnTo>
                    <a:pt x="2621868" y="3006894"/>
                  </a:lnTo>
                  <a:lnTo>
                    <a:pt x="2617684" y="3018640"/>
                  </a:lnTo>
                  <a:lnTo>
                    <a:pt x="2613375" y="3030386"/>
                  </a:lnTo>
                  <a:lnTo>
                    <a:pt x="2608747" y="3042131"/>
                  </a:lnTo>
                  <a:lnTo>
                    <a:pt x="2604021" y="3053877"/>
                  </a:lnTo>
                  <a:lnTo>
                    <a:pt x="2599031" y="3065623"/>
                  </a:lnTo>
                  <a:lnTo>
                    <a:pt x="2593876" y="3077368"/>
                  </a:lnTo>
                  <a:lnTo>
                    <a:pt x="2588556" y="3089114"/>
                  </a:lnTo>
                  <a:lnTo>
                    <a:pt x="2582984" y="3100860"/>
                  </a:lnTo>
                  <a:lnTo>
                    <a:pt x="2577321" y="3112605"/>
                  </a:lnTo>
                  <a:lnTo>
                    <a:pt x="2571373" y="3124351"/>
                  </a:lnTo>
                  <a:lnTo>
                    <a:pt x="2565318" y="3136097"/>
                  </a:lnTo>
                  <a:lnTo>
                    <a:pt x="2559075" y="3147842"/>
                  </a:lnTo>
                  <a:lnTo>
                    <a:pt x="2552651" y="3159588"/>
                  </a:lnTo>
                  <a:lnTo>
                    <a:pt x="2546129" y="3171334"/>
                  </a:lnTo>
                  <a:lnTo>
                    <a:pt x="2539360" y="3183079"/>
                  </a:lnTo>
                  <a:lnTo>
                    <a:pt x="2532520" y="3194825"/>
                  </a:lnTo>
                  <a:lnTo>
                    <a:pt x="2525489" y="3206571"/>
                  </a:lnTo>
                  <a:lnTo>
                    <a:pt x="2518344" y="3218317"/>
                  </a:lnTo>
                  <a:lnTo>
                    <a:pt x="2511087" y="3230062"/>
                  </a:lnTo>
                  <a:lnTo>
                    <a:pt x="2503668" y="3241808"/>
                  </a:lnTo>
                  <a:lnTo>
                    <a:pt x="2496192" y="3253554"/>
                  </a:lnTo>
                  <a:lnTo>
                    <a:pt x="2488547" y="3265299"/>
                  </a:lnTo>
                  <a:lnTo>
                    <a:pt x="2480843" y="3277045"/>
                  </a:lnTo>
                  <a:lnTo>
                    <a:pt x="2473037" y="3288791"/>
                  </a:lnTo>
                  <a:lnTo>
                    <a:pt x="2465141" y="3300536"/>
                  </a:lnTo>
                  <a:lnTo>
                    <a:pt x="2457198" y="3312282"/>
                  </a:lnTo>
                  <a:lnTo>
                    <a:pt x="2449147" y="3324028"/>
                  </a:lnTo>
                  <a:lnTo>
                    <a:pt x="2441069" y="3335773"/>
                  </a:lnTo>
                  <a:lnTo>
                    <a:pt x="2432922" y="3347519"/>
                  </a:lnTo>
                  <a:lnTo>
                    <a:pt x="2424741" y="3359265"/>
                  </a:lnTo>
                  <a:lnTo>
                    <a:pt x="2416528" y="3371010"/>
                  </a:lnTo>
                  <a:lnTo>
                    <a:pt x="2408282" y="3382756"/>
                  </a:lnTo>
                  <a:lnTo>
                    <a:pt x="2400027" y="3394502"/>
                  </a:lnTo>
                  <a:lnTo>
                    <a:pt x="2391756" y="3406247"/>
                  </a:lnTo>
                  <a:lnTo>
                    <a:pt x="2383488" y="3417993"/>
                  </a:lnTo>
                  <a:lnTo>
                    <a:pt x="2375224" y="3429739"/>
                  </a:lnTo>
                  <a:lnTo>
                    <a:pt x="2366980" y="3441484"/>
                  </a:lnTo>
                  <a:lnTo>
                    <a:pt x="2358746" y="3453230"/>
                  </a:lnTo>
                  <a:lnTo>
                    <a:pt x="2350562" y="3464976"/>
                  </a:lnTo>
                  <a:lnTo>
                    <a:pt x="2342399" y="3476722"/>
                  </a:lnTo>
                  <a:lnTo>
                    <a:pt x="2334293" y="3488467"/>
                  </a:lnTo>
                  <a:lnTo>
                    <a:pt x="2326236" y="3500213"/>
                  </a:lnTo>
                  <a:lnTo>
                    <a:pt x="2318226" y="3511959"/>
                  </a:lnTo>
                  <a:lnTo>
                    <a:pt x="2310309" y="3523704"/>
                  </a:lnTo>
                  <a:lnTo>
                    <a:pt x="2302426" y="3535450"/>
                  </a:lnTo>
                  <a:lnTo>
                    <a:pt x="2294666" y="3547196"/>
                  </a:lnTo>
                  <a:lnTo>
                    <a:pt x="2286962" y="3558941"/>
                  </a:lnTo>
                  <a:lnTo>
                    <a:pt x="2279353" y="3570687"/>
                  </a:lnTo>
                  <a:lnTo>
                    <a:pt x="2271854" y="3582433"/>
                  </a:lnTo>
                  <a:lnTo>
                    <a:pt x="2264411" y="3594178"/>
                  </a:lnTo>
                  <a:lnTo>
                    <a:pt x="2257140" y="3605924"/>
                  </a:lnTo>
                  <a:lnTo>
                    <a:pt x="2249924" y="3617670"/>
                  </a:lnTo>
                  <a:lnTo>
                    <a:pt x="2242856" y="3629415"/>
                  </a:lnTo>
                  <a:lnTo>
                    <a:pt x="2235894" y="3641161"/>
                  </a:lnTo>
                  <a:lnTo>
                    <a:pt x="2229029" y="3652907"/>
                  </a:lnTo>
                  <a:lnTo>
                    <a:pt x="2222336" y="3664652"/>
                  </a:lnTo>
                  <a:lnTo>
                    <a:pt x="2215705" y="3676398"/>
                  </a:lnTo>
                  <a:lnTo>
                    <a:pt x="2209273" y="3688144"/>
                  </a:lnTo>
                  <a:lnTo>
                    <a:pt x="2202926" y="3699889"/>
                  </a:lnTo>
                  <a:lnTo>
                    <a:pt x="2196718" y="3711635"/>
                  </a:lnTo>
                  <a:lnTo>
                    <a:pt x="2190662" y="3723381"/>
                  </a:lnTo>
                  <a:lnTo>
                    <a:pt x="2184682" y="3735127"/>
                  </a:lnTo>
                  <a:lnTo>
                    <a:pt x="2178920" y="3746872"/>
                  </a:lnTo>
                  <a:lnTo>
                    <a:pt x="2173224" y="3758618"/>
                  </a:lnTo>
                  <a:lnTo>
                    <a:pt x="2167701" y="3770364"/>
                  </a:lnTo>
                  <a:lnTo>
                    <a:pt x="2162297" y="3782109"/>
                  </a:lnTo>
                  <a:lnTo>
                    <a:pt x="2156999" y="3793855"/>
                  </a:lnTo>
                  <a:lnTo>
                    <a:pt x="2151881" y="3805601"/>
                  </a:lnTo>
                  <a:lnTo>
                    <a:pt x="2146827" y="3817346"/>
                  </a:lnTo>
                  <a:lnTo>
                    <a:pt x="2141965" y="3829092"/>
                  </a:lnTo>
                  <a:lnTo>
                    <a:pt x="2137184" y="3840838"/>
                  </a:lnTo>
                  <a:lnTo>
                    <a:pt x="2132529" y="3852583"/>
                  </a:lnTo>
                  <a:lnTo>
                    <a:pt x="2128008" y="3864329"/>
                  </a:lnTo>
                  <a:lnTo>
                    <a:pt x="2123551" y="3876075"/>
                  </a:lnTo>
                  <a:lnTo>
                    <a:pt x="2119273" y="3887820"/>
                  </a:lnTo>
                  <a:lnTo>
                    <a:pt x="2115046" y="3899566"/>
                  </a:lnTo>
                  <a:lnTo>
                    <a:pt x="2110949" y="3911312"/>
                  </a:lnTo>
                  <a:lnTo>
                    <a:pt x="2106938" y="3923057"/>
                  </a:lnTo>
                  <a:lnTo>
                    <a:pt x="2103001" y="3934803"/>
                  </a:lnTo>
                  <a:lnTo>
                    <a:pt x="2099183" y="3946549"/>
                  </a:lnTo>
                  <a:lnTo>
                    <a:pt x="2095405" y="3958295"/>
                  </a:lnTo>
                  <a:lnTo>
                    <a:pt x="2091742" y="3970040"/>
                  </a:lnTo>
                  <a:lnTo>
                    <a:pt x="2088123" y="3981786"/>
                  </a:lnTo>
                  <a:lnTo>
                    <a:pt x="2084573" y="3993532"/>
                  </a:lnTo>
                  <a:lnTo>
                    <a:pt x="2081085" y="4005277"/>
                  </a:lnTo>
                  <a:lnTo>
                    <a:pt x="2077629" y="4017023"/>
                  </a:lnTo>
                  <a:lnTo>
                    <a:pt x="2074245" y="4028769"/>
                  </a:lnTo>
                  <a:lnTo>
                    <a:pt x="2070878" y="4040514"/>
                  </a:lnTo>
                  <a:lnTo>
                    <a:pt x="2067554" y="4052260"/>
                  </a:lnTo>
                  <a:lnTo>
                    <a:pt x="2064249" y="4064006"/>
                  </a:lnTo>
                  <a:lnTo>
                    <a:pt x="2060962" y="4075751"/>
                  </a:lnTo>
                  <a:lnTo>
                    <a:pt x="2057691" y="4087497"/>
                  </a:lnTo>
                  <a:lnTo>
                    <a:pt x="2054422" y="4099243"/>
                  </a:lnTo>
                  <a:lnTo>
                    <a:pt x="2051152" y="4110988"/>
                  </a:lnTo>
                  <a:lnTo>
                    <a:pt x="2047874" y="4122734"/>
                  </a:lnTo>
                  <a:lnTo>
                    <a:pt x="2044584" y="4134480"/>
                  </a:lnTo>
                  <a:lnTo>
                    <a:pt x="2041267" y="4146225"/>
                  </a:lnTo>
                  <a:lnTo>
                    <a:pt x="2037938" y="4157971"/>
                  </a:lnTo>
                  <a:lnTo>
                    <a:pt x="2034553" y="4169717"/>
                  </a:lnTo>
                  <a:lnTo>
                    <a:pt x="2031147" y="4181462"/>
                  </a:lnTo>
                  <a:lnTo>
                    <a:pt x="2027685" y="4193208"/>
                  </a:lnTo>
                  <a:lnTo>
                    <a:pt x="2024173" y="4204954"/>
                  </a:lnTo>
                  <a:lnTo>
                    <a:pt x="2020619" y="4216700"/>
                  </a:lnTo>
                  <a:lnTo>
                    <a:pt x="2016974" y="4228445"/>
                  </a:lnTo>
                  <a:lnTo>
                    <a:pt x="2013297" y="4240191"/>
                  </a:lnTo>
                  <a:lnTo>
                    <a:pt x="2009511" y="4251937"/>
                  </a:lnTo>
                  <a:lnTo>
                    <a:pt x="2005669" y="4263682"/>
                  </a:lnTo>
                  <a:lnTo>
                    <a:pt x="2001746" y="4275428"/>
                  </a:lnTo>
                  <a:lnTo>
                    <a:pt x="1997718" y="4287174"/>
                  </a:lnTo>
                  <a:lnTo>
                    <a:pt x="1993644" y="4298919"/>
                  </a:lnTo>
                  <a:lnTo>
                    <a:pt x="1989412" y="4310665"/>
                  </a:lnTo>
                  <a:lnTo>
                    <a:pt x="1985131" y="4322411"/>
                  </a:lnTo>
                  <a:lnTo>
                    <a:pt x="1980723" y="4334156"/>
                  </a:lnTo>
                  <a:lnTo>
                    <a:pt x="1976216" y="4345902"/>
                  </a:lnTo>
                  <a:lnTo>
                    <a:pt x="1971628" y="4357648"/>
                  </a:lnTo>
                  <a:lnTo>
                    <a:pt x="1966883" y="4369393"/>
                  </a:lnTo>
                  <a:lnTo>
                    <a:pt x="1962084" y="4381139"/>
                  </a:lnTo>
                  <a:lnTo>
                    <a:pt x="1957115" y="4392885"/>
                  </a:lnTo>
                  <a:lnTo>
                    <a:pt x="1952065" y="4404630"/>
                  </a:lnTo>
                  <a:lnTo>
                    <a:pt x="1946899" y="4416376"/>
                  </a:lnTo>
                  <a:lnTo>
                    <a:pt x="1941594" y="4428122"/>
                  </a:lnTo>
                  <a:lnTo>
                    <a:pt x="1936228" y="4439867"/>
                  </a:lnTo>
                  <a:lnTo>
                    <a:pt x="1930666" y="4451613"/>
                  </a:lnTo>
                  <a:lnTo>
                    <a:pt x="1925047" y="4463359"/>
                  </a:lnTo>
                  <a:lnTo>
                    <a:pt x="1919281" y="4475105"/>
                  </a:lnTo>
                  <a:lnTo>
                    <a:pt x="1913407" y="4486850"/>
                  </a:lnTo>
                  <a:lnTo>
                    <a:pt x="1907444" y="4498596"/>
                  </a:lnTo>
                  <a:lnTo>
                    <a:pt x="1901319" y="4510342"/>
                  </a:lnTo>
                  <a:lnTo>
                    <a:pt x="1895139" y="4522087"/>
                  </a:lnTo>
                  <a:lnTo>
                    <a:pt x="1888794" y="4533833"/>
                  </a:lnTo>
                  <a:lnTo>
                    <a:pt x="1882375" y="4545579"/>
                  </a:lnTo>
                  <a:lnTo>
                    <a:pt x="1875850" y="4557324"/>
                  </a:lnTo>
                  <a:lnTo>
                    <a:pt x="1869203" y="4569070"/>
                  </a:lnTo>
                  <a:lnTo>
                    <a:pt x="1862505" y="4580816"/>
                  </a:lnTo>
                  <a:lnTo>
                    <a:pt x="1855644" y="4592561"/>
                  </a:lnTo>
                  <a:lnTo>
                    <a:pt x="1848740" y="4604307"/>
                  </a:lnTo>
                  <a:lnTo>
                    <a:pt x="1841724" y="4616053"/>
                  </a:lnTo>
                  <a:lnTo>
                    <a:pt x="1834629" y="4627798"/>
                  </a:lnTo>
                  <a:lnTo>
                    <a:pt x="1827471" y="4639544"/>
                  </a:lnTo>
                  <a:lnTo>
                    <a:pt x="1820204" y="4651290"/>
                  </a:lnTo>
                  <a:lnTo>
                    <a:pt x="1812901" y="4663035"/>
                  </a:lnTo>
                  <a:lnTo>
                    <a:pt x="1805498" y="4674781"/>
                  </a:lnTo>
                  <a:lnTo>
                    <a:pt x="1798052" y="4686527"/>
                  </a:lnTo>
                  <a:lnTo>
                    <a:pt x="1790547" y="4698273"/>
                  </a:lnTo>
                  <a:lnTo>
                    <a:pt x="1782981" y="4710018"/>
                  </a:lnTo>
                  <a:lnTo>
                    <a:pt x="1775389" y="4721764"/>
                  </a:lnTo>
                  <a:lnTo>
                    <a:pt x="1767726" y="4733510"/>
                  </a:lnTo>
                  <a:lnTo>
                    <a:pt x="1760046" y="4745255"/>
                  </a:lnTo>
                  <a:lnTo>
                    <a:pt x="1752326" y="4757001"/>
                  </a:lnTo>
                  <a:lnTo>
                    <a:pt x="1744584" y="4768747"/>
                  </a:lnTo>
                  <a:lnTo>
                    <a:pt x="1736824" y="4780492"/>
                  </a:lnTo>
                  <a:lnTo>
                    <a:pt x="1729044" y="4792238"/>
                  </a:lnTo>
                  <a:lnTo>
                    <a:pt x="1721259" y="4803984"/>
                  </a:lnTo>
                  <a:lnTo>
                    <a:pt x="1713467" y="4815729"/>
                  </a:lnTo>
                  <a:lnTo>
                    <a:pt x="1705679" y="4827475"/>
                  </a:lnTo>
                  <a:lnTo>
                    <a:pt x="1697896" y="4839221"/>
                  </a:lnTo>
                  <a:lnTo>
                    <a:pt x="1690130" y="4850966"/>
                  </a:lnTo>
                  <a:lnTo>
                    <a:pt x="1682371" y="4862712"/>
                  </a:lnTo>
                  <a:lnTo>
                    <a:pt x="1674652" y="4874458"/>
                  </a:lnTo>
                  <a:lnTo>
                    <a:pt x="1666949" y="4886203"/>
                  </a:lnTo>
                  <a:lnTo>
                    <a:pt x="1659285" y="4897949"/>
                  </a:lnTo>
                  <a:lnTo>
                    <a:pt x="1651662" y="4909695"/>
                  </a:lnTo>
                  <a:lnTo>
                    <a:pt x="1644068" y="4921440"/>
                  </a:lnTo>
                  <a:lnTo>
                    <a:pt x="1636547" y="4933186"/>
                  </a:lnTo>
                  <a:lnTo>
                    <a:pt x="1629053" y="4944932"/>
                  </a:lnTo>
                  <a:lnTo>
                    <a:pt x="1621642" y="4956678"/>
                  </a:lnTo>
                  <a:lnTo>
                    <a:pt x="1614280" y="4968423"/>
                  </a:lnTo>
                  <a:lnTo>
                    <a:pt x="1606981" y="4980169"/>
                  </a:lnTo>
                  <a:lnTo>
                    <a:pt x="1599770" y="4991915"/>
                  </a:lnTo>
                  <a:lnTo>
                    <a:pt x="1592595" y="5003660"/>
                  </a:lnTo>
                  <a:lnTo>
                    <a:pt x="1585555" y="5015406"/>
                  </a:lnTo>
                  <a:lnTo>
                    <a:pt x="1578557" y="5027152"/>
                  </a:lnTo>
                  <a:lnTo>
                    <a:pt x="1571663" y="5038897"/>
                  </a:lnTo>
                  <a:lnTo>
                    <a:pt x="1564858" y="5050643"/>
                  </a:lnTo>
                  <a:lnTo>
                    <a:pt x="1558119" y="5062389"/>
                  </a:lnTo>
                  <a:lnTo>
                    <a:pt x="1551522" y="5074134"/>
                  </a:lnTo>
                  <a:lnTo>
                    <a:pt x="1544973" y="5085880"/>
                  </a:lnTo>
                  <a:lnTo>
                    <a:pt x="1538572" y="5097626"/>
                  </a:lnTo>
                  <a:lnTo>
                    <a:pt x="1532248" y="5109371"/>
                  </a:lnTo>
                  <a:lnTo>
                    <a:pt x="1526026" y="5121117"/>
                  </a:lnTo>
                  <a:lnTo>
                    <a:pt x="1519938" y="5132863"/>
                  </a:lnTo>
                  <a:lnTo>
                    <a:pt x="1513903" y="5144608"/>
                  </a:lnTo>
                  <a:lnTo>
                    <a:pt x="1508057" y="5156354"/>
                  </a:lnTo>
                  <a:lnTo>
                    <a:pt x="1502269" y="5168100"/>
                  </a:lnTo>
                  <a:lnTo>
                    <a:pt x="1496619" y="5179845"/>
                  </a:lnTo>
                  <a:lnTo>
                    <a:pt x="1491083" y="5191591"/>
                  </a:lnTo>
                  <a:lnTo>
                    <a:pt x="1485631" y="5203337"/>
                  </a:lnTo>
                  <a:lnTo>
                    <a:pt x="1480353" y="5215083"/>
                  </a:lnTo>
                  <a:lnTo>
                    <a:pt x="1475133" y="5226828"/>
                  </a:lnTo>
                  <a:lnTo>
                    <a:pt x="1470085" y="5238574"/>
                  </a:lnTo>
                  <a:lnTo>
                    <a:pt x="1465126" y="5250320"/>
                  </a:lnTo>
                  <a:lnTo>
                    <a:pt x="1460281" y="5262065"/>
                  </a:lnTo>
                  <a:lnTo>
                    <a:pt x="1455583" y="5273811"/>
                  </a:lnTo>
                  <a:lnTo>
                    <a:pt x="1450944" y="5285557"/>
                  </a:lnTo>
                  <a:lnTo>
                    <a:pt x="1446504" y="5297302"/>
                  </a:lnTo>
                  <a:lnTo>
                    <a:pt x="1442125" y="5309048"/>
                  </a:lnTo>
                  <a:lnTo>
                    <a:pt x="1437887" y="5320794"/>
                  </a:lnTo>
                  <a:lnTo>
                    <a:pt x="1433765" y="5332539"/>
                  </a:lnTo>
                  <a:lnTo>
                    <a:pt x="1429726" y="5344285"/>
                  </a:lnTo>
                  <a:lnTo>
                    <a:pt x="1425858" y="5356031"/>
                  </a:lnTo>
                  <a:lnTo>
                    <a:pt x="1422046" y="5367776"/>
                  </a:lnTo>
                  <a:lnTo>
                    <a:pt x="1418396" y="5379522"/>
                  </a:lnTo>
                  <a:lnTo>
                    <a:pt x="1414831" y="5391268"/>
                  </a:lnTo>
                  <a:lnTo>
                    <a:pt x="1411370" y="5403013"/>
                  </a:lnTo>
                  <a:lnTo>
                    <a:pt x="1408045" y="5414759"/>
                  </a:lnTo>
                  <a:lnTo>
                    <a:pt x="1404772" y="5426505"/>
                  </a:lnTo>
                  <a:lnTo>
                    <a:pt x="1401677" y="5438251"/>
                  </a:lnTo>
                  <a:lnTo>
                    <a:pt x="1398635" y="5449996"/>
                  </a:lnTo>
                  <a:lnTo>
                    <a:pt x="1395715" y="5461742"/>
                  </a:lnTo>
                  <a:lnTo>
                    <a:pt x="1392896" y="5473488"/>
                  </a:lnTo>
                  <a:lnTo>
                    <a:pt x="1390146" y="5485233"/>
                  </a:lnTo>
                  <a:lnTo>
                    <a:pt x="1387540" y="5496979"/>
                  </a:lnTo>
                  <a:lnTo>
                    <a:pt x="1384981" y="5508725"/>
                  </a:lnTo>
                  <a:lnTo>
                    <a:pt x="1382554" y="5520470"/>
                  </a:lnTo>
                  <a:lnTo>
                    <a:pt x="1380196" y="5532216"/>
                  </a:lnTo>
                  <a:lnTo>
                    <a:pt x="1377922" y="5543962"/>
                  </a:lnTo>
                  <a:lnTo>
                    <a:pt x="1375755" y="5555707"/>
                  </a:lnTo>
                  <a:lnTo>
                    <a:pt x="1373631" y="5567453"/>
                  </a:lnTo>
                  <a:lnTo>
                    <a:pt x="1371644" y="5579199"/>
                  </a:lnTo>
                  <a:lnTo>
                    <a:pt x="1369698" y="5590944"/>
                  </a:lnTo>
                  <a:lnTo>
                    <a:pt x="1367845" y="5602690"/>
                  </a:lnTo>
                  <a:lnTo>
                    <a:pt x="1366068" y="5614436"/>
                  </a:lnTo>
                  <a:lnTo>
                    <a:pt x="1364343" y="5626181"/>
                  </a:lnTo>
                  <a:lnTo>
                    <a:pt x="1362725" y="5637927"/>
                  </a:lnTo>
                  <a:lnTo>
                    <a:pt x="1361141" y="5649673"/>
                  </a:lnTo>
                  <a:lnTo>
                    <a:pt x="1359653" y="5661418"/>
                  </a:lnTo>
                  <a:lnTo>
                    <a:pt x="1358214" y="5673164"/>
                  </a:lnTo>
                  <a:lnTo>
                    <a:pt x="1356836" y="5684910"/>
                  </a:lnTo>
                  <a:lnTo>
                    <a:pt x="1355534" y="5696656"/>
                  </a:lnTo>
                  <a:lnTo>
                    <a:pt x="1354262" y="5708401"/>
                  </a:lnTo>
                  <a:lnTo>
                    <a:pt x="1353084" y="5720147"/>
                  </a:lnTo>
                  <a:lnTo>
                    <a:pt x="1351935" y="5731893"/>
                  </a:lnTo>
                  <a:lnTo>
                    <a:pt x="1350849" y="5743638"/>
                  </a:lnTo>
                  <a:lnTo>
                    <a:pt x="1349815" y="5755384"/>
                  </a:lnTo>
                  <a:lnTo>
                    <a:pt x="1348816" y="5767130"/>
                  </a:lnTo>
                  <a:lnTo>
                    <a:pt x="1347888" y="5778875"/>
                  </a:lnTo>
                  <a:lnTo>
                    <a:pt x="1346983" y="5790621"/>
                  </a:lnTo>
                  <a:lnTo>
                    <a:pt x="1346140" y="5802367"/>
                  </a:lnTo>
                  <a:lnTo>
                    <a:pt x="1345329" y="5814112"/>
                  </a:lnTo>
                  <a:lnTo>
                    <a:pt x="1344557" y="5825858"/>
                  </a:lnTo>
                  <a:lnTo>
                    <a:pt x="1343833" y="5837604"/>
                  </a:lnTo>
                  <a:lnTo>
                    <a:pt x="1343129" y="5849349"/>
                  </a:lnTo>
                  <a:lnTo>
                    <a:pt x="1342484" y="5861095"/>
                  </a:lnTo>
                  <a:lnTo>
                    <a:pt x="1341856" y="5872841"/>
                  </a:lnTo>
                  <a:lnTo>
                    <a:pt x="1341268" y="5884586"/>
                  </a:lnTo>
                  <a:lnTo>
                    <a:pt x="1340712" y="5896332"/>
                  </a:lnTo>
                  <a:lnTo>
                    <a:pt x="1340176" y="5908078"/>
                  </a:lnTo>
                  <a:lnTo>
                    <a:pt x="1339684" y="5919823"/>
                  </a:lnTo>
                  <a:lnTo>
                    <a:pt x="1339205" y="5931569"/>
                  </a:lnTo>
                  <a:lnTo>
                    <a:pt x="1338763" y="5943315"/>
                  </a:lnTo>
                  <a:lnTo>
                    <a:pt x="1338340" y="5955061"/>
                  </a:lnTo>
                  <a:lnTo>
                    <a:pt x="1337939" y="5966806"/>
                  </a:lnTo>
                  <a:lnTo>
                    <a:pt x="1337567" y="5978552"/>
                  </a:lnTo>
                  <a:lnTo>
                    <a:pt x="1337206" y="5990298"/>
                  </a:lnTo>
                  <a:lnTo>
                    <a:pt x="1336879" y="6002043"/>
                  </a:lnTo>
                  <a:close/>
                </a:path>
              </a:pathLst>
            </a:custGeom>
            <a:solidFill>
              <a:srgbClr val="2F5597">
                <a:alpha val="90196"/>
              </a:srgbClr>
            </a:solidFill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6" name="pl7">
              <a:extLst>
                <a:ext uri="{FF2B5EF4-FFF2-40B4-BE49-F238E27FC236}">
                  <a16:creationId xmlns:a16="http://schemas.microsoft.com/office/drawing/2014/main" id="{A02B91B7-1033-077D-76AA-EC33DCAD39B4}"/>
                </a:ext>
              </a:extLst>
            </p:cNvPr>
            <p:cNvSpPr/>
            <p:nvPr/>
          </p:nvSpPr>
          <p:spPr>
            <a:xfrm>
              <a:off x="6703518" y="3187882"/>
              <a:ext cx="2662377" cy="0"/>
            </a:xfrm>
            <a:custGeom>
              <a:avLst/>
              <a:gdLst/>
              <a:ahLst/>
              <a:cxnLst/>
              <a:rect l="0" t="0" r="0" b="0"/>
              <a:pathLst>
                <a:path w="2662377">
                  <a:moveTo>
                    <a:pt x="0" y="0"/>
                  </a:moveTo>
                  <a:lnTo>
                    <a:pt x="2662377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7" name="pt8">
              <a:extLst>
                <a:ext uri="{FF2B5EF4-FFF2-40B4-BE49-F238E27FC236}">
                  <a16:creationId xmlns:a16="http://schemas.microsoft.com/office/drawing/2014/main" id="{DCD7B757-49B4-3480-ED67-39936EC38156}"/>
                </a:ext>
              </a:extLst>
            </p:cNvPr>
            <p:cNvSpPr/>
            <p:nvPr/>
          </p:nvSpPr>
          <p:spPr>
            <a:xfrm>
              <a:off x="3065173" y="4417447"/>
              <a:ext cx="117405" cy="11740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8" name="pg9">
              <a:extLst>
                <a:ext uri="{FF2B5EF4-FFF2-40B4-BE49-F238E27FC236}">
                  <a16:creationId xmlns:a16="http://schemas.microsoft.com/office/drawing/2014/main" id="{98B16196-A9FF-D72B-6B02-F9B854E01AA6}"/>
                </a:ext>
              </a:extLst>
            </p:cNvPr>
            <p:cNvSpPr/>
            <p:nvPr/>
          </p:nvSpPr>
          <p:spPr>
            <a:xfrm>
              <a:off x="3224704" y="2361529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9" name="pg10">
              <a:extLst>
                <a:ext uri="{FF2B5EF4-FFF2-40B4-BE49-F238E27FC236}">
                  <a16:creationId xmlns:a16="http://schemas.microsoft.com/office/drawing/2014/main" id="{F209FE63-3255-255B-572B-CA1579E4551D}"/>
                </a:ext>
              </a:extLst>
            </p:cNvPr>
            <p:cNvSpPr/>
            <p:nvPr/>
          </p:nvSpPr>
          <p:spPr>
            <a:xfrm>
              <a:off x="7247688" y="3143596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0" name="pg11">
              <a:extLst>
                <a:ext uri="{FF2B5EF4-FFF2-40B4-BE49-F238E27FC236}">
                  <a16:creationId xmlns:a16="http://schemas.microsoft.com/office/drawing/2014/main" id="{812C94A1-7E40-A4D0-7973-27B40F0E572A}"/>
                </a:ext>
              </a:extLst>
            </p:cNvPr>
            <p:cNvSpPr/>
            <p:nvPr/>
          </p:nvSpPr>
          <p:spPr>
            <a:xfrm>
              <a:off x="8705621" y="4664622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1" name="pt12">
              <a:extLst>
                <a:ext uri="{FF2B5EF4-FFF2-40B4-BE49-F238E27FC236}">
                  <a16:creationId xmlns:a16="http://schemas.microsoft.com/office/drawing/2014/main" id="{29566491-2519-133A-06C7-A0CE741EE347}"/>
                </a:ext>
              </a:extLst>
            </p:cNvPr>
            <p:cNvSpPr/>
            <p:nvPr/>
          </p:nvSpPr>
          <p:spPr>
            <a:xfrm>
              <a:off x="2873002" y="2861794"/>
              <a:ext cx="117405" cy="11740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2" name="pt13">
              <a:extLst>
                <a:ext uri="{FF2B5EF4-FFF2-40B4-BE49-F238E27FC236}">
                  <a16:creationId xmlns:a16="http://schemas.microsoft.com/office/drawing/2014/main" id="{B100756E-7CD9-92AB-9EAC-B20E02865180}"/>
                </a:ext>
              </a:extLst>
            </p:cNvPr>
            <p:cNvSpPr/>
            <p:nvPr/>
          </p:nvSpPr>
          <p:spPr>
            <a:xfrm>
              <a:off x="3846899" y="4096224"/>
              <a:ext cx="117405" cy="11740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3" name="pt14">
              <a:extLst>
                <a:ext uri="{FF2B5EF4-FFF2-40B4-BE49-F238E27FC236}">
                  <a16:creationId xmlns:a16="http://schemas.microsoft.com/office/drawing/2014/main" id="{EF19E40A-3614-C9EB-F2CC-3233F83F5EA5}"/>
                </a:ext>
              </a:extLst>
            </p:cNvPr>
            <p:cNvSpPr/>
            <p:nvPr/>
          </p:nvSpPr>
          <p:spPr>
            <a:xfrm>
              <a:off x="7460841" y="1949856"/>
              <a:ext cx="117405" cy="11740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4" name="pg15">
              <a:extLst>
                <a:ext uri="{FF2B5EF4-FFF2-40B4-BE49-F238E27FC236}">
                  <a16:creationId xmlns:a16="http://schemas.microsoft.com/office/drawing/2014/main" id="{3169D9B3-19BB-2546-3A0C-2E2C0BFEBF9C}"/>
                </a:ext>
              </a:extLst>
            </p:cNvPr>
            <p:cNvSpPr/>
            <p:nvPr/>
          </p:nvSpPr>
          <p:spPr>
            <a:xfrm>
              <a:off x="8501208" y="3365991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5" name="pt16">
              <a:extLst>
                <a:ext uri="{FF2B5EF4-FFF2-40B4-BE49-F238E27FC236}">
                  <a16:creationId xmlns:a16="http://schemas.microsoft.com/office/drawing/2014/main" id="{AFE8B5FC-D960-A6B6-B13E-B98BBFD8A995}"/>
                </a:ext>
              </a:extLst>
            </p:cNvPr>
            <p:cNvSpPr/>
            <p:nvPr/>
          </p:nvSpPr>
          <p:spPr>
            <a:xfrm>
              <a:off x="3538282" y="2007042"/>
              <a:ext cx="117405" cy="11740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6" name="pt17">
              <a:extLst>
                <a:ext uri="{FF2B5EF4-FFF2-40B4-BE49-F238E27FC236}">
                  <a16:creationId xmlns:a16="http://schemas.microsoft.com/office/drawing/2014/main" id="{F4FA7EF6-D4B4-889C-1CF6-79747D84A361}"/>
                </a:ext>
              </a:extLst>
            </p:cNvPr>
            <p:cNvSpPr/>
            <p:nvPr/>
          </p:nvSpPr>
          <p:spPr>
            <a:xfrm>
              <a:off x="7178458" y="2342760"/>
              <a:ext cx="117405" cy="11740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7" name="pt18">
              <a:extLst>
                <a:ext uri="{FF2B5EF4-FFF2-40B4-BE49-F238E27FC236}">
                  <a16:creationId xmlns:a16="http://schemas.microsoft.com/office/drawing/2014/main" id="{42068C55-C149-0F40-2FD1-4D4AF90A7368}"/>
                </a:ext>
              </a:extLst>
            </p:cNvPr>
            <p:cNvSpPr/>
            <p:nvPr/>
          </p:nvSpPr>
          <p:spPr>
            <a:xfrm>
              <a:off x="2933480" y="2610453"/>
              <a:ext cx="117405" cy="11740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8" name="pg19">
              <a:extLst>
                <a:ext uri="{FF2B5EF4-FFF2-40B4-BE49-F238E27FC236}">
                  <a16:creationId xmlns:a16="http://schemas.microsoft.com/office/drawing/2014/main" id="{C072C814-E243-7689-FDFA-6F03FC7885CC}"/>
                </a:ext>
              </a:extLst>
            </p:cNvPr>
            <p:cNvSpPr/>
            <p:nvPr/>
          </p:nvSpPr>
          <p:spPr>
            <a:xfrm>
              <a:off x="8793250" y="3396896"/>
              <a:ext cx="158117" cy="136934"/>
            </a:xfrm>
            <a:custGeom>
              <a:avLst/>
              <a:gdLst/>
              <a:ahLst/>
              <a:cxnLst/>
              <a:rect l="0" t="0" r="0" b="0"/>
              <a:pathLst>
                <a:path w="158117" h="136934">
                  <a:moveTo>
                    <a:pt x="79058" y="0"/>
                  </a:moveTo>
                  <a:lnTo>
                    <a:pt x="158117" y="136934"/>
                  </a:lnTo>
                  <a:lnTo>
                    <a:pt x="0" y="136934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" name="pg20">
              <a:extLst>
                <a:ext uri="{FF2B5EF4-FFF2-40B4-BE49-F238E27FC236}">
                  <a16:creationId xmlns:a16="http://schemas.microsoft.com/office/drawing/2014/main" id="{9A1C5A12-1D3B-12AC-67B1-5321F370FCB9}"/>
                </a:ext>
              </a:extLst>
            </p:cNvPr>
            <p:cNvSpPr/>
            <p:nvPr/>
          </p:nvSpPr>
          <p:spPr>
            <a:xfrm>
              <a:off x="3728699" y="3930970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" name="pt21">
              <a:extLst>
                <a:ext uri="{FF2B5EF4-FFF2-40B4-BE49-F238E27FC236}">
                  <a16:creationId xmlns:a16="http://schemas.microsoft.com/office/drawing/2014/main" id="{9968DFC8-6818-88B8-A4EF-8328CF84A179}"/>
                </a:ext>
              </a:extLst>
            </p:cNvPr>
            <p:cNvSpPr/>
            <p:nvPr/>
          </p:nvSpPr>
          <p:spPr>
            <a:xfrm>
              <a:off x="3604040" y="3605461"/>
              <a:ext cx="117405" cy="11740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" name="pt22">
              <a:extLst>
                <a:ext uri="{FF2B5EF4-FFF2-40B4-BE49-F238E27FC236}">
                  <a16:creationId xmlns:a16="http://schemas.microsoft.com/office/drawing/2014/main" id="{73A38773-73EE-4E45-0A1E-DFBE08EE3EE5}"/>
                </a:ext>
              </a:extLst>
            </p:cNvPr>
            <p:cNvSpPr/>
            <p:nvPr/>
          </p:nvSpPr>
          <p:spPr>
            <a:xfrm>
              <a:off x="3952953" y="3545624"/>
              <a:ext cx="117405" cy="11740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2" name="pt23">
              <a:extLst>
                <a:ext uri="{FF2B5EF4-FFF2-40B4-BE49-F238E27FC236}">
                  <a16:creationId xmlns:a16="http://schemas.microsoft.com/office/drawing/2014/main" id="{E8ACFEBB-5BC1-BC66-DB0D-C6DE75E3AE92}"/>
                </a:ext>
              </a:extLst>
            </p:cNvPr>
            <p:cNvSpPr/>
            <p:nvPr/>
          </p:nvSpPr>
          <p:spPr>
            <a:xfrm>
              <a:off x="2973068" y="2787267"/>
              <a:ext cx="117405" cy="11740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3" name="pt24">
              <a:extLst>
                <a:ext uri="{FF2B5EF4-FFF2-40B4-BE49-F238E27FC236}">
                  <a16:creationId xmlns:a16="http://schemas.microsoft.com/office/drawing/2014/main" id="{2A7ED6B9-E0A8-5FCA-E1EE-D636FCCAEA69}"/>
                </a:ext>
              </a:extLst>
            </p:cNvPr>
            <p:cNvSpPr/>
            <p:nvPr/>
          </p:nvSpPr>
          <p:spPr>
            <a:xfrm>
              <a:off x="7961385" y="2411479"/>
              <a:ext cx="117405" cy="11740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4" name="pg25">
              <a:extLst>
                <a:ext uri="{FF2B5EF4-FFF2-40B4-BE49-F238E27FC236}">
                  <a16:creationId xmlns:a16="http://schemas.microsoft.com/office/drawing/2014/main" id="{43DE392E-5C82-3E3A-0407-994E457FF94C}"/>
                </a:ext>
              </a:extLst>
            </p:cNvPr>
            <p:cNvSpPr/>
            <p:nvPr/>
          </p:nvSpPr>
          <p:spPr>
            <a:xfrm>
              <a:off x="4362054" y="4107548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5" name="pt26">
              <a:extLst>
                <a:ext uri="{FF2B5EF4-FFF2-40B4-BE49-F238E27FC236}">
                  <a16:creationId xmlns:a16="http://schemas.microsoft.com/office/drawing/2014/main" id="{81812C42-5BA2-C7E0-D253-6EECA9D58C0D}"/>
                </a:ext>
              </a:extLst>
            </p:cNvPr>
            <p:cNvSpPr/>
            <p:nvPr/>
          </p:nvSpPr>
          <p:spPr>
            <a:xfrm>
              <a:off x="7328501" y="2044474"/>
              <a:ext cx="117405" cy="11740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6" name="pg27">
              <a:extLst>
                <a:ext uri="{FF2B5EF4-FFF2-40B4-BE49-F238E27FC236}">
                  <a16:creationId xmlns:a16="http://schemas.microsoft.com/office/drawing/2014/main" id="{1A18EFB6-6571-FE63-172C-1265C0C22459}"/>
                </a:ext>
              </a:extLst>
            </p:cNvPr>
            <p:cNvSpPr/>
            <p:nvPr/>
          </p:nvSpPr>
          <p:spPr>
            <a:xfrm>
              <a:off x="3592847" y="2648371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58702"/>
                  </a:moveTo>
                  <a:lnTo>
                    <a:pt x="58702" y="0"/>
                  </a:lnTo>
                  <a:lnTo>
                    <a:pt x="117404" y="58702"/>
                  </a:lnTo>
                  <a:lnTo>
                    <a:pt x="58702" y="11740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7" name="pg28">
              <a:extLst>
                <a:ext uri="{FF2B5EF4-FFF2-40B4-BE49-F238E27FC236}">
                  <a16:creationId xmlns:a16="http://schemas.microsoft.com/office/drawing/2014/main" id="{6AD739C1-BE74-52FA-17FB-543E3AB83548}"/>
                </a:ext>
              </a:extLst>
            </p:cNvPr>
            <p:cNvSpPr/>
            <p:nvPr/>
          </p:nvSpPr>
          <p:spPr>
            <a:xfrm>
              <a:off x="8385940" y="3085869"/>
              <a:ext cx="117405" cy="117405"/>
            </a:xfrm>
            <a:custGeom>
              <a:avLst/>
              <a:gdLst/>
              <a:ahLst/>
              <a:cxnLst/>
              <a:rect l="0" t="0" r="0" b="0"/>
              <a:pathLst>
                <a:path w="117405" h="117405">
                  <a:moveTo>
                    <a:pt x="0" y="117405"/>
                  </a:moveTo>
                  <a:lnTo>
                    <a:pt x="117405" y="117405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8" name="pg29">
              <a:extLst>
                <a:ext uri="{FF2B5EF4-FFF2-40B4-BE49-F238E27FC236}">
                  <a16:creationId xmlns:a16="http://schemas.microsoft.com/office/drawing/2014/main" id="{48250378-32D3-374D-72C9-400BA05EDEE6}"/>
                </a:ext>
              </a:extLst>
            </p:cNvPr>
            <p:cNvSpPr/>
            <p:nvPr/>
          </p:nvSpPr>
          <p:spPr>
            <a:xfrm>
              <a:off x="7560675" y="4738858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9" name="pt30">
              <a:extLst>
                <a:ext uri="{FF2B5EF4-FFF2-40B4-BE49-F238E27FC236}">
                  <a16:creationId xmlns:a16="http://schemas.microsoft.com/office/drawing/2014/main" id="{34F17CCD-F0FA-817D-992A-3DE940708210}"/>
                </a:ext>
              </a:extLst>
            </p:cNvPr>
            <p:cNvSpPr/>
            <p:nvPr/>
          </p:nvSpPr>
          <p:spPr>
            <a:xfrm>
              <a:off x="3467132" y="4260964"/>
              <a:ext cx="117405" cy="11740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0" name="pg31">
              <a:extLst>
                <a:ext uri="{FF2B5EF4-FFF2-40B4-BE49-F238E27FC236}">
                  <a16:creationId xmlns:a16="http://schemas.microsoft.com/office/drawing/2014/main" id="{FF1C6F8F-BC17-DEAE-C774-68E6E4500676}"/>
                </a:ext>
              </a:extLst>
            </p:cNvPr>
            <p:cNvSpPr/>
            <p:nvPr/>
          </p:nvSpPr>
          <p:spPr>
            <a:xfrm>
              <a:off x="7273244" y="3898689"/>
              <a:ext cx="117405" cy="117404"/>
            </a:xfrm>
            <a:custGeom>
              <a:avLst/>
              <a:gdLst/>
              <a:ahLst/>
              <a:cxnLst/>
              <a:rect l="0" t="0" r="0" b="0"/>
              <a:pathLst>
                <a:path w="117405" h="117404">
                  <a:moveTo>
                    <a:pt x="0" y="117404"/>
                  </a:moveTo>
                  <a:lnTo>
                    <a:pt x="117405" y="117404"/>
                  </a:lnTo>
                  <a:lnTo>
                    <a:pt x="11740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1" name="pg32">
              <a:extLst>
                <a:ext uri="{FF2B5EF4-FFF2-40B4-BE49-F238E27FC236}">
                  <a16:creationId xmlns:a16="http://schemas.microsoft.com/office/drawing/2014/main" id="{87D36B9B-B770-2E3D-1B6B-712605901B6F}"/>
                </a:ext>
              </a:extLst>
            </p:cNvPr>
            <p:cNvSpPr/>
            <p:nvPr/>
          </p:nvSpPr>
          <p:spPr>
            <a:xfrm>
              <a:off x="4413063" y="2297672"/>
              <a:ext cx="117404" cy="117405"/>
            </a:xfrm>
            <a:custGeom>
              <a:avLst/>
              <a:gdLst/>
              <a:ahLst/>
              <a:cxnLst/>
              <a:rect l="0" t="0" r="0" b="0"/>
              <a:pathLst>
                <a:path w="117404" h="117405">
                  <a:moveTo>
                    <a:pt x="0" y="117405"/>
                  </a:moveTo>
                  <a:lnTo>
                    <a:pt x="117404" y="117405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2" name="pt33">
              <a:extLst>
                <a:ext uri="{FF2B5EF4-FFF2-40B4-BE49-F238E27FC236}">
                  <a16:creationId xmlns:a16="http://schemas.microsoft.com/office/drawing/2014/main" id="{48A860CE-88F5-F785-B56E-E403E271A5CD}"/>
                </a:ext>
              </a:extLst>
            </p:cNvPr>
            <p:cNvSpPr/>
            <p:nvPr/>
          </p:nvSpPr>
          <p:spPr>
            <a:xfrm>
              <a:off x="3268022" y="4258281"/>
              <a:ext cx="117405" cy="11740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3" name="pg34">
              <a:extLst>
                <a:ext uri="{FF2B5EF4-FFF2-40B4-BE49-F238E27FC236}">
                  <a16:creationId xmlns:a16="http://schemas.microsoft.com/office/drawing/2014/main" id="{B3EA6830-408C-9392-9260-14790F1D11F7}"/>
                </a:ext>
              </a:extLst>
            </p:cNvPr>
            <p:cNvSpPr/>
            <p:nvPr/>
          </p:nvSpPr>
          <p:spPr>
            <a:xfrm>
              <a:off x="3947567" y="4527741"/>
              <a:ext cx="117404" cy="117404"/>
            </a:xfrm>
            <a:custGeom>
              <a:avLst/>
              <a:gdLst/>
              <a:ahLst/>
              <a:cxnLst/>
              <a:rect l="0" t="0" r="0" b="0"/>
              <a:pathLst>
                <a:path w="117404" h="117404">
                  <a:moveTo>
                    <a:pt x="0" y="117404"/>
                  </a:moveTo>
                  <a:lnTo>
                    <a:pt x="117404" y="117404"/>
                  </a:lnTo>
                  <a:lnTo>
                    <a:pt x="11740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34" name="pl35">
              <a:extLst>
                <a:ext uri="{FF2B5EF4-FFF2-40B4-BE49-F238E27FC236}">
                  <a16:creationId xmlns:a16="http://schemas.microsoft.com/office/drawing/2014/main" id="{14B58138-0D72-A714-BB69-75424CF76ED3}"/>
                </a:ext>
              </a:extLst>
            </p:cNvPr>
            <p:cNvSpPr/>
            <p:nvPr/>
          </p:nvSpPr>
          <p:spPr>
            <a:xfrm>
              <a:off x="930514" y="101220"/>
              <a:ext cx="0" cy="6602248"/>
            </a:xfrm>
            <a:custGeom>
              <a:avLst/>
              <a:gdLst/>
              <a:ahLst/>
              <a:cxnLst/>
              <a:rect l="0" t="0" r="0" b="0"/>
              <a:pathLst>
                <a:path h="6602248">
                  <a:moveTo>
                    <a:pt x="0" y="6602248"/>
                  </a:moveTo>
                  <a:lnTo>
                    <a:pt x="0" y="0"/>
                  </a:lnTo>
                </a:path>
              </a:pathLst>
            </a:custGeom>
            <a:ln w="1971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>
              <a:endParaRPr/>
            </a:p>
          </p:txBody>
        </p:sp>
        <p:sp>
          <p:nvSpPr>
            <p:cNvPr id="35" name="tx36">
              <a:extLst>
                <a:ext uri="{FF2B5EF4-FFF2-40B4-BE49-F238E27FC236}">
                  <a16:creationId xmlns:a16="http://schemas.microsoft.com/office/drawing/2014/main" id="{42A4AFDE-FBCE-2525-EF10-514E4EB5E0F6}"/>
                </a:ext>
              </a:extLst>
            </p:cNvPr>
            <p:cNvSpPr/>
            <p:nvPr/>
          </p:nvSpPr>
          <p:spPr>
            <a:xfrm>
              <a:off x="340048" y="5388044"/>
              <a:ext cx="4993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1e+02</a:t>
              </a:r>
            </a:p>
          </p:txBody>
        </p:sp>
        <p:sp>
          <p:nvSpPr>
            <p:cNvPr id="36" name="tx37">
              <a:extLst>
                <a:ext uri="{FF2B5EF4-FFF2-40B4-BE49-F238E27FC236}">
                  <a16:creationId xmlns:a16="http://schemas.microsoft.com/office/drawing/2014/main" id="{128E6DC9-725E-8BD2-CEE5-C3BCA6DCB8D8}"/>
                </a:ext>
              </a:extLst>
            </p:cNvPr>
            <p:cNvSpPr/>
            <p:nvPr/>
          </p:nvSpPr>
          <p:spPr>
            <a:xfrm>
              <a:off x="340048" y="3699333"/>
              <a:ext cx="4993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1e+04</a:t>
              </a:r>
            </a:p>
          </p:txBody>
        </p:sp>
        <p:sp>
          <p:nvSpPr>
            <p:cNvPr id="37" name="tx38">
              <a:extLst>
                <a:ext uri="{FF2B5EF4-FFF2-40B4-BE49-F238E27FC236}">
                  <a16:creationId xmlns:a16="http://schemas.microsoft.com/office/drawing/2014/main" id="{3893A336-A2D4-6BC8-EF67-BAFC3C59A34B}"/>
                </a:ext>
              </a:extLst>
            </p:cNvPr>
            <p:cNvSpPr/>
            <p:nvPr/>
          </p:nvSpPr>
          <p:spPr>
            <a:xfrm>
              <a:off x="340048" y="2010622"/>
              <a:ext cx="4993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1e+06</a:t>
              </a:r>
            </a:p>
          </p:txBody>
        </p:sp>
        <p:sp>
          <p:nvSpPr>
            <p:cNvPr id="38" name="tx39">
              <a:extLst>
                <a:ext uri="{FF2B5EF4-FFF2-40B4-BE49-F238E27FC236}">
                  <a16:creationId xmlns:a16="http://schemas.microsoft.com/office/drawing/2014/main" id="{977E6C40-9B68-5F31-9AD1-D241D2ACC16F}"/>
                </a:ext>
              </a:extLst>
            </p:cNvPr>
            <p:cNvSpPr/>
            <p:nvPr/>
          </p:nvSpPr>
          <p:spPr>
            <a:xfrm>
              <a:off x="340048" y="321911"/>
              <a:ext cx="499367" cy="1299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1e+08</a:t>
              </a:r>
            </a:p>
          </p:txBody>
        </p:sp>
        <p:sp>
          <p:nvSpPr>
            <p:cNvPr id="39" name="tx44">
              <a:extLst>
                <a:ext uri="{FF2B5EF4-FFF2-40B4-BE49-F238E27FC236}">
                  <a16:creationId xmlns:a16="http://schemas.microsoft.com/office/drawing/2014/main" id="{179BB255-8C3D-716F-70A8-C59E23410DD1}"/>
                </a:ext>
              </a:extLst>
            </p:cNvPr>
            <p:cNvSpPr/>
            <p:nvPr/>
          </p:nvSpPr>
          <p:spPr>
            <a:xfrm rot="-5400000">
              <a:off x="-1842028" y="3306995"/>
              <a:ext cx="3986708" cy="190698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Number of patient movements per year (log)</a:t>
              </a:r>
            </a:p>
          </p:txBody>
        </p:sp>
      </p:grpSp>
      <p:sp>
        <p:nvSpPr>
          <p:cNvPr id="40" name="tx49">
            <a:extLst>
              <a:ext uri="{FF2B5EF4-FFF2-40B4-BE49-F238E27FC236}">
                <a16:creationId xmlns:a16="http://schemas.microsoft.com/office/drawing/2014/main" id="{ED9F11A2-CB73-A974-5CC3-EF7AB97461B0}"/>
              </a:ext>
            </a:extLst>
          </p:cNvPr>
          <p:cNvSpPr/>
          <p:nvPr/>
        </p:nvSpPr>
        <p:spPr>
          <a:xfrm>
            <a:off x="2322000" y="1782733"/>
            <a:ext cx="1853021" cy="195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Direct</a:t>
            </a:r>
          </a:p>
        </p:txBody>
      </p:sp>
      <p:sp>
        <p:nvSpPr>
          <p:cNvPr id="41" name="tx50">
            <a:extLst>
              <a:ext uri="{FF2B5EF4-FFF2-40B4-BE49-F238E27FC236}">
                <a16:creationId xmlns:a16="http://schemas.microsoft.com/office/drawing/2014/main" id="{7C128541-C6C4-46C1-C1D5-9ACA7A59E001}"/>
              </a:ext>
            </a:extLst>
          </p:cNvPr>
          <p:cNvSpPr/>
          <p:nvPr/>
        </p:nvSpPr>
        <p:spPr>
          <a:xfrm>
            <a:off x="7315218" y="1782733"/>
            <a:ext cx="810095" cy="19559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2400"/>
              </a:lnSpc>
              <a:spcBef>
                <a:spcPts val="0"/>
              </a:spcBef>
              <a:spcAft>
                <a:spcPts val="0"/>
              </a:spcAft>
            </a:pPr>
            <a:r>
              <a:rPr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Indirect</a:t>
            </a:r>
            <a:r>
              <a:rPr lang="fr-FR" sz="2000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 </a:t>
            </a:r>
            <a:endParaRPr sz="2000" dirty="0">
              <a:solidFill>
                <a:srgbClr val="000000">
                  <a:alpha val="100000"/>
                </a:srgbClr>
              </a:solidFill>
              <a:latin typeface="Arial"/>
              <a:cs typeface="Arial"/>
            </a:endParaRPr>
          </a:p>
        </p:txBody>
      </p:sp>
      <p:grpSp>
        <p:nvGrpSpPr>
          <p:cNvPr id="42" name="Groupe 41">
            <a:extLst>
              <a:ext uri="{FF2B5EF4-FFF2-40B4-BE49-F238E27FC236}">
                <a16:creationId xmlns:a16="http://schemas.microsoft.com/office/drawing/2014/main" id="{6542089A-445E-26E0-EEFE-3A97B7085B2A}"/>
              </a:ext>
            </a:extLst>
          </p:cNvPr>
          <p:cNvGrpSpPr/>
          <p:nvPr/>
        </p:nvGrpSpPr>
        <p:grpSpPr>
          <a:xfrm>
            <a:off x="-153000" y="9099000"/>
            <a:ext cx="11640847" cy="5409906"/>
            <a:chOff x="-2639693" y="4663090"/>
            <a:chExt cx="11640847" cy="5409906"/>
          </a:xfrm>
        </p:grpSpPr>
        <p:sp>
          <p:nvSpPr>
            <p:cNvPr id="43" name="tx104">
              <a:extLst>
                <a:ext uri="{FF2B5EF4-FFF2-40B4-BE49-F238E27FC236}">
                  <a16:creationId xmlns:a16="http://schemas.microsoft.com/office/drawing/2014/main" id="{950550AE-7B5F-8EC4-4634-1C98FAA60BF9}"/>
                </a:ext>
              </a:extLst>
            </p:cNvPr>
            <p:cNvSpPr/>
            <p:nvPr/>
          </p:nvSpPr>
          <p:spPr>
            <a:xfrm>
              <a:off x="-2354178" y="4663090"/>
              <a:ext cx="568740" cy="15075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Europe</a:t>
              </a:r>
            </a:p>
          </p:txBody>
        </p:sp>
        <p:sp>
          <p:nvSpPr>
            <p:cNvPr id="44" name="tx105">
              <a:extLst>
                <a:ext uri="{FF2B5EF4-FFF2-40B4-BE49-F238E27FC236}">
                  <a16:creationId xmlns:a16="http://schemas.microsoft.com/office/drawing/2014/main" id="{CDF569EC-3C39-EB32-CA5E-CB3C55816B55}"/>
                </a:ext>
              </a:extLst>
            </p:cNvPr>
            <p:cNvSpPr/>
            <p:nvPr/>
          </p:nvSpPr>
          <p:spPr>
            <a:xfrm>
              <a:off x="3077460" y="4663090"/>
              <a:ext cx="1137642" cy="1201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North America</a:t>
              </a:r>
            </a:p>
          </p:txBody>
        </p:sp>
        <p:sp>
          <p:nvSpPr>
            <p:cNvPr id="45" name="tx106">
              <a:extLst>
                <a:ext uri="{FF2B5EF4-FFF2-40B4-BE49-F238E27FC236}">
                  <a16:creationId xmlns:a16="http://schemas.microsoft.com/office/drawing/2014/main" id="{A5297148-32F1-3C44-5EA2-39AEB4C773E9}"/>
                </a:ext>
              </a:extLst>
            </p:cNvPr>
            <p:cNvSpPr/>
            <p:nvPr/>
          </p:nvSpPr>
          <p:spPr>
            <a:xfrm>
              <a:off x="-2457090" y="8803090"/>
              <a:ext cx="348741" cy="12011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Asia</a:t>
              </a:r>
            </a:p>
          </p:txBody>
        </p:sp>
        <p:sp>
          <p:nvSpPr>
            <p:cNvPr id="46" name="tx107">
              <a:extLst>
                <a:ext uri="{FF2B5EF4-FFF2-40B4-BE49-F238E27FC236}">
                  <a16:creationId xmlns:a16="http://schemas.microsoft.com/office/drawing/2014/main" id="{4374A732-1C73-F81B-619A-D5EBA0755D0F}"/>
                </a:ext>
              </a:extLst>
            </p:cNvPr>
            <p:cNvSpPr/>
            <p:nvPr/>
          </p:nvSpPr>
          <p:spPr>
            <a:xfrm>
              <a:off x="3111123" y="8803090"/>
              <a:ext cx="642422" cy="122212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3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2400" b="1" dirty="0"/>
                <a:t>Oceania</a:t>
              </a:r>
            </a:p>
          </p:txBody>
        </p:sp>
        <p:sp>
          <p:nvSpPr>
            <p:cNvPr id="47" name="pg100">
              <a:extLst>
                <a:ext uri="{FF2B5EF4-FFF2-40B4-BE49-F238E27FC236}">
                  <a16:creationId xmlns:a16="http://schemas.microsoft.com/office/drawing/2014/main" id="{9A976F75-0D29-1A14-392D-4E9853832A16}"/>
                </a:ext>
              </a:extLst>
            </p:cNvPr>
            <p:cNvSpPr/>
            <p:nvPr/>
          </p:nvSpPr>
          <p:spPr>
            <a:xfrm>
              <a:off x="2885316" y="91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61412"/>
                  </a:moveTo>
                  <a:lnTo>
                    <a:pt x="61412" y="0"/>
                  </a:lnTo>
                  <a:lnTo>
                    <a:pt x="122825" y="61412"/>
                  </a:lnTo>
                  <a:lnTo>
                    <a:pt x="61412" y="122825"/>
                  </a:lnTo>
                  <a:close/>
                </a:path>
              </a:pathLst>
            </a:custGeom>
            <a:solidFill>
              <a:srgbClr val="FFC5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8" name="pg101">
              <a:extLst>
                <a:ext uri="{FF2B5EF4-FFF2-40B4-BE49-F238E27FC236}">
                  <a16:creationId xmlns:a16="http://schemas.microsoft.com/office/drawing/2014/main" id="{85847E12-AABC-D96D-9C8A-69CEB55AB86C}"/>
                </a:ext>
              </a:extLst>
            </p:cNvPr>
            <p:cNvSpPr/>
            <p:nvPr/>
          </p:nvSpPr>
          <p:spPr>
            <a:xfrm>
              <a:off x="2868095" y="95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61412"/>
                  </a:moveTo>
                  <a:lnTo>
                    <a:pt x="61412" y="0"/>
                  </a:lnTo>
                  <a:lnTo>
                    <a:pt x="122825" y="61412"/>
                  </a:lnTo>
                  <a:lnTo>
                    <a:pt x="61412" y="122825"/>
                  </a:lnTo>
                  <a:close/>
                </a:path>
              </a:pathLst>
            </a:custGeom>
            <a:solidFill>
              <a:srgbClr val="99E2D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49" name="tx102">
              <a:extLst>
                <a:ext uri="{FF2B5EF4-FFF2-40B4-BE49-F238E27FC236}">
                  <a16:creationId xmlns:a16="http://schemas.microsoft.com/office/drawing/2014/main" id="{332D77AA-2F70-A634-ECAD-880F09180F82}"/>
                </a:ext>
              </a:extLst>
            </p:cNvPr>
            <p:cNvSpPr/>
            <p:nvPr/>
          </p:nvSpPr>
          <p:spPr>
            <a:xfrm>
              <a:off x="3012216" y="9163090"/>
              <a:ext cx="1608275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 South Wales</a:t>
              </a:r>
            </a:p>
          </p:txBody>
        </p:sp>
        <p:sp>
          <p:nvSpPr>
            <p:cNvPr id="50" name="tx103">
              <a:extLst>
                <a:ext uri="{FF2B5EF4-FFF2-40B4-BE49-F238E27FC236}">
                  <a16:creationId xmlns:a16="http://schemas.microsoft.com/office/drawing/2014/main" id="{6FAB12B3-56E0-F1E9-D67B-BA05AD39D9C2}"/>
                </a:ext>
              </a:extLst>
            </p:cNvPr>
            <p:cNvSpPr/>
            <p:nvPr/>
          </p:nvSpPr>
          <p:spPr>
            <a:xfrm>
              <a:off x="2994995" y="9523090"/>
              <a:ext cx="6006159" cy="176073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 South Wales, Western Australia, Queensland, South Australia</a:t>
              </a:r>
            </a:p>
          </p:txBody>
        </p:sp>
        <p:sp>
          <p:nvSpPr>
            <p:cNvPr id="51" name="pg94">
              <a:extLst>
                <a:ext uri="{FF2B5EF4-FFF2-40B4-BE49-F238E27FC236}">
                  <a16:creationId xmlns:a16="http://schemas.microsoft.com/office/drawing/2014/main" id="{AFAF53C1-6BAA-0E8D-EAF9-4155226FAB39}"/>
                </a:ext>
              </a:extLst>
            </p:cNvPr>
            <p:cNvSpPr/>
            <p:nvPr/>
          </p:nvSpPr>
          <p:spPr>
            <a:xfrm>
              <a:off x="-2622472" y="916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ED90A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" name="pg95">
              <a:extLst>
                <a:ext uri="{FF2B5EF4-FFF2-40B4-BE49-F238E27FC236}">
                  <a16:creationId xmlns:a16="http://schemas.microsoft.com/office/drawing/2014/main" id="{E07E9641-08AC-28A9-066B-66369D86EF87}"/>
                </a:ext>
              </a:extLst>
            </p:cNvPr>
            <p:cNvSpPr/>
            <p:nvPr/>
          </p:nvSpPr>
          <p:spPr>
            <a:xfrm>
              <a:off x="-2639693" y="952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7EBA68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" name="pg96">
              <a:extLst>
                <a:ext uri="{FF2B5EF4-FFF2-40B4-BE49-F238E27FC236}">
                  <a16:creationId xmlns:a16="http://schemas.microsoft.com/office/drawing/2014/main" id="{0DA7CBDD-95EF-C643-7A0C-4C81A356A96F}"/>
                </a:ext>
              </a:extLst>
            </p:cNvPr>
            <p:cNvSpPr/>
            <p:nvPr/>
          </p:nvSpPr>
          <p:spPr>
            <a:xfrm>
              <a:off x="-2608952" y="9883090"/>
              <a:ext cx="165417" cy="143256"/>
            </a:xfrm>
            <a:custGeom>
              <a:avLst/>
              <a:gdLst/>
              <a:ahLst/>
              <a:cxnLst/>
              <a:rect l="0" t="0" r="0" b="0"/>
              <a:pathLst>
                <a:path w="165417" h="143256">
                  <a:moveTo>
                    <a:pt x="82708" y="0"/>
                  </a:moveTo>
                  <a:lnTo>
                    <a:pt x="165417" y="143256"/>
                  </a:lnTo>
                  <a:lnTo>
                    <a:pt x="0" y="143256"/>
                  </a:lnTo>
                  <a:close/>
                </a:path>
              </a:pathLst>
            </a:custGeom>
            <a:solidFill>
              <a:srgbClr val="6FB1E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" name="tx97">
              <a:extLst>
                <a:ext uri="{FF2B5EF4-FFF2-40B4-BE49-F238E27FC236}">
                  <a16:creationId xmlns:a16="http://schemas.microsoft.com/office/drawing/2014/main" id="{98BBA715-EBB0-5EF0-A658-7D5AA43788CC}"/>
                </a:ext>
              </a:extLst>
            </p:cNvPr>
            <p:cNvSpPr/>
            <p:nvPr/>
          </p:nvSpPr>
          <p:spPr>
            <a:xfrm>
              <a:off x="-2474276" y="9163090"/>
              <a:ext cx="551143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Fujian</a:t>
              </a:r>
            </a:p>
          </p:txBody>
        </p:sp>
        <p:sp>
          <p:nvSpPr>
            <p:cNvPr id="55" name="tx98">
              <a:extLst>
                <a:ext uri="{FF2B5EF4-FFF2-40B4-BE49-F238E27FC236}">
                  <a16:creationId xmlns:a16="http://schemas.microsoft.com/office/drawing/2014/main" id="{540B4B12-29DC-CA72-2A12-F1A9936569A3}"/>
                </a:ext>
              </a:extLst>
            </p:cNvPr>
            <p:cNvSpPr/>
            <p:nvPr/>
          </p:nvSpPr>
          <p:spPr>
            <a:xfrm>
              <a:off x="-2491497" y="9523090"/>
              <a:ext cx="1068495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Petah Tikva</a:t>
              </a:r>
            </a:p>
          </p:txBody>
        </p:sp>
        <p:sp>
          <p:nvSpPr>
            <p:cNvPr id="56" name="tx99">
              <a:extLst>
                <a:ext uri="{FF2B5EF4-FFF2-40B4-BE49-F238E27FC236}">
                  <a16:creationId xmlns:a16="http://schemas.microsoft.com/office/drawing/2014/main" id="{9D76CF22-BA2C-C818-8A8B-34436D5452BD}"/>
                </a:ext>
              </a:extLst>
            </p:cNvPr>
            <p:cNvSpPr/>
            <p:nvPr/>
          </p:nvSpPr>
          <p:spPr>
            <a:xfrm>
              <a:off x="-2460756" y="9883090"/>
              <a:ext cx="922557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Singapore</a:t>
              </a:r>
            </a:p>
          </p:txBody>
        </p:sp>
        <p:sp>
          <p:nvSpPr>
            <p:cNvPr id="57" name="pg66">
              <a:extLst>
                <a:ext uri="{FF2B5EF4-FFF2-40B4-BE49-F238E27FC236}">
                  <a16:creationId xmlns:a16="http://schemas.microsoft.com/office/drawing/2014/main" id="{8849EE86-9E94-DDED-F424-B198D60B4908}"/>
                </a:ext>
              </a:extLst>
            </p:cNvPr>
            <p:cNvSpPr/>
            <p:nvPr/>
          </p:nvSpPr>
          <p:spPr>
            <a:xfrm>
              <a:off x="4438707" y="50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D5C5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8" name="pg67">
              <a:extLst>
                <a:ext uri="{FF2B5EF4-FFF2-40B4-BE49-F238E27FC236}">
                  <a16:creationId xmlns:a16="http://schemas.microsoft.com/office/drawing/2014/main" id="{8395A5AF-C240-84F3-7C5B-1AFAB71D5602}"/>
                </a:ext>
              </a:extLst>
            </p:cNvPr>
            <p:cNvSpPr/>
            <p:nvPr/>
          </p:nvSpPr>
          <p:spPr>
            <a:xfrm>
              <a:off x="4438707" y="53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A5AC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9" name="pg68">
              <a:extLst>
                <a:ext uri="{FF2B5EF4-FFF2-40B4-BE49-F238E27FC236}">
                  <a16:creationId xmlns:a16="http://schemas.microsoft.com/office/drawing/2014/main" id="{C8288DA8-EB2B-5A8E-2570-1880AB32C925}"/>
                </a:ext>
              </a:extLst>
            </p:cNvPr>
            <p:cNvSpPr/>
            <p:nvPr/>
          </p:nvSpPr>
          <p:spPr>
            <a:xfrm>
              <a:off x="4438707" y="57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0" name="pg69">
              <a:extLst>
                <a:ext uri="{FF2B5EF4-FFF2-40B4-BE49-F238E27FC236}">
                  <a16:creationId xmlns:a16="http://schemas.microsoft.com/office/drawing/2014/main" id="{AFC43B1D-B8EE-7B63-BB82-4D870157BFFC}"/>
                </a:ext>
              </a:extLst>
            </p:cNvPr>
            <p:cNvSpPr/>
            <p:nvPr/>
          </p:nvSpPr>
          <p:spPr>
            <a:xfrm>
              <a:off x="4438707" y="61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B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1" name="pg70">
              <a:extLst>
                <a:ext uri="{FF2B5EF4-FFF2-40B4-BE49-F238E27FC236}">
                  <a16:creationId xmlns:a16="http://schemas.microsoft.com/office/drawing/2014/main" id="{5DF885E6-8204-674F-4B9B-9BC13111EAAF}"/>
                </a:ext>
              </a:extLst>
            </p:cNvPr>
            <p:cNvSpPr/>
            <p:nvPr/>
          </p:nvSpPr>
          <p:spPr>
            <a:xfrm>
              <a:off x="4438707" y="64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2" name="pg71">
              <a:extLst>
                <a:ext uri="{FF2B5EF4-FFF2-40B4-BE49-F238E27FC236}">
                  <a16:creationId xmlns:a16="http://schemas.microsoft.com/office/drawing/2014/main" id="{E32C9013-1506-BA86-00B9-B0A9F92136E2}"/>
                </a:ext>
              </a:extLst>
            </p:cNvPr>
            <p:cNvSpPr/>
            <p:nvPr/>
          </p:nvSpPr>
          <p:spPr>
            <a:xfrm>
              <a:off x="4438707" y="68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BF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63" name="pg72">
              <a:extLst>
                <a:ext uri="{FF2B5EF4-FFF2-40B4-BE49-F238E27FC236}">
                  <a16:creationId xmlns:a16="http://schemas.microsoft.com/office/drawing/2014/main" id="{47BC206E-D2A9-CA8A-295E-25F38436D14F}"/>
                </a:ext>
              </a:extLst>
            </p:cNvPr>
            <p:cNvSpPr/>
            <p:nvPr/>
          </p:nvSpPr>
          <p:spPr>
            <a:xfrm>
              <a:off x="4438707" y="71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6" name="pg73">
              <a:extLst>
                <a:ext uri="{FF2B5EF4-FFF2-40B4-BE49-F238E27FC236}">
                  <a16:creationId xmlns:a16="http://schemas.microsoft.com/office/drawing/2014/main" id="{5BE7CCBF-C5A4-1833-FA03-C106BB9299E0}"/>
                </a:ext>
              </a:extLst>
            </p:cNvPr>
            <p:cNvSpPr/>
            <p:nvPr/>
          </p:nvSpPr>
          <p:spPr>
            <a:xfrm>
              <a:off x="4438707" y="75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7" name="pg74">
              <a:extLst>
                <a:ext uri="{FF2B5EF4-FFF2-40B4-BE49-F238E27FC236}">
                  <a16:creationId xmlns:a16="http://schemas.microsoft.com/office/drawing/2014/main" id="{CE169A41-B703-EC30-8908-5974FC7B4EA8}"/>
                </a:ext>
              </a:extLst>
            </p:cNvPr>
            <p:cNvSpPr/>
            <p:nvPr/>
          </p:nvSpPr>
          <p:spPr>
            <a:xfrm>
              <a:off x="4438707" y="79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FF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28" name="tx85">
              <a:extLst>
                <a:ext uri="{FF2B5EF4-FFF2-40B4-BE49-F238E27FC236}">
                  <a16:creationId xmlns:a16="http://schemas.microsoft.com/office/drawing/2014/main" id="{948EA828-F5D9-4F3D-A750-A1D45BFBCC37}"/>
                </a:ext>
              </a:extLst>
            </p:cNvPr>
            <p:cNvSpPr/>
            <p:nvPr/>
          </p:nvSpPr>
          <p:spPr>
            <a:xfrm>
              <a:off x="4565607" y="5023090"/>
              <a:ext cx="86604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Nebraska</a:t>
              </a:r>
            </a:p>
          </p:txBody>
        </p:sp>
        <p:sp>
          <p:nvSpPr>
            <p:cNvPr id="529" name="tx86">
              <a:extLst>
                <a:ext uri="{FF2B5EF4-FFF2-40B4-BE49-F238E27FC236}">
                  <a16:creationId xmlns:a16="http://schemas.microsoft.com/office/drawing/2014/main" id="{AE980FC2-DDB5-613E-A59E-0FC222E25193}"/>
                </a:ext>
              </a:extLst>
            </p:cNvPr>
            <p:cNvSpPr/>
            <p:nvPr/>
          </p:nvSpPr>
          <p:spPr>
            <a:xfrm>
              <a:off x="4565607" y="5383090"/>
              <a:ext cx="1292983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New-York City</a:t>
              </a:r>
            </a:p>
          </p:txBody>
        </p:sp>
        <p:sp>
          <p:nvSpPr>
            <p:cNvPr id="530" name="tx87">
              <a:extLst>
                <a:ext uri="{FF2B5EF4-FFF2-40B4-BE49-F238E27FC236}">
                  <a16:creationId xmlns:a16="http://schemas.microsoft.com/office/drawing/2014/main" id="{D781F4AE-0981-5950-57F1-275C7819C335}"/>
                </a:ext>
              </a:extLst>
            </p:cNvPr>
            <p:cNvSpPr/>
            <p:nvPr/>
          </p:nvSpPr>
          <p:spPr>
            <a:xfrm>
              <a:off x="4565607" y="5743090"/>
              <a:ext cx="663585" cy="149889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Ontario</a:t>
              </a:r>
            </a:p>
          </p:txBody>
        </p:sp>
        <p:sp>
          <p:nvSpPr>
            <p:cNvPr id="531" name="tx88">
              <a:extLst>
                <a:ext uri="{FF2B5EF4-FFF2-40B4-BE49-F238E27FC236}">
                  <a16:creationId xmlns:a16="http://schemas.microsoft.com/office/drawing/2014/main" id="{C676D25A-812D-4A6B-5ADF-ABB41FE80198}"/>
                </a:ext>
              </a:extLst>
            </p:cNvPr>
            <p:cNvSpPr/>
            <p:nvPr/>
          </p:nvSpPr>
          <p:spPr>
            <a:xfrm>
              <a:off x="4565607" y="6103090"/>
              <a:ext cx="2339543" cy="1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Orange County, California</a:t>
              </a:r>
            </a:p>
          </p:txBody>
        </p:sp>
        <p:sp>
          <p:nvSpPr>
            <p:cNvPr id="532" name="tx89">
              <a:extLst>
                <a:ext uri="{FF2B5EF4-FFF2-40B4-BE49-F238E27FC236}">
                  <a16:creationId xmlns:a16="http://schemas.microsoft.com/office/drawing/2014/main" id="{AC51BD0B-FD9D-FF1F-59B5-2D67AB416743}"/>
                </a:ext>
              </a:extLst>
            </p:cNvPr>
            <p:cNvSpPr/>
            <p:nvPr/>
          </p:nvSpPr>
          <p:spPr>
            <a:xfrm>
              <a:off x="4565607" y="6463090"/>
              <a:ext cx="2103296" cy="190005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Orange County, Florida</a:t>
              </a:r>
            </a:p>
          </p:txBody>
        </p:sp>
        <p:sp>
          <p:nvSpPr>
            <p:cNvPr id="533" name="tx90">
              <a:extLst>
                <a:ext uri="{FF2B5EF4-FFF2-40B4-BE49-F238E27FC236}">
                  <a16:creationId xmlns:a16="http://schemas.microsoft.com/office/drawing/2014/main" id="{6521E1FD-38FA-02C6-7046-73B23116C252}"/>
                </a:ext>
              </a:extLst>
            </p:cNvPr>
            <p:cNvSpPr/>
            <p:nvPr/>
          </p:nvSpPr>
          <p:spPr>
            <a:xfrm>
              <a:off x="4565607" y="6823090"/>
              <a:ext cx="1203662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Pennsylvania</a:t>
              </a:r>
            </a:p>
          </p:txBody>
        </p:sp>
        <p:sp>
          <p:nvSpPr>
            <p:cNvPr id="534" name="tx91">
              <a:extLst>
                <a:ext uri="{FF2B5EF4-FFF2-40B4-BE49-F238E27FC236}">
                  <a16:creationId xmlns:a16="http://schemas.microsoft.com/office/drawing/2014/main" id="{5C7F2A81-30D5-AE86-F1B3-EE3F323D7F89}"/>
                </a:ext>
              </a:extLst>
            </p:cNvPr>
            <p:cNvSpPr/>
            <p:nvPr/>
          </p:nvSpPr>
          <p:spPr>
            <a:xfrm>
              <a:off x="4565607" y="7183090"/>
              <a:ext cx="100120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Tennessee</a:t>
              </a:r>
            </a:p>
          </p:txBody>
        </p:sp>
        <p:sp>
          <p:nvSpPr>
            <p:cNvPr id="535" name="tx92">
              <a:extLst>
                <a:ext uri="{FF2B5EF4-FFF2-40B4-BE49-F238E27FC236}">
                  <a16:creationId xmlns:a16="http://schemas.microsoft.com/office/drawing/2014/main" id="{AD0986B3-44E3-B7F3-D395-EC9225EA84F5}"/>
                </a:ext>
              </a:extLst>
            </p:cNvPr>
            <p:cNvSpPr/>
            <p:nvPr/>
          </p:nvSpPr>
          <p:spPr>
            <a:xfrm>
              <a:off x="4565607" y="7543090"/>
              <a:ext cx="416074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USA</a:t>
              </a:r>
            </a:p>
          </p:txBody>
        </p:sp>
        <p:sp>
          <p:nvSpPr>
            <p:cNvPr id="536" name="tx93">
              <a:extLst>
                <a:ext uri="{FF2B5EF4-FFF2-40B4-BE49-F238E27FC236}">
                  <a16:creationId xmlns:a16="http://schemas.microsoft.com/office/drawing/2014/main" id="{F08B76DC-9F18-9A71-AFE8-13EAFB307B85}"/>
                </a:ext>
              </a:extLst>
            </p:cNvPr>
            <p:cNvSpPr/>
            <p:nvPr/>
          </p:nvSpPr>
          <p:spPr>
            <a:xfrm>
              <a:off x="4565607" y="7903090"/>
              <a:ext cx="92206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Wisconsin</a:t>
              </a:r>
            </a:p>
          </p:txBody>
        </p:sp>
        <p:sp>
          <p:nvSpPr>
            <p:cNvPr id="537" name="pg56">
              <a:extLst>
                <a:ext uri="{FF2B5EF4-FFF2-40B4-BE49-F238E27FC236}">
                  <a16:creationId xmlns:a16="http://schemas.microsoft.com/office/drawing/2014/main" id="{41A9BE8E-1142-89FF-1961-B363F2B15225}"/>
                </a:ext>
              </a:extLst>
            </p:cNvPr>
            <p:cNvSpPr/>
            <p:nvPr/>
          </p:nvSpPr>
          <p:spPr>
            <a:xfrm>
              <a:off x="2889391" y="50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8" name="pg57">
              <a:extLst>
                <a:ext uri="{FF2B5EF4-FFF2-40B4-BE49-F238E27FC236}">
                  <a16:creationId xmlns:a16="http://schemas.microsoft.com/office/drawing/2014/main" id="{D6DD0A45-20A8-C758-09ED-8334D1E0D854}"/>
                </a:ext>
              </a:extLst>
            </p:cNvPr>
            <p:cNvSpPr/>
            <p:nvPr/>
          </p:nvSpPr>
          <p:spPr>
            <a:xfrm>
              <a:off x="2889391" y="53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39" name="pg58">
              <a:extLst>
                <a:ext uri="{FF2B5EF4-FFF2-40B4-BE49-F238E27FC236}">
                  <a16:creationId xmlns:a16="http://schemas.microsoft.com/office/drawing/2014/main" id="{7A29263F-7120-ED75-D2E4-37EAD0B05DCF}"/>
                </a:ext>
              </a:extLst>
            </p:cNvPr>
            <p:cNvSpPr/>
            <p:nvPr/>
          </p:nvSpPr>
          <p:spPr>
            <a:xfrm>
              <a:off x="2889391" y="57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7158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0" name="pg59">
              <a:extLst>
                <a:ext uri="{FF2B5EF4-FFF2-40B4-BE49-F238E27FC236}">
                  <a16:creationId xmlns:a16="http://schemas.microsoft.com/office/drawing/2014/main" id="{0A5C71DA-C659-0EFD-074F-06C11A07503D}"/>
                </a:ext>
              </a:extLst>
            </p:cNvPr>
            <p:cNvSpPr/>
            <p:nvPr/>
          </p:nvSpPr>
          <p:spPr>
            <a:xfrm>
              <a:off x="2889391" y="61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EB88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1" name="pg60">
              <a:extLst>
                <a:ext uri="{FF2B5EF4-FFF2-40B4-BE49-F238E27FC236}">
                  <a16:creationId xmlns:a16="http://schemas.microsoft.com/office/drawing/2014/main" id="{69C14C34-3C5A-2066-CB9A-7932D429BD3E}"/>
                </a:ext>
              </a:extLst>
            </p:cNvPr>
            <p:cNvSpPr/>
            <p:nvPr/>
          </p:nvSpPr>
          <p:spPr>
            <a:xfrm>
              <a:off x="2889391" y="64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2" name="pg61">
              <a:extLst>
                <a:ext uri="{FF2B5EF4-FFF2-40B4-BE49-F238E27FC236}">
                  <a16:creationId xmlns:a16="http://schemas.microsoft.com/office/drawing/2014/main" id="{1D04213F-F0BF-CE88-50C5-21FF5960AFB5}"/>
                </a:ext>
              </a:extLst>
            </p:cNvPr>
            <p:cNvSpPr/>
            <p:nvPr/>
          </p:nvSpPr>
          <p:spPr>
            <a:xfrm>
              <a:off x="2889391" y="682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EBEBE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3" name="pg62">
              <a:extLst>
                <a:ext uri="{FF2B5EF4-FFF2-40B4-BE49-F238E27FC236}">
                  <a16:creationId xmlns:a16="http://schemas.microsoft.com/office/drawing/2014/main" id="{3D8C9331-C992-BF8C-C66B-EFD6C050E487}"/>
                </a:ext>
              </a:extLst>
            </p:cNvPr>
            <p:cNvSpPr/>
            <p:nvPr/>
          </p:nvSpPr>
          <p:spPr>
            <a:xfrm>
              <a:off x="2889391" y="718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1E9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4" name="pg63">
              <a:extLst>
                <a:ext uri="{FF2B5EF4-FFF2-40B4-BE49-F238E27FC236}">
                  <a16:creationId xmlns:a16="http://schemas.microsoft.com/office/drawing/2014/main" id="{3A3DA5BF-AA4F-2BBB-E66B-55934C7BFE3E}"/>
                </a:ext>
              </a:extLst>
            </p:cNvPr>
            <p:cNvSpPr/>
            <p:nvPr/>
          </p:nvSpPr>
          <p:spPr>
            <a:xfrm>
              <a:off x="2889391" y="754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5" name="pg64">
              <a:extLst>
                <a:ext uri="{FF2B5EF4-FFF2-40B4-BE49-F238E27FC236}">
                  <a16:creationId xmlns:a16="http://schemas.microsoft.com/office/drawing/2014/main" id="{027E0BAB-7698-F48A-5880-1B9B4E688732}"/>
                </a:ext>
              </a:extLst>
            </p:cNvPr>
            <p:cNvSpPr/>
            <p:nvPr/>
          </p:nvSpPr>
          <p:spPr>
            <a:xfrm>
              <a:off x="2889391" y="790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6" name="pg65">
              <a:extLst>
                <a:ext uri="{FF2B5EF4-FFF2-40B4-BE49-F238E27FC236}">
                  <a16:creationId xmlns:a16="http://schemas.microsoft.com/office/drawing/2014/main" id="{1C9AFDE7-5B56-2868-2D03-ED91626FA893}"/>
                </a:ext>
              </a:extLst>
            </p:cNvPr>
            <p:cNvSpPr/>
            <p:nvPr/>
          </p:nvSpPr>
          <p:spPr>
            <a:xfrm>
              <a:off x="2889391" y="8263090"/>
              <a:ext cx="122825" cy="122825"/>
            </a:xfrm>
            <a:custGeom>
              <a:avLst/>
              <a:gdLst/>
              <a:ahLst/>
              <a:cxnLst/>
              <a:rect l="0" t="0" r="0" b="0"/>
              <a:pathLst>
                <a:path w="122825" h="122825">
                  <a:moveTo>
                    <a:pt x="0" y="122825"/>
                  </a:moveTo>
                  <a:lnTo>
                    <a:pt x="122825" y="122825"/>
                  </a:lnTo>
                  <a:lnTo>
                    <a:pt x="12282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47" name="tx75">
              <a:extLst>
                <a:ext uri="{FF2B5EF4-FFF2-40B4-BE49-F238E27FC236}">
                  <a16:creationId xmlns:a16="http://schemas.microsoft.com/office/drawing/2014/main" id="{293C4CBC-FB75-1D3C-57F4-57B99C4537A3}"/>
                </a:ext>
              </a:extLst>
            </p:cNvPr>
            <p:cNvSpPr/>
            <p:nvPr/>
          </p:nvSpPr>
          <p:spPr>
            <a:xfrm>
              <a:off x="3016290" y="5023090"/>
              <a:ext cx="62999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Atlanta</a:t>
              </a:r>
            </a:p>
          </p:txBody>
        </p:sp>
        <p:sp>
          <p:nvSpPr>
            <p:cNvPr id="548" name="tx76">
              <a:extLst>
                <a:ext uri="{FF2B5EF4-FFF2-40B4-BE49-F238E27FC236}">
                  <a16:creationId xmlns:a16="http://schemas.microsoft.com/office/drawing/2014/main" id="{A88FDA62-0C07-D857-9A63-0885D1B4CA65}"/>
                </a:ext>
              </a:extLst>
            </p:cNvPr>
            <p:cNvSpPr/>
            <p:nvPr/>
          </p:nvSpPr>
          <p:spPr>
            <a:xfrm>
              <a:off x="3016290" y="5383090"/>
              <a:ext cx="103470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California-a</a:t>
              </a:r>
            </a:p>
          </p:txBody>
        </p:sp>
        <p:sp>
          <p:nvSpPr>
            <p:cNvPr id="549" name="tx77">
              <a:extLst>
                <a:ext uri="{FF2B5EF4-FFF2-40B4-BE49-F238E27FC236}">
                  <a16:creationId xmlns:a16="http://schemas.microsoft.com/office/drawing/2014/main" id="{17DAC761-1622-20C5-FE76-04374CB2BF1E}"/>
                </a:ext>
              </a:extLst>
            </p:cNvPr>
            <p:cNvSpPr/>
            <p:nvPr/>
          </p:nvSpPr>
          <p:spPr>
            <a:xfrm>
              <a:off x="3016290" y="5743090"/>
              <a:ext cx="103470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California-b</a:t>
              </a:r>
            </a:p>
          </p:txBody>
        </p:sp>
        <p:sp>
          <p:nvSpPr>
            <p:cNvPr id="550" name="tx78">
              <a:extLst>
                <a:ext uri="{FF2B5EF4-FFF2-40B4-BE49-F238E27FC236}">
                  <a16:creationId xmlns:a16="http://schemas.microsoft.com/office/drawing/2014/main" id="{8CDAD5A9-5017-5265-39A9-11C6C8915385}"/>
                </a:ext>
              </a:extLst>
            </p:cNvPr>
            <p:cNvSpPr/>
            <p:nvPr/>
          </p:nvSpPr>
          <p:spPr>
            <a:xfrm>
              <a:off x="3016290" y="6103090"/>
              <a:ext cx="102334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California-c</a:t>
              </a:r>
            </a:p>
          </p:txBody>
        </p:sp>
        <p:sp>
          <p:nvSpPr>
            <p:cNvPr id="551" name="tx79">
              <a:extLst>
                <a:ext uri="{FF2B5EF4-FFF2-40B4-BE49-F238E27FC236}">
                  <a16:creationId xmlns:a16="http://schemas.microsoft.com/office/drawing/2014/main" id="{3B273E20-7E66-2127-2654-7CEEC53F01EF}"/>
                </a:ext>
              </a:extLst>
            </p:cNvPr>
            <p:cNvSpPr/>
            <p:nvPr/>
          </p:nvSpPr>
          <p:spPr>
            <a:xfrm>
              <a:off x="3016290" y="6463090"/>
              <a:ext cx="1327071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Central Florida</a:t>
              </a:r>
            </a:p>
          </p:txBody>
        </p:sp>
        <p:sp>
          <p:nvSpPr>
            <p:cNvPr id="552" name="tx80">
              <a:extLst>
                <a:ext uri="{FF2B5EF4-FFF2-40B4-BE49-F238E27FC236}">
                  <a16:creationId xmlns:a16="http://schemas.microsoft.com/office/drawing/2014/main" id="{4EA6FBAF-2A9F-E049-2DB2-792255D73ED7}"/>
                </a:ext>
              </a:extLst>
            </p:cNvPr>
            <p:cNvSpPr/>
            <p:nvPr/>
          </p:nvSpPr>
          <p:spPr>
            <a:xfrm>
              <a:off x="3016290" y="6823090"/>
              <a:ext cx="1068593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Connecticut</a:t>
              </a:r>
            </a:p>
          </p:txBody>
        </p:sp>
        <p:sp>
          <p:nvSpPr>
            <p:cNvPr id="553" name="tx81">
              <a:extLst>
                <a:ext uri="{FF2B5EF4-FFF2-40B4-BE49-F238E27FC236}">
                  <a16:creationId xmlns:a16="http://schemas.microsoft.com/office/drawing/2014/main" id="{FAA6DD10-E896-6AC2-0A27-988383C2E495}"/>
                </a:ext>
              </a:extLst>
            </p:cNvPr>
            <p:cNvSpPr/>
            <p:nvPr/>
          </p:nvSpPr>
          <p:spPr>
            <a:xfrm>
              <a:off x="3016290" y="7183090"/>
              <a:ext cx="618529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Florida</a:t>
              </a:r>
            </a:p>
          </p:txBody>
        </p:sp>
        <p:sp>
          <p:nvSpPr>
            <p:cNvPr id="554" name="tx82">
              <a:extLst>
                <a:ext uri="{FF2B5EF4-FFF2-40B4-BE49-F238E27FC236}">
                  <a16:creationId xmlns:a16="http://schemas.microsoft.com/office/drawing/2014/main" id="{B4435322-5F13-B3AE-38DB-E1730DCD4E28}"/>
                </a:ext>
              </a:extLst>
            </p:cNvPr>
            <p:cNvSpPr/>
            <p:nvPr/>
          </p:nvSpPr>
          <p:spPr>
            <a:xfrm>
              <a:off x="3016290" y="7543090"/>
              <a:ext cx="562308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Illinois</a:t>
              </a:r>
            </a:p>
          </p:txBody>
        </p:sp>
        <p:sp>
          <p:nvSpPr>
            <p:cNvPr id="555" name="tx83">
              <a:extLst>
                <a:ext uri="{FF2B5EF4-FFF2-40B4-BE49-F238E27FC236}">
                  <a16:creationId xmlns:a16="http://schemas.microsoft.com/office/drawing/2014/main" id="{FC13E4A2-7950-6C36-D24C-2C36055B892B}"/>
                </a:ext>
              </a:extLst>
            </p:cNvPr>
            <p:cNvSpPr/>
            <p:nvPr/>
          </p:nvSpPr>
          <p:spPr>
            <a:xfrm>
              <a:off x="3016290" y="7903090"/>
              <a:ext cx="42743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Iowa</a:t>
              </a:r>
            </a:p>
          </p:txBody>
        </p:sp>
        <p:sp>
          <p:nvSpPr>
            <p:cNvPr id="556" name="tx84">
              <a:extLst>
                <a:ext uri="{FF2B5EF4-FFF2-40B4-BE49-F238E27FC236}">
                  <a16:creationId xmlns:a16="http://schemas.microsoft.com/office/drawing/2014/main" id="{B8F24C4A-7930-1FE9-7B33-E0E7351A2AB0}"/>
                </a:ext>
              </a:extLst>
            </p:cNvPr>
            <p:cNvSpPr/>
            <p:nvPr/>
          </p:nvSpPr>
          <p:spPr>
            <a:xfrm>
              <a:off x="3016290" y="8263090"/>
              <a:ext cx="93362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Minnesota</a:t>
              </a:r>
            </a:p>
          </p:txBody>
        </p:sp>
        <p:sp>
          <p:nvSpPr>
            <p:cNvPr id="557" name="pt24">
              <a:extLst>
                <a:ext uri="{FF2B5EF4-FFF2-40B4-BE49-F238E27FC236}">
                  <a16:creationId xmlns:a16="http://schemas.microsoft.com/office/drawing/2014/main" id="{80FAF851-A9B8-74A8-F15C-DC186C2D1C9E}"/>
                </a:ext>
              </a:extLst>
            </p:cNvPr>
            <p:cNvSpPr/>
            <p:nvPr/>
          </p:nvSpPr>
          <p:spPr>
            <a:xfrm>
              <a:off x="1081429" y="5023090"/>
              <a:ext cx="122825" cy="122825"/>
            </a:xfrm>
            <a:prstGeom prst="ellipse">
              <a:avLst/>
            </a:prstGeom>
            <a:solidFill>
              <a:srgbClr val="0064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8" name="pt25">
              <a:extLst>
                <a:ext uri="{FF2B5EF4-FFF2-40B4-BE49-F238E27FC236}">
                  <a16:creationId xmlns:a16="http://schemas.microsoft.com/office/drawing/2014/main" id="{C0148BD6-029D-DD48-4309-477D55292B67}"/>
                </a:ext>
              </a:extLst>
            </p:cNvPr>
            <p:cNvSpPr/>
            <p:nvPr/>
          </p:nvSpPr>
          <p:spPr>
            <a:xfrm>
              <a:off x="1081429" y="5383090"/>
              <a:ext cx="122825" cy="122825"/>
            </a:xfrm>
            <a:prstGeom prst="ellipse">
              <a:avLst/>
            </a:prstGeom>
            <a:solidFill>
              <a:srgbClr val="FFD7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59" name="pt26">
              <a:extLst>
                <a:ext uri="{FF2B5EF4-FFF2-40B4-BE49-F238E27FC236}">
                  <a16:creationId xmlns:a16="http://schemas.microsoft.com/office/drawing/2014/main" id="{67860D46-D942-FC3C-3186-26DD0C835886}"/>
                </a:ext>
              </a:extLst>
            </p:cNvPr>
            <p:cNvSpPr/>
            <p:nvPr/>
          </p:nvSpPr>
          <p:spPr>
            <a:xfrm>
              <a:off x="1081429" y="5743090"/>
              <a:ext cx="122825" cy="122825"/>
            </a:xfrm>
            <a:prstGeom prst="ellipse">
              <a:avLst/>
            </a:prstGeom>
            <a:solidFill>
              <a:srgbClr val="3CB371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0" name="pt27">
              <a:extLst>
                <a:ext uri="{FF2B5EF4-FFF2-40B4-BE49-F238E27FC236}">
                  <a16:creationId xmlns:a16="http://schemas.microsoft.com/office/drawing/2014/main" id="{CC814E02-724B-B1B8-95A2-8E93CE6CBB3B}"/>
                </a:ext>
              </a:extLst>
            </p:cNvPr>
            <p:cNvSpPr/>
            <p:nvPr/>
          </p:nvSpPr>
          <p:spPr>
            <a:xfrm>
              <a:off x="1081429" y="6103090"/>
              <a:ext cx="122825" cy="122825"/>
            </a:xfrm>
            <a:prstGeom prst="ellipse">
              <a:avLst/>
            </a:prstGeom>
            <a:solidFill>
              <a:srgbClr val="FF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1" name="pt28">
              <a:extLst>
                <a:ext uri="{FF2B5EF4-FFF2-40B4-BE49-F238E27FC236}">
                  <a16:creationId xmlns:a16="http://schemas.microsoft.com/office/drawing/2014/main" id="{27C90534-EE1A-89EF-626E-C2A81045A690}"/>
                </a:ext>
              </a:extLst>
            </p:cNvPr>
            <p:cNvSpPr/>
            <p:nvPr/>
          </p:nvSpPr>
          <p:spPr>
            <a:xfrm>
              <a:off x="1081429" y="6463090"/>
              <a:ext cx="122825" cy="122825"/>
            </a:xfrm>
            <a:prstGeom prst="ellipse">
              <a:avLst/>
            </a:prstGeom>
            <a:solidFill>
              <a:srgbClr val="6B8E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2" name="pt29">
              <a:extLst>
                <a:ext uri="{FF2B5EF4-FFF2-40B4-BE49-F238E27FC236}">
                  <a16:creationId xmlns:a16="http://schemas.microsoft.com/office/drawing/2014/main" id="{1F9CC0CA-4001-F47F-3C2B-4D2A190DC85F}"/>
                </a:ext>
              </a:extLst>
            </p:cNvPr>
            <p:cNvSpPr/>
            <p:nvPr/>
          </p:nvSpPr>
          <p:spPr>
            <a:xfrm>
              <a:off x="1081429" y="6823090"/>
              <a:ext cx="122825" cy="122825"/>
            </a:xfrm>
            <a:prstGeom prst="ellipse">
              <a:avLst/>
            </a:prstGeom>
            <a:solidFill>
              <a:srgbClr val="8B7355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63" name="tx50">
              <a:extLst>
                <a:ext uri="{FF2B5EF4-FFF2-40B4-BE49-F238E27FC236}">
                  <a16:creationId xmlns:a16="http://schemas.microsoft.com/office/drawing/2014/main" id="{BCC286CB-1F82-9F62-5EDD-DC8A0BC2315D}"/>
                </a:ext>
              </a:extLst>
            </p:cNvPr>
            <p:cNvSpPr/>
            <p:nvPr/>
          </p:nvSpPr>
          <p:spPr>
            <a:xfrm>
              <a:off x="1208328" y="5023090"/>
              <a:ext cx="472196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Sicily</a:t>
              </a:r>
            </a:p>
          </p:txBody>
        </p:sp>
        <p:sp>
          <p:nvSpPr>
            <p:cNvPr id="564" name="tx51">
              <a:extLst>
                <a:ext uri="{FF2B5EF4-FFF2-40B4-BE49-F238E27FC236}">
                  <a16:creationId xmlns:a16="http://schemas.microsoft.com/office/drawing/2014/main" id="{B443A274-67F8-C3AB-5EED-76D1F051C9A0}"/>
                </a:ext>
              </a:extLst>
            </p:cNvPr>
            <p:cNvSpPr/>
            <p:nvPr/>
          </p:nvSpPr>
          <p:spPr>
            <a:xfrm>
              <a:off x="1208328" y="5383090"/>
              <a:ext cx="94469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Stockholm</a:t>
              </a:r>
            </a:p>
          </p:txBody>
        </p:sp>
        <p:sp>
          <p:nvSpPr>
            <p:cNvPr id="565" name="tx52">
              <a:extLst>
                <a:ext uri="{FF2B5EF4-FFF2-40B4-BE49-F238E27FC236}">
                  <a16:creationId xmlns:a16="http://schemas.microsoft.com/office/drawing/2014/main" id="{8BC2F364-8152-6DAA-494F-275D69801699}"/>
                </a:ext>
              </a:extLst>
            </p:cNvPr>
            <p:cNvSpPr/>
            <p:nvPr/>
          </p:nvSpPr>
          <p:spPr>
            <a:xfrm>
              <a:off x="1208328" y="5743090"/>
              <a:ext cx="1439810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United Kingdom</a:t>
              </a:r>
            </a:p>
          </p:txBody>
        </p:sp>
        <p:sp>
          <p:nvSpPr>
            <p:cNvPr id="566" name="tx53">
              <a:extLst>
                <a:ext uri="{FF2B5EF4-FFF2-40B4-BE49-F238E27FC236}">
                  <a16:creationId xmlns:a16="http://schemas.microsoft.com/office/drawing/2014/main" id="{B171A4A0-3A64-F21D-9682-4B60647B5B5A}"/>
                </a:ext>
              </a:extLst>
            </p:cNvPr>
            <p:cNvSpPr/>
            <p:nvPr/>
          </p:nvSpPr>
          <p:spPr>
            <a:xfrm>
              <a:off x="1208328" y="6103090"/>
              <a:ext cx="742433" cy="185064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Uppsala</a:t>
              </a:r>
            </a:p>
          </p:txBody>
        </p:sp>
        <p:sp>
          <p:nvSpPr>
            <p:cNvPr id="567" name="tx54">
              <a:extLst>
                <a:ext uri="{FF2B5EF4-FFF2-40B4-BE49-F238E27FC236}">
                  <a16:creationId xmlns:a16="http://schemas.microsoft.com/office/drawing/2014/main" id="{552CB0C4-FDED-49DE-079C-3AD3935B21E3}"/>
                </a:ext>
              </a:extLst>
            </p:cNvPr>
            <p:cNvSpPr/>
            <p:nvPr/>
          </p:nvSpPr>
          <p:spPr>
            <a:xfrm>
              <a:off x="1208328" y="6463090"/>
              <a:ext cx="652222" cy="14732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Utrecht</a:t>
              </a:r>
            </a:p>
          </p:txBody>
        </p:sp>
        <p:sp>
          <p:nvSpPr>
            <p:cNvPr id="568" name="tx55">
              <a:extLst>
                <a:ext uri="{FF2B5EF4-FFF2-40B4-BE49-F238E27FC236}">
                  <a16:creationId xmlns:a16="http://schemas.microsoft.com/office/drawing/2014/main" id="{D4D75E53-A6F2-E47A-D41F-BE1D62AEA2E4}"/>
                </a:ext>
              </a:extLst>
            </p:cNvPr>
            <p:cNvSpPr/>
            <p:nvPr/>
          </p:nvSpPr>
          <p:spPr>
            <a:xfrm>
              <a:off x="1208328" y="6823090"/>
              <a:ext cx="1473207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Western Greece</a:t>
              </a:r>
            </a:p>
          </p:txBody>
        </p:sp>
        <p:sp>
          <p:nvSpPr>
            <p:cNvPr id="569" name="pt14">
              <a:extLst>
                <a:ext uri="{FF2B5EF4-FFF2-40B4-BE49-F238E27FC236}">
                  <a16:creationId xmlns:a16="http://schemas.microsoft.com/office/drawing/2014/main" id="{C06A0ED3-0B49-8450-B9F3-695331D7B53D}"/>
                </a:ext>
              </a:extLst>
            </p:cNvPr>
            <p:cNvSpPr/>
            <p:nvPr/>
          </p:nvSpPr>
          <p:spPr>
            <a:xfrm>
              <a:off x="-1071685" y="5023090"/>
              <a:ext cx="122825" cy="122825"/>
            </a:xfrm>
            <a:prstGeom prst="ellipse">
              <a:avLst/>
            </a:prstGeom>
            <a:solidFill>
              <a:srgbClr val="458B7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0" name="pt15">
              <a:extLst>
                <a:ext uri="{FF2B5EF4-FFF2-40B4-BE49-F238E27FC236}">
                  <a16:creationId xmlns:a16="http://schemas.microsoft.com/office/drawing/2014/main" id="{067991B0-04EA-1867-1320-13E5F5A8C2B4}"/>
                </a:ext>
              </a:extLst>
            </p:cNvPr>
            <p:cNvSpPr/>
            <p:nvPr/>
          </p:nvSpPr>
          <p:spPr>
            <a:xfrm>
              <a:off x="-1071685" y="5383090"/>
              <a:ext cx="122825" cy="122825"/>
            </a:xfrm>
            <a:prstGeom prst="ellipse">
              <a:avLst/>
            </a:prstGeom>
            <a:solidFill>
              <a:srgbClr val="7F7F7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1" name="pt16">
              <a:extLst>
                <a:ext uri="{FF2B5EF4-FFF2-40B4-BE49-F238E27FC236}">
                  <a16:creationId xmlns:a16="http://schemas.microsoft.com/office/drawing/2014/main" id="{1010B244-3C7E-A3A9-D456-86B24BC5DEDA}"/>
                </a:ext>
              </a:extLst>
            </p:cNvPr>
            <p:cNvSpPr/>
            <p:nvPr/>
          </p:nvSpPr>
          <p:spPr>
            <a:xfrm>
              <a:off x="-1071685" y="5743090"/>
              <a:ext cx="122825" cy="122825"/>
            </a:xfrm>
            <a:prstGeom prst="ellipse">
              <a:avLst/>
            </a:prstGeom>
            <a:solidFill>
              <a:srgbClr val="FF8C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2" name="pt17">
              <a:extLst>
                <a:ext uri="{FF2B5EF4-FFF2-40B4-BE49-F238E27FC236}">
                  <a16:creationId xmlns:a16="http://schemas.microsoft.com/office/drawing/2014/main" id="{AE27A037-093E-B2E6-AD43-13823312840E}"/>
                </a:ext>
              </a:extLst>
            </p:cNvPr>
            <p:cNvSpPr/>
            <p:nvPr/>
          </p:nvSpPr>
          <p:spPr>
            <a:xfrm>
              <a:off x="-1071685" y="6103090"/>
              <a:ext cx="122825" cy="122825"/>
            </a:xfrm>
            <a:prstGeom prst="ellipse">
              <a:avLst/>
            </a:prstGeom>
            <a:solidFill>
              <a:srgbClr val="8B232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3" name="pt18">
              <a:extLst>
                <a:ext uri="{FF2B5EF4-FFF2-40B4-BE49-F238E27FC236}">
                  <a16:creationId xmlns:a16="http://schemas.microsoft.com/office/drawing/2014/main" id="{16470DA3-0663-D98D-D5A8-6876A05A3E7C}"/>
                </a:ext>
              </a:extLst>
            </p:cNvPr>
            <p:cNvSpPr/>
            <p:nvPr/>
          </p:nvSpPr>
          <p:spPr>
            <a:xfrm>
              <a:off x="-1071685" y="6463090"/>
              <a:ext cx="122825" cy="122825"/>
            </a:xfrm>
            <a:prstGeom prst="ellipse">
              <a:avLst/>
            </a:prstGeom>
            <a:solidFill>
              <a:srgbClr val="FFD39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4" name="pt19">
              <a:extLst>
                <a:ext uri="{FF2B5EF4-FFF2-40B4-BE49-F238E27FC236}">
                  <a16:creationId xmlns:a16="http://schemas.microsoft.com/office/drawing/2014/main" id="{5CB1F3CF-0DD0-BB22-E7D9-89F0BF67EF91}"/>
                </a:ext>
              </a:extLst>
            </p:cNvPr>
            <p:cNvSpPr/>
            <p:nvPr/>
          </p:nvSpPr>
          <p:spPr>
            <a:xfrm>
              <a:off x="-1071685" y="6823090"/>
              <a:ext cx="122825" cy="122825"/>
            </a:xfrm>
            <a:prstGeom prst="ellipse">
              <a:avLst/>
            </a:prstGeom>
            <a:solidFill>
              <a:srgbClr val="FF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575" name="pt20">
              <a:extLst>
                <a:ext uri="{FF2B5EF4-FFF2-40B4-BE49-F238E27FC236}">
                  <a16:creationId xmlns:a16="http://schemas.microsoft.com/office/drawing/2014/main" id="{AC6AF8C5-1CA2-B029-055E-0F8AB3E3C0AA}"/>
                </a:ext>
              </a:extLst>
            </p:cNvPr>
            <p:cNvSpPr/>
            <p:nvPr/>
          </p:nvSpPr>
          <p:spPr>
            <a:xfrm>
              <a:off x="-1071685" y="7183090"/>
              <a:ext cx="122825" cy="122825"/>
            </a:xfrm>
            <a:prstGeom prst="ellipse">
              <a:avLst/>
            </a:prstGeom>
            <a:solidFill>
              <a:srgbClr val="E066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2" name="pt21">
              <a:extLst>
                <a:ext uri="{FF2B5EF4-FFF2-40B4-BE49-F238E27FC236}">
                  <a16:creationId xmlns:a16="http://schemas.microsoft.com/office/drawing/2014/main" id="{D7563E6E-A8D2-5881-90D8-45104BA0767C}"/>
                </a:ext>
              </a:extLst>
            </p:cNvPr>
            <p:cNvSpPr/>
            <p:nvPr/>
          </p:nvSpPr>
          <p:spPr>
            <a:xfrm>
              <a:off x="-1071685" y="7543090"/>
              <a:ext cx="122825" cy="122825"/>
            </a:xfrm>
            <a:prstGeom prst="ellipse">
              <a:avLst/>
            </a:prstGeom>
            <a:solidFill>
              <a:srgbClr val="DDA0D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3" name="pt22">
              <a:extLst>
                <a:ext uri="{FF2B5EF4-FFF2-40B4-BE49-F238E27FC236}">
                  <a16:creationId xmlns:a16="http://schemas.microsoft.com/office/drawing/2014/main" id="{087FD80C-97E7-BFA2-1121-8C6A8C8F721B}"/>
                </a:ext>
              </a:extLst>
            </p:cNvPr>
            <p:cNvSpPr/>
            <p:nvPr/>
          </p:nvSpPr>
          <p:spPr>
            <a:xfrm>
              <a:off x="-1071685" y="7903090"/>
              <a:ext cx="122825" cy="122825"/>
            </a:xfrm>
            <a:prstGeom prst="ellipse">
              <a:avLst/>
            </a:prstGeom>
            <a:solidFill>
              <a:srgbClr val="0000FF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4" name="pt23">
              <a:extLst>
                <a:ext uri="{FF2B5EF4-FFF2-40B4-BE49-F238E27FC236}">
                  <a16:creationId xmlns:a16="http://schemas.microsoft.com/office/drawing/2014/main" id="{D2F22752-D479-6B2A-CC15-72B4F18037C4}"/>
                </a:ext>
              </a:extLst>
            </p:cNvPr>
            <p:cNvSpPr/>
            <p:nvPr/>
          </p:nvSpPr>
          <p:spPr>
            <a:xfrm>
              <a:off x="-1071685" y="8263090"/>
              <a:ext cx="122825" cy="122825"/>
            </a:xfrm>
            <a:prstGeom prst="ellipse">
              <a:avLst/>
            </a:prstGeom>
            <a:solidFill>
              <a:srgbClr val="6495ED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195" name="tx40">
              <a:extLst>
                <a:ext uri="{FF2B5EF4-FFF2-40B4-BE49-F238E27FC236}">
                  <a16:creationId xmlns:a16="http://schemas.microsoft.com/office/drawing/2014/main" id="{CB1E9D64-4CF1-7286-9B3F-5C6EBDF18294}"/>
                </a:ext>
              </a:extLst>
            </p:cNvPr>
            <p:cNvSpPr/>
            <p:nvPr/>
          </p:nvSpPr>
          <p:spPr>
            <a:xfrm>
              <a:off x="-944785" y="5023090"/>
              <a:ext cx="944986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Groningen</a:t>
              </a:r>
            </a:p>
          </p:txBody>
        </p:sp>
        <p:sp>
          <p:nvSpPr>
            <p:cNvPr id="196" name="tx41">
              <a:extLst>
                <a:ext uri="{FF2B5EF4-FFF2-40B4-BE49-F238E27FC236}">
                  <a16:creationId xmlns:a16="http://schemas.microsoft.com/office/drawing/2014/main" id="{C9CA9012-7562-1E94-A3C9-BDEA40181710}"/>
                </a:ext>
              </a:extLst>
            </p:cNvPr>
            <p:cNvSpPr/>
            <p:nvPr/>
          </p:nvSpPr>
          <p:spPr>
            <a:xfrm>
              <a:off x="-944785" y="5383090"/>
              <a:ext cx="46113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Halle</a:t>
              </a:r>
            </a:p>
          </p:txBody>
        </p:sp>
        <p:sp>
          <p:nvSpPr>
            <p:cNvPr id="197" name="tx42">
              <a:extLst>
                <a:ext uri="{FF2B5EF4-FFF2-40B4-BE49-F238E27FC236}">
                  <a16:creationId xmlns:a16="http://schemas.microsoft.com/office/drawing/2014/main" id="{7A88F024-0B50-C566-EFA4-B95671FDA1AD}"/>
                </a:ext>
              </a:extLst>
            </p:cNvPr>
            <p:cNvSpPr/>
            <p:nvPr/>
          </p:nvSpPr>
          <p:spPr>
            <a:xfrm>
              <a:off x="-944785" y="5743090"/>
              <a:ext cx="483757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Lazio</a:t>
              </a:r>
            </a:p>
          </p:txBody>
        </p:sp>
        <p:sp>
          <p:nvSpPr>
            <p:cNvPr id="198" name="tx43">
              <a:extLst>
                <a:ext uri="{FF2B5EF4-FFF2-40B4-BE49-F238E27FC236}">
                  <a16:creationId xmlns:a16="http://schemas.microsoft.com/office/drawing/2014/main" id="{8513C85E-6D16-8273-D5A3-5893780FC449}"/>
                </a:ext>
              </a:extLst>
            </p:cNvPr>
            <p:cNvSpPr/>
            <p:nvPr/>
          </p:nvSpPr>
          <p:spPr>
            <a:xfrm>
              <a:off x="-944785" y="6103090"/>
              <a:ext cx="899832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Lombardy</a:t>
              </a:r>
            </a:p>
          </p:txBody>
        </p:sp>
        <p:sp>
          <p:nvSpPr>
            <p:cNvPr id="199" name="tx44">
              <a:extLst>
                <a:ext uri="{FF2B5EF4-FFF2-40B4-BE49-F238E27FC236}">
                  <a16:creationId xmlns:a16="http://schemas.microsoft.com/office/drawing/2014/main" id="{566AF87C-D2BA-E574-6009-39B75B21E87F}"/>
                </a:ext>
              </a:extLst>
            </p:cNvPr>
            <p:cNvSpPr/>
            <p:nvPr/>
          </p:nvSpPr>
          <p:spPr>
            <a:xfrm>
              <a:off x="-944785" y="6463090"/>
              <a:ext cx="675244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London</a:t>
              </a:r>
            </a:p>
          </p:txBody>
        </p:sp>
        <p:sp>
          <p:nvSpPr>
            <p:cNvPr id="200" name="tx45">
              <a:extLst>
                <a:ext uri="{FF2B5EF4-FFF2-40B4-BE49-F238E27FC236}">
                  <a16:creationId xmlns:a16="http://schemas.microsoft.com/office/drawing/2014/main" id="{99BCA1EA-07AF-7A5A-228B-2DFEE31685C8}"/>
                </a:ext>
              </a:extLst>
            </p:cNvPr>
            <p:cNvSpPr/>
            <p:nvPr/>
          </p:nvSpPr>
          <p:spPr>
            <a:xfrm>
              <a:off x="-944785" y="6823090"/>
              <a:ext cx="1282312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Lower Saxony</a:t>
              </a:r>
            </a:p>
          </p:txBody>
        </p:sp>
        <p:sp>
          <p:nvSpPr>
            <p:cNvPr id="201" name="tx46">
              <a:extLst>
                <a:ext uri="{FF2B5EF4-FFF2-40B4-BE49-F238E27FC236}">
                  <a16:creationId xmlns:a16="http://schemas.microsoft.com/office/drawing/2014/main" id="{CD5A8928-92FF-FC97-61FD-CC535C3F42B0}"/>
                </a:ext>
              </a:extLst>
            </p:cNvPr>
            <p:cNvSpPr/>
            <p:nvPr/>
          </p:nvSpPr>
          <p:spPr>
            <a:xfrm>
              <a:off x="-944785" y="7183090"/>
              <a:ext cx="109112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Netherlands</a:t>
              </a:r>
            </a:p>
          </p:txBody>
        </p:sp>
        <p:sp>
          <p:nvSpPr>
            <p:cNvPr id="202" name="tx47">
              <a:extLst>
                <a:ext uri="{FF2B5EF4-FFF2-40B4-BE49-F238E27FC236}">
                  <a16:creationId xmlns:a16="http://schemas.microsoft.com/office/drawing/2014/main" id="{7777DBCC-DA14-C5CD-D7F9-2DF78995F564}"/>
                </a:ext>
              </a:extLst>
            </p:cNvPr>
            <p:cNvSpPr/>
            <p:nvPr/>
          </p:nvSpPr>
          <p:spPr>
            <a:xfrm>
              <a:off x="-944785" y="7543090"/>
              <a:ext cx="1968623" cy="18990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Saxony and Thuringia</a:t>
              </a:r>
            </a:p>
          </p:txBody>
        </p:sp>
        <p:sp>
          <p:nvSpPr>
            <p:cNvPr id="203" name="tx48">
              <a:extLst>
                <a:ext uri="{FF2B5EF4-FFF2-40B4-BE49-F238E27FC236}">
                  <a16:creationId xmlns:a16="http://schemas.microsoft.com/office/drawing/2014/main" id="{4AEFF410-307A-1AED-5F87-1339FB2D4D56}"/>
                </a:ext>
              </a:extLst>
            </p:cNvPr>
            <p:cNvSpPr/>
            <p:nvPr/>
          </p:nvSpPr>
          <p:spPr>
            <a:xfrm>
              <a:off x="-944785" y="7903090"/>
              <a:ext cx="787488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Scotland</a:t>
              </a:r>
            </a:p>
          </p:txBody>
        </p:sp>
        <p:sp>
          <p:nvSpPr>
            <p:cNvPr id="204" name="tx49">
              <a:extLst>
                <a:ext uri="{FF2B5EF4-FFF2-40B4-BE49-F238E27FC236}">
                  <a16:creationId xmlns:a16="http://schemas.microsoft.com/office/drawing/2014/main" id="{466A8BCB-5A8D-5DF7-7C08-929EB066997E}"/>
                </a:ext>
              </a:extLst>
            </p:cNvPr>
            <p:cNvSpPr/>
            <p:nvPr/>
          </p:nvSpPr>
          <p:spPr>
            <a:xfrm>
              <a:off x="-944785" y="8263090"/>
              <a:ext cx="596100" cy="149790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Seville</a:t>
              </a:r>
            </a:p>
          </p:txBody>
        </p:sp>
        <p:sp>
          <p:nvSpPr>
            <p:cNvPr id="205" name="pt4">
              <a:extLst>
                <a:ext uri="{FF2B5EF4-FFF2-40B4-BE49-F238E27FC236}">
                  <a16:creationId xmlns:a16="http://schemas.microsoft.com/office/drawing/2014/main" id="{439901F2-616E-D38D-C841-6E877B02FB6E}"/>
                </a:ext>
              </a:extLst>
            </p:cNvPr>
            <p:cNvSpPr/>
            <p:nvPr/>
          </p:nvSpPr>
          <p:spPr>
            <a:xfrm>
              <a:off x="-2539763" y="5023090"/>
              <a:ext cx="122825" cy="122825"/>
            </a:xfrm>
            <a:prstGeom prst="ellipse">
              <a:avLst/>
            </a:prstGeom>
            <a:solidFill>
              <a:srgbClr val="CCCCCC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6" name="pt5">
              <a:extLst>
                <a:ext uri="{FF2B5EF4-FFF2-40B4-BE49-F238E27FC236}">
                  <a16:creationId xmlns:a16="http://schemas.microsoft.com/office/drawing/2014/main" id="{7EB5F2ED-2600-9A15-F6A0-578B5D50C1FB}"/>
                </a:ext>
              </a:extLst>
            </p:cNvPr>
            <p:cNvSpPr/>
            <p:nvPr/>
          </p:nvSpPr>
          <p:spPr>
            <a:xfrm>
              <a:off x="-2539763" y="5383090"/>
              <a:ext cx="122825" cy="122825"/>
            </a:xfrm>
            <a:prstGeom prst="ellipse">
              <a:avLst/>
            </a:prstGeom>
            <a:solidFill>
              <a:srgbClr val="0000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7" name="pt6">
              <a:extLst>
                <a:ext uri="{FF2B5EF4-FFF2-40B4-BE49-F238E27FC236}">
                  <a16:creationId xmlns:a16="http://schemas.microsoft.com/office/drawing/2014/main" id="{19968BC9-596E-C5F8-1A74-4852836D088F}"/>
                </a:ext>
              </a:extLst>
            </p:cNvPr>
            <p:cNvSpPr/>
            <p:nvPr/>
          </p:nvSpPr>
          <p:spPr>
            <a:xfrm>
              <a:off x="-2539763" y="5743090"/>
              <a:ext cx="122825" cy="122825"/>
            </a:xfrm>
            <a:prstGeom prst="ellipse">
              <a:avLst/>
            </a:prstGeom>
            <a:solidFill>
              <a:srgbClr val="7A378B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8" name="pt7">
              <a:extLst>
                <a:ext uri="{FF2B5EF4-FFF2-40B4-BE49-F238E27FC236}">
                  <a16:creationId xmlns:a16="http://schemas.microsoft.com/office/drawing/2014/main" id="{A48A6D15-6CAB-7A00-99D2-15BB45790DCB}"/>
                </a:ext>
              </a:extLst>
            </p:cNvPr>
            <p:cNvSpPr/>
            <p:nvPr/>
          </p:nvSpPr>
          <p:spPr>
            <a:xfrm>
              <a:off x="-2539763" y="6103090"/>
              <a:ext cx="122825" cy="122825"/>
            </a:xfrm>
            <a:prstGeom prst="ellipse">
              <a:avLst/>
            </a:prstGeom>
            <a:solidFill>
              <a:srgbClr val="FFA07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09" name="pt8">
              <a:extLst>
                <a:ext uri="{FF2B5EF4-FFF2-40B4-BE49-F238E27FC236}">
                  <a16:creationId xmlns:a16="http://schemas.microsoft.com/office/drawing/2014/main" id="{E0160A42-C00F-8B58-2491-5EA237AEBA76}"/>
                </a:ext>
              </a:extLst>
            </p:cNvPr>
            <p:cNvSpPr/>
            <p:nvPr/>
          </p:nvSpPr>
          <p:spPr>
            <a:xfrm>
              <a:off x="-2539763" y="6463090"/>
              <a:ext cx="122825" cy="122825"/>
            </a:xfrm>
            <a:prstGeom prst="ellipse">
              <a:avLst/>
            </a:prstGeom>
            <a:solidFill>
              <a:srgbClr val="9AFF9A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0" name="pt9">
              <a:extLst>
                <a:ext uri="{FF2B5EF4-FFF2-40B4-BE49-F238E27FC236}">
                  <a16:creationId xmlns:a16="http://schemas.microsoft.com/office/drawing/2014/main" id="{4B1B1702-B7BB-DDE8-1FA2-F188E47E97C7}"/>
                </a:ext>
              </a:extLst>
            </p:cNvPr>
            <p:cNvSpPr/>
            <p:nvPr/>
          </p:nvSpPr>
          <p:spPr>
            <a:xfrm>
              <a:off x="-2539763" y="6823090"/>
              <a:ext cx="122825" cy="122825"/>
            </a:xfrm>
            <a:prstGeom prst="ellipse">
              <a:avLst/>
            </a:prstGeom>
            <a:solidFill>
              <a:srgbClr val="FF14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1" name="pt10">
              <a:extLst>
                <a:ext uri="{FF2B5EF4-FFF2-40B4-BE49-F238E27FC236}">
                  <a16:creationId xmlns:a16="http://schemas.microsoft.com/office/drawing/2014/main" id="{B4E01518-9C19-BD89-AE54-7648AF79EEA8}"/>
                </a:ext>
              </a:extLst>
            </p:cNvPr>
            <p:cNvSpPr/>
            <p:nvPr/>
          </p:nvSpPr>
          <p:spPr>
            <a:xfrm>
              <a:off x="-2539763" y="7183090"/>
              <a:ext cx="122825" cy="122825"/>
            </a:xfrm>
            <a:prstGeom prst="ellipse">
              <a:avLst/>
            </a:prstGeom>
            <a:solidFill>
              <a:srgbClr val="000000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2" name="pt11">
              <a:extLst>
                <a:ext uri="{FF2B5EF4-FFF2-40B4-BE49-F238E27FC236}">
                  <a16:creationId xmlns:a16="http://schemas.microsoft.com/office/drawing/2014/main" id="{7FCE8054-4B32-6E17-111C-0EC4BC940922}"/>
                </a:ext>
              </a:extLst>
            </p:cNvPr>
            <p:cNvSpPr/>
            <p:nvPr/>
          </p:nvSpPr>
          <p:spPr>
            <a:xfrm>
              <a:off x="-2539763" y="7543090"/>
              <a:ext cx="122825" cy="122825"/>
            </a:xfrm>
            <a:prstGeom prst="ellipse">
              <a:avLst/>
            </a:prstGeom>
            <a:solidFill>
              <a:srgbClr val="DB7093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3" name="pt12">
              <a:extLst>
                <a:ext uri="{FF2B5EF4-FFF2-40B4-BE49-F238E27FC236}">
                  <a16:creationId xmlns:a16="http://schemas.microsoft.com/office/drawing/2014/main" id="{FF3EDA1C-9C89-6C84-EF91-E4BCC7C2E07E}"/>
                </a:ext>
              </a:extLst>
            </p:cNvPr>
            <p:cNvSpPr/>
            <p:nvPr/>
          </p:nvSpPr>
          <p:spPr>
            <a:xfrm>
              <a:off x="-2539763" y="7903090"/>
              <a:ext cx="122825" cy="122825"/>
            </a:xfrm>
            <a:prstGeom prst="ellipse">
              <a:avLst/>
            </a:prstGeom>
            <a:solidFill>
              <a:srgbClr val="7FFFD4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4" name="pt13">
              <a:extLst>
                <a:ext uri="{FF2B5EF4-FFF2-40B4-BE49-F238E27FC236}">
                  <a16:creationId xmlns:a16="http://schemas.microsoft.com/office/drawing/2014/main" id="{C47D52AB-8A40-3292-0389-A19E3C5F99D2}"/>
                </a:ext>
              </a:extLst>
            </p:cNvPr>
            <p:cNvSpPr/>
            <p:nvPr/>
          </p:nvSpPr>
          <p:spPr>
            <a:xfrm>
              <a:off x="-2539763" y="8263090"/>
              <a:ext cx="122825" cy="122825"/>
            </a:xfrm>
            <a:prstGeom prst="ellipse">
              <a:avLst/>
            </a:prstGeom>
            <a:solidFill>
              <a:srgbClr val="FF6347">
                <a:alpha val="100000"/>
              </a:srgbClr>
            </a:solidFill>
          </p:spPr>
          <p:txBody>
            <a:bodyPr/>
            <a:lstStyle/>
            <a:p>
              <a:endParaRPr/>
            </a:p>
          </p:txBody>
        </p:sp>
        <p:sp>
          <p:nvSpPr>
            <p:cNvPr id="215" name="tx30">
              <a:extLst>
                <a:ext uri="{FF2B5EF4-FFF2-40B4-BE49-F238E27FC236}">
                  <a16:creationId xmlns:a16="http://schemas.microsoft.com/office/drawing/2014/main" id="{BB52CCC1-F808-CEC8-874A-0BF7891F5A9A}"/>
                </a:ext>
              </a:extLst>
            </p:cNvPr>
            <p:cNvSpPr/>
            <p:nvPr/>
          </p:nvSpPr>
          <p:spPr>
            <a:xfrm>
              <a:off x="-2412864" y="5023090"/>
              <a:ext cx="742334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Abruzzo</a:t>
              </a:r>
            </a:p>
          </p:txBody>
        </p:sp>
        <p:sp>
          <p:nvSpPr>
            <p:cNvPr id="216" name="tx31">
              <a:extLst>
                <a:ext uri="{FF2B5EF4-FFF2-40B4-BE49-F238E27FC236}">
                  <a16:creationId xmlns:a16="http://schemas.microsoft.com/office/drawing/2014/main" id="{F61C3A6C-CA66-0425-9CB1-6F86EC2096C4}"/>
                </a:ext>
              </a:extLst>
            </p:cNvPr>
            <p:cNvSpPr/>
            <p:nvPr/>
          </p:nvSpPr>
          <p:spPr>
            <a:xfrm>
              <a:off x="-2412864" y="5383090"/>
              <a:ext cx="686113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 dirty="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Bavaria</a:t>
              </a:r>
            </a:p>
          </p:txBody>
        </p:sp>
        <p:sp>
          <p:nvSpPr>
            <p:cNvPr id="217" name="tx32">
              <a:extLst>
                <a:ext uri="{FF2B5EF4-FFF2-40B4-BE49-F238E27FC236}">
                  <a16:creationId xmlns:a16="http://schemas.microsoft.com/office/drawing/2014/main" id="{034BF2EB-8887-0A31-3B65-A40416325EBD}"/>
                </a:ext>
              </a:extLst>
            </p:cNvPr>
            <p:cNvSpPr/>
            <p:nvPr/>
          </p:nvSpPr>
          <p:spPr>
            <a:xfrm>
              <a:off x="-2412864" y="5743090"/>
              <a:ext cx="517351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Berlin</a:t>
              </a:r>
            </a:p>
          </p:txBody>
        </p:sp>
        <p:sp>
          <p:nvSpPr>
            <p:cNvPr id="218" name="tx33">
              <a:extLst>
                <a:ext uri="{FF2B5EF4-FFF2-40B4-BE49-F238E27FC236}">
                  <a16:creationId xmlns:a16="http://schemas.microsoft.com/office/drawing/2014/main" id="{99CAD34C-5D79-6EA2-F134-5FAD4E7AB9B1}"/>
                </a:ext>
              </a:extLst>
            </p:cNvPr>
            <p:cNvSpPr/>
            <p:nvPr/>
          </p:nvSpPr>
          <p:spPr>
            <a:xfrm>
              <a:off x="-2412864" y="6103090"/>
              <a:ext cx="877402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Debrecen</a:t>
              </a:r>
            </a:p>
          </p:txBody>
        </p:sp>
        <p:sp>
          <p:nvSpPr>
            <p:cNvPr id="219" name="tx34">
              <a:extLst>
                <a:ext uri="{FF2B5EF4-FFF2-40B4-BE49-F238E27FC236}">
                  <a16:creationId xmlns:a16="http://schemas.microsoft.com/office/drawing/2014/main" id="{BBDB6705-3A78-1C32-072F-235AE2773EA4}"/>
                </a:ext>
              </a:extLst>
            </p:cNvPr>
            <p:cNvSpPr/>
            <p:nvPr/>
          </p:nvSpPr>
          <p:spPr>
            <a:xfrm>
              <a:off x="-2412864" y="6463090"/>
              <a:ext cx="719905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Drenthe</a:t>
              </a:r>
            </a:p>
          </p:txBody>
        </p:sp>
        <p:sp>
          <p:nvSpPr>
            <p:cNvPr id="220" name="tx35">
              <a:extLst>
                <a:ext uri="{FF2B5EF4-FFF2-40B4-BE49-F238E27FC236}">
                  <a16:creationId xmlns:a16="http://schemas.microsoft.com/office/drawing/2014/main" id="{0857A693-F463-EE86-5BF5-EE2A1C945825}"/>
                </a:ext>
              </a:extLst>
            </p:cNvPr>
            <p:cNvSpPr/>
            <p:nvPr/>
          </p:nvSpPr>
          <p:spPr>
            <a:xfrm>
              <a:off x="-2412864" y="6823090"/>
              <a:ext cx="922557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England-a</a:t>
              </a:r>
            </a:p>
          </p:txBody>
        </p:sp>
        <p:sp>
          <p:nvSpPr>
            <p:cNvPr id="221" name="tx36">
              <a:extLst>
                <a:ext uri="{FF2B5EF4-FFF2-40B4-BE49-F238E27FC236}">
                  <a16:creationId xmlns:a16="http://schemas.microsoft.com/office/drawing/2014/main" id="{11AF2B03-A873-E369-1AA5-7F0DED808D72}"/>
                </a:ext>
              </a:extLst>
            </p:cNvPr>
            <p:cNvSpPr/>
            <p:nvPr/>
          </p:nvSpPr>
          <p:spPr>
            <a:xfrm>
              <a:off x="-2412864" y="7183090"/>
              <a:ext cx="922557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England-b</a:t>
              </a:r>
            </a:p>
          </p:txBody>
        </p:sp>
        <p:sp>
          <p:nvSpPr>
            <p:cNvPr id="222" name="tx37">
              <a:extLst>
                <a:ext uri="{FF2B5EF4-FFF2-40B4-BE49-F238E27FC236}">
                  <a16:creationId xmlns:a16="http://schemas.microsoft.com/office/drawing/2014/main" id="{06149F53-E178-AB3B-568E-5A0E60A61B63}"/>
                </a:ext>
              </a:extLst>
            </p:cNvPr>
            <p:cNvSpPr/>
            <p:nvPr/>
          </p:nvSpPr>
          <p:spPr>
            <a:xfrm>
              <a:off x="-2412864" y="7543090"/>
              <a:ext cx="80972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France-a</a:t>
              </a:r>
            </a:p>
          </p:txBody>
        </p:sp>
        <p:sp>
          <p:nvSpPr>
            <p:cNvPr id="223" name="tx38">
              <a:extLst>
                <a:ext uri="{FF2B5EF4-FFF2-40B4-BE49-F238E27FC236}">
                  <a16:creationId xmlns:a16="http://schemas.microsoft.com/office/drawing/2014/main" id="{EE30716E-1384-9C4D-0F97-BE2777D8BE67}"/>
                </a:ext>
              </a:extLst>
            </p:cNvPr>
            <p:cNvSpPr/>
            <p:nvPr/>
          </p:nvSpPr>
          <p:spPr>
            <a:xfrm>
              <a:off x="-2412864" y="7903090"/>
              <a:ext cx="809720" cy="147221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France-b</a:t>
              </a:r>
            </a:p>
          </p:txBody>
        </p:sp>
        <p:sp>
          <p:nvSpPr>
            <p:cNvPr id="224" name="tx39">
              <a:extLst>
                <a:ext uri="{FF2B5EF4-FFF2-40B4-BE49-F238E27FC236}">
                  <a16:creationId xmlns:a16="http://schemas.microsoft.com/office/drawing/2014/main" id="{7E5E7CCD-219C-8432-A741-CF2C8C2B7960}"/>
                </a:ext>
              </a:extLst>
            </p:cNvPr>
            <p:cNvSpPr/>
            <p:nvPr/>
          </p:nvSpPr>
          <p:spPr>
            <a:xfrm>
              <a:off x="-2412864" y="8263090"/>
              <a:ext cx="753499" cy="187436"/>
            </a:xfrm>
            <a:prstGeom prst="rect">
              <a:avLst/>
            </a:prstGeom>
            <a:noFill/>
          </p:spPr>
          <p:txBody>
            <a:bodyPr wrap="none" lIns="0" tIns="0" rIns="0" bIns="0" anchor="ctr" anchorCtr="1"/>
            <a:lstStyle/>
            <a:p>
              <a:pPr marL="0" marR="0" indent="0" algn="l">
                <a:lnSpc>
                  <a:spcPts val="1593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593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Freiburg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51640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x104">
            <a:extLst>
              <a:ext uri="{FF2B5EF4-FFF2-40B4-BE49-F238E27FC236}">
                <a16:creationId xmlns:a16="http://schemas.microsoft.com/office/drawing/2014/main" id="{4AB7E724-1514-4013-9EFF-1C5E7F710CE9}"/>
              </a:ext>
            </a:extLst>
          </p:cNvPr>
          <p:cNvSpPr/>
          <p:nvPr/>
        </p:nvSpPr>
        <p:spPr>
          <a:xfrm>
            <a:off x="-2498522" y="180000"/>
            <a:ext cx="568740" cy="15075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/>
              <a:t>Europe</a:t>
            </a:r>
          </a:p>
        </p:txBody>
      </p:sp>
      <p:sp>
        <p:nvSpPr>
          <p:cNvPr id="5" name="tx105">
            <a:extLst>
              <a:ext uri="{FF2B5EF4-FFF2-40B4-BE49-F238E27FC236}">
                <a16:creationId xmlns:a16="http://schemas.microsoft.com/office/drawing/2014/main" id="{153B1E0C-A92E-4CDE-BCDE-66061D7D23DE}"/>
              </a:ext>
            </a:extLst>
          </p:cNvPr>
          <p:cNvSpPr/>
          <p:nvPr/>
        </p:nvSpPr>
        <p:spPr>
          <a:xfrm>
            <a:off x="2933116" y="180000"/>
            <a:ext cx="1137642" cy="1201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/>
              <a:t>North America</a:t>
            </a:r>
          </a:p>
        </p:txBody>
      </p:sp>
      <p:sp>
        <p:nvSpPr>
          <p:cNvPr id="6" name="tx106">
            <a:extLst>
              <a:ext uri="{FF2B5EF4-FFF2-40B4-BE49-F238E27FC236}">
                <a16:creationId xmlns:a16="http://schemas.microsoft.com/office/drawing/2014/main" id="{00F5D523-C577-4840-999B-D6810386C8D0}"/>
              </a:ext>
            </a:extLst>
          </p:cNvPr>
          <p:cNvSpPr/>
          <p:nvPr/>
        </p:nvSpPr>
        <p:spPr>
          <a:xfrm>
            <a:off x="-2601434" y="4320000"/>
            <a:ext cx="348741" cy="12011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/>
              <a:t>Asia</a:t>
            </a:r>
          </a:p>
        </p:txBody>
      </p:sp>
      <p:sp>
        <p:nvSpPr>
          <p:cNvPr id="7" name="tx107">
            <a:extLst>
              <a:ext uri="{FF2B5EF4-FFF2-40B4-BE49-F238E27FC236}">
                <a16:creationId xmlns:a16="http://schemas.microsoft.com/office/drawing/2014/main" id="{AF3B1E1B-9B05-4352-8ACA-995D6F4740B0}"/>
              </a:ext>
            </a:extLst>
          </p:cNvPr>
          <p:cNvSpPr/>
          <p:nvPr/>
        </p:nvSpPr>
        <p:spPr>
          <a:xfrm>
            <a:off x="2966779" y="4320000"/>
            <a:ext cx="642422" cy="122212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3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 dirty="0"/>
              <a:t>Oceania</a:t>
            </a:r>
          </a:p>
        </p:txBody>
      </p:sp>
      <p:sp>
        <p:nvSpPr>
          <p:cNvPr id="8" name="pg100">
            <a:extLst>
              <a:ext uri="{FF2B5EF4-FFF2-40B4-BE49-F238E27FC236}">
                <a16:creationId xmlns:a16="http://schemas.microsoft.com/office/drawing/2014/main" id="{D8EAA53A-1D79-4D0B-899E-5AD5D0B66BC0}"/>
              </a:ext>
            </a:extLst>
          </p:cNvPr>
          <p:cNvSpPr/>
          <p:nvPr/>
        </p:nvSpPr>
        <p:spPr>
          <a:xfrm>
            <a:off x="2740972" y="468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61412"/>
                </a:moveTo>
                <a:lnTo>
                  <a:pt x="61412" y="0"/>
                </a:lnTo>
                <a:lnTo>
                  <a:pt x="122825" y="61412"/>
                </a:lnTo>
                <a:lnTo>
                  <a:pt x="61412" y="122825"/>
                </a:lnTo>
                <a:close/>
              </a:path>
            </a:pathLst>
          </a:custGeom>
          <a:solidFill>
            <a:srgbClr val="FFC5D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" name="pg101">
            <a:extLst>
              <a:ext uri="{FF2B5EF4-FFF2-40B4-BE49-F238E27FC236}">
                <a16:creationId xmlns:a16="http://schemas.microsoft.com/office/drawing/2014/main" id="{BC367EEB-2074-427A-ACFD-29FDCEFBF63F}"/>
              </a:ext>
            </a:extLst>
          </p:cNvPr>
          <p:cNvSpPr/>
          <p:nvPr/>
        </p:nvSpPr>
        <p:spPr>
          <a:xfrm>
            <a:off x="2723751" y="504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61412"/>
                </a:moveTo>
                <a:lnTo>
                  <a:pt x="61412" y="0"/>
                </a:lnTo>
                <a:lnTo>
                  <a:pt x="122825" y="61412"/>
                </a:lnTo>
                <a:lnTo>
                  <a:pt x="61412" y="122825"/>
                </a:lnTo>
                <a:close/>
              </a:path>
            </a:pathLst>
          </a:custGeom>
          <a:solidFill>
            <a:srgbClr val="99E2D8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0" name="tx102">
            <a:extLst>
              <a:ext uri="{FF2B5EF4-FFF2-40B4-BE49-F238E27FC236}">
                <a16:creationId xmlns:a16="http://schemas.microsoft.com/office/drawing/2014/main" id="{EEF2A811-C9F8-448A-A8A5-1DB3FB217EDC}"/>
              </a:ext>
            </a:extLst>
          </p:cNvPr>
          <p:cNvSpPr/>
          <p:nvPr/>
        </p:nvSpPr>
        <p:spPr>
          <a:xfrm>
            <a:off x="2867872" y="4680000"/>
            <a:ext cx="1608275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New South Wales</a:t>
            </a:r>
          </a:p>
        </p:txBody>
      </p:sp>
      <p:sp>
        <p:nvSpPr>
          <p:cNvPr id="11" name="tx103">
            <a:extLst>
              <a:ext uri="{FF2B5EF4-FFF2-40B4-BE49-F238E27FC236}">
                <a16:creationId xmlns:a16="http://schemas.microsoft.com/office/drawing/2014/main" id="{933DBB6A-D60D-42AA-B037-F2E57C35FFC6}"/>
              </a:ext>
            </a:extLst>
          </p:cNvPr>
          <p:cNvSpPr/>
          <p:nvPr/>
        </p:nvSpPr>
        <p:spPr>
          <a:xfrm>
            <a:off x="2850651" y="5040000"/>
            <a:ext cx="6006159" cy="176073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New South Wales, Western Australia, Queensland, South Australia</a:t>
            </a:r>
          </a:p>
        </p:txBody>
      </p:sp>
      <p:sp>
        <p:nvSpPr>
          <p:cNvPr id="12" name="pg94">
            <a:extLst>
              <a:ext uri="{FF2B5EF4-FFF2-40B4-BE49-F238E27FC236}">
                <a16:creationId xmlns:a16="http://schemas.microsoft.com/office/drawing/2014/main" id="{F32A8FA9-BEF0-4597-B112-8AE80F5EBEE5}"/>
              </a:ext>
            </a:extLst>
          </p:cNvPr>
          <p:cNvSpPr/>
          <p:nvPr/>
        </p:nvSpPr>
        <p:spPr>
          <a:xfrm>
            <a:off x="-2766816" y="4680000"/>
            <a:ext cx="165417" cy="143256"/>
          </a:xfrm>
          <a:custGeom>
            <a:avLst/>
            <a:gdLst/>
            <a:ahLst/>
            <a:cxnLst/>
            <a:rect l="0" t="0" r="0" b="0"/>
            <a:pathLst>
              <a:path w="165417" h="143256">
                <a:moveTo>
                  <a:pt x="82708" y="0"/>
                </a:moveTo>
                <a:lnTo>
                  <a:pt x="165417" y="143256"/>
                </a:lnTo>
                <a:lnTo>
                  <a:pt x="0" y="143256"/>
                </a:lnTo>
                <a:close/>
              </a:path>
            </a:pathLst>
          </a:custGeom>
          <a:solidFill>
            <a:srgbClr val="ED90A4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3" name="pg95">
            <a:extLst>
              <a:ext uri="{FF2B5EF4-FFF2-40B4-BE49-F238E27FC236}">
                <a16:creationId xmlns:a16="http://schemas.microsoft.com/office/drawing/2014/main" id="{4A61EBF3-3DA9-4A0A-A85E-56C4824955B1}"/>
              </a:ext>
            </a:extLst>
          </p:cNvPr>
          <p:cNvSpPr/>
          <p:nvPr/>
        </p:nvSpPr>
        <p:spPr>
          <a:xfrm>
            <a:off x="-2784037" y="5040000"/>
            <a:ext cx="165417" cy="143256"/>
          </a:xfrm>
          <a:custGeom>
            <a:avLst/>
            <a:gdLst/>
            <a:ahLst/>
            <a:cxnLst/>
            <a:rect l="0" t="0" r="0" b="0"/>
            <a:pathLst>
              <a:path w="165417" h="143256">
                <a:moveTo>
                  <a:pt x="82708" y="0"/>
                </a:moveTo>
                <a:lnTo>
                  <a:pt x="165417" y="143256"/>
                </a:lnTo>
                <a:lnTo>
                  <a:pt x="0" y="143256"/>
                </a:lnTo>
                <a:close/>
              </a:path>
            </a:pathLst>
          </a:custGeom>
          <a:solidFill>
            <a:srgbClr val="7EBA68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4" name="pg96">
            <a:extLst>
              <a:ext uri="{FF2B5EF4-FFF2-40B4-BE49-F238E27FC236}">
                <a16:creationId xmlns:a16="http://schemas.microsoft.com/office/drawing/2014/main" id="{25AED3E2-8C49-47D6-A827-2D6B2B8B0A1B}"/>
              </a:ext>
            </a:extLst>
          </p:cNvPr>
          <p:cNvSpPr/>
          <p:nvPr/>
        </p:nvSpPr>
        <p:spPr>
          <a:xfrm>
            <a:off x="-2753296" y="5400000"/>
            <a:ext cx="165417" cy="143256"/>
          </a:xfrm>
          <a:custGeom>
            <a:avLst/>
            <a:gdLst/>
            <a:ahLst/>
            <a:cxnLst/>
            <a:rect l="0" t="0" r="0" b="0"/>
            <a:pathLst>
              <a:path w="165417" h="143256">
                <a:moveTo>
                  <a:pt x="82708" y="0"/>
                </a:moveTo>
                <a:lnTo>
                  <a:pt x="165417" y="143256"/>
                </a:lnTo>
                <a:lnTo>
                  <a:pt x="0" y="143256"/>
                </a:lnTo>
                <a:close/>
              </a:path>
            </a:pathLst>
          </a:custGeom>
          <a:solidFill>
            <a:srgbClr val="6FB1E7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5" name="tx97">
            <a:extLst>
              <a:ext uri="{FF2B5EF4-FFF2-40B4-BE49-F238E27FC236}">
                <a16:creationId xmlns:a16="http://schemas.microsoft.com/office/drawing/2014/main" id="{BA11F341-1EBB-4EFC-AEE7-985D93B31A50}"/>
              </a:ext>
            </a:extLst>
          </p:cNvPr>
          <p:cNvSpPr/>
          <p:nvPr/>
        </p:nvSpPr>
        <p:spPr>
          <a:xfrm>
            <a:off x="-2618620" y="4680000"/>
            <a:ext cx="551143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Fujian</a:t>
            </a:r>
          </a:p>
        </p:txBody>
      </p:sp>
      <p:sp>
        <p:nvSpPr>
          <p:cNvPr id="16" name="tx98">
            <a:extLst>
              <a:ext uri="{FF2B5EF4-FFF2-40B4-BE49-F238E27FC236}">
                <a16:creationId xmlns:a16="http://schemas.microsoft.com/office/drawing/2014/main" id="{2F417F69-1E5D-42C3-B8F6-1D75F5D334AA}"/>
              </a:ext>
            </a:extLst>
          </p:cNvPr>
          <p:cNvSpPr/>
          <p:nvPr/>
        </p:nvSpPr>
        <p:spPr>
          <a:xfrm>
            <a:off x="-2635841" y="5040000"/>
            <a:ext cx="1068495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Petah Tikva</a:t>
            </a:r>
          </a:p>
        </p:txBody>
      </p:sp>
      <p:sp>
        <p:nvSpPr>
          <p:cNvPr id="17" name="tx99">
            <a:extLst>
              <a:ext uri="{FF2B5EF4-FFF2-40B4-BE49-F238E27FC236}">
                <a16:creationId xmlns:a16="http://schemas.microsoft.com/office/drawing/2014/main" id="{46F52D26-AE82-4B3B-824A-BDBC31E0DB90}"/>
              </a:ext>
            </a:extLst>
          </p:cNvPr>
          <p:cNvSpPr/>
          <p:nvPr/>
        </p:nvSpPr>
        <p:spPr>
          <a:xfrm>
            <a:off x="-2605100" y="5400000"/>
            <a:ext cx="922557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Singapore</a:t>
            </a:r>
          </a:p>
        </p:txBody>
      </p:sp>
      <p:sp>
        <p:nvSpPr>
          <p:cNvPr id="18" name="pg66">
            <a:extLst>
              <a:ext uri="{FF2B5EF4-FFF2-40B4-BE49-F238E27FC236}">
                <a16:creationId xmlns:a16="http://schemas.microsoft.com/office/drawing/2014/main" id="{62A134B2-FF4A-4C13-B82C-EE55F391CA4C}"/>
              </a:ext>
            </a:extLst>
          </p:cNvPr>
          <p:cNvSpPr/>
          <p:nvPr/>
        </p:nvSpPr>
        <p:spPr>
          <a:xfrm>
            <a:off x="4294363" y="54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CD5C5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19" name="pg67">
            <a:extLst>
              <a:ext uri="{FF2B5EF4-FFF2-40B4-BE49-F238E27FC236}">
                <a16:creationId xmlns:a16="http://schemas.microsoft.com/office/drawing/2014/main" id="{F07EAD5A-D2BB-4964-96C5-CFB3BE67B53B}"/>
              </a:ext>
            </a:extLst>
          </p:cNvPr>
          <p:cNvSpPr/>
          <p:nvPr/>
        </p:nvSpPr>
        <p:spPr>
          <a:xfrm>
            <a:off x="4294363" y="90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6A5ACD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0" name="pg68">
            <a:extLst>
              <a:ext uri="{FF2B5EF4-FFF2-40B4-BE49-F238E27FC236}">
                <a16:creationId xmlns:a16="http://schemas.microsoft.com/office/drawing/2014/main" id="{61CF7BA2-0CE3-49F0-85D1-D6D92B887E1F}"/>
              </a:ext>
            </a:extLst>
          </p:cNvPr>
          <p:cNvSpPr/>
          <p:nvPr/>
        </p:nvSpPr>
        <p:spPr>
          <a:xfrm>
            <a:off x="4294363" y="126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40E0D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1" name="pg69">
            <a:extLst>
              <a:ext uri="{FF2B5EF4-FFF2-40B4-BE49-F238E27FC236}">
                <a16:creationId xmlns:a16="http://schemas.microsoft.com/office/drawing/2014/main" id="{B62E0747-D7BA-472D-8629-EB8E090F49D1}"/>
              </a:ext>
            </a:extLst>
          </p:cNvPr>
          <p:cNvSpPr/>
          <p:nvPr/>
        </p:nvSpPr>
        <p:spPr>
          <a:xfrm>
            <a:off x="4294363" y="162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8B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2" name="pg70">
            <a:extLst>
              <a:ext uri="{FF2B5EF4-FFF2-40B4-BE49-F238E27FC236}">
                <a16:creationId xmlns:a16="http://schemas.microsoft.com/office/drawing/2014/main" id="{62211A2F-6E62-4F59-83D3-9E36F7B85949}"/>
              </a:ext>
            </a:extLst>
          </p:cNvPr>
          <p:cNvSpPr/>
          <p:nvPr/>
        </p:nvSpPr>
        <p:spPr>
          <a:xfrm>
            <a:off x="4294363" y="198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3" name="pg71">
            <a:extLst>
              <a:ext uri="{FF2B5EF4-FFF2-40B4-BE49-F238E27FC236}">
                <a16:creationId xmlns:a16="http://schemas.microsoft.com/office/drawing/2014/main" id="{EE78D83A-F3FC-495B-8077-EFF9E9BFF3E2}"/>
              </a:ext>
            </a:extLst>
          </p:cNvPr>
          <p:cNvSpPr/>
          <p:nvPr/>
        </p:nvSpPr>
        <p:spPr>
          <a:xfrm>
            <a:off x="4294363" y="234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BF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4" name="pg72">
            <a:extLst>
              <a:ext uri="{FF2B5EF4-FFF2-40B4-BE49-F238E27FC236}">
                <a16:creationId xmlns:a16="http://schemas.microsoft.com/office/drawing/2014/main" id="{3C1B62EE-2D80-4A49-886E-30D6013A6D14}"/>
              </a:ext>
            </a:extLst>
          </p:cNvPr>
          <p:cNvSpPr/>
          <p:nvPr/>
        </p:nvSpPr>
        <p:spPr>
          <a:xfrm>
            <a:off x="4294363" y="270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D7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5" name="pg73">
            <a:extLst>
              <a:ext uri="{FF2B5EF4-FFF2-40B4-BE49-F238E27FC236}">
                <a16:creationId xmlns:a16="http://schemas.microsoft.com/office/drawing/2014/main" id="{F5E240C2-D0A5-44BF-9C5D-62B1F4453276}"/>
              </a:ext>
            </a:extLst>
          </p:cNvPr>
          <p:cNvSpPr/>
          <p:nvPr/>
        </p:nvSpPr>
        <p:spPr>
          <a:xfrm>
            <a:off x="4294363" y="306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6" name="pg74">
            <a:extLst>
              <a:ext uri="{FF2B5EF4-FFF2-40B4-BE49-F238E27FC236}">
                <a16:creationId xmlns:a16="http://schemas.microsoft.com/office/drawing/2014/main" id="{461B3B39-5E60-4F20-B28F-96EBFD57D351}"/>
              </a:ext>
            </a:extLst>
          </p:cNvPr>
          <p:cNvSpPr/>
          <p:nvPr/>
        </p:nvSpPr>
        <p:spPr>
          <a:xfrm>
            <a:off x="4294363" y="342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FF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27" name="tx85">
            <a:extLst>
              <a:ext uri="{FF2B5EF4-FFF2-40B4-BE49-F238E27FC236}">
                <a16:creationId xmlns:a16="http://schemas.microsoft.com/office/drawing/2014/main" id="{ED962091-3BDA-4ADC-89DF-C01D65837BCA}"/>
              </a:ext>
            </a:extLst>
          </p:cNvPr>
          <p:cNvSpPr/>
          <p:nvPr/>
        </p:nvSpPr>
        <p:spPr>
          <a:xfrm>
            <a:off x="4421263" y="540000"/>
            <a:ext cx="866040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Nebraska</a:t>
            </a:r>
          </a:p>
        </p:txBody>
      </p:sp>
      <p:sp>
        <p:nvSpPr>
          <p:cNvPr id="28" name="tx86">
            <a:extLst>
              <a:ext uri="{FF2B5EF4-FFF2-40B4-BE49-F238E27FC236}">
                <a16:creationId xmlns:a16="http://schemas.microsoft.com/office/drawing/2014/main" id="{B21EA2EF-5428-4256-BD44-1E6B5AAD8DC4}"/>
              </a:ext>
            </a:extLst>
          </p:cNvPr>
          <p:cNvSpPr/>
          <p:nvPr/>
        </p:nvSpPr>
        <p:spPr>
          <a:xfrm>
            <a:off x="4421263" y="900000"/>
            <a:ext cx="1292983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New-York City</a:t>
            </a:r>
          </a:p>
        </p:txBody>
      </p:sp>
      <p:sp>
        <p:nvSpPr>
          <p:cNvPr id="29" name="tx87">
            <a:extLst>
              <a:ext uri="{FF2B5EF4-FFF2-40B4-BE49-F238E27FC236}">
                <a16:creationId xmlns:a16="http://schemas.microsoft.com/office/drawing/2014/main" id="{6F892FC0-C0D7-410C-BEFC-B5A4629699FA}"/>
              </a:ext>
            </a:extLst>
          </p:cNvPr>
          <p:cNvSpPr/>
          <p:nvPr/>
        </p:nvSpPr>
        <p:spPr>
          <a:xfrm>
            <a:off x="4421263" y="1260000"/>
            <a:ext cx="663585" cy="149889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Ontario</a:t>
            </a:r>
          </a:p>
        </p:txBody>
      </p:sp>
      <p:sp>
        <p:nvSpPr>
          <p:cNvPr id="30" name="tx88">
            <a:extLst>
              <a:ext uri="{FF2B5EF4-FFF2-40B4-BE49-F238E27FC236}">
                <a16:creationId xmlns:a16="http://schemas.microsoft.com/office/drawing/2014/main" id="{D348EDD0-ED46-47FC-AA5F-5497D2D9A73C}"/>
              </a:ext>
            </a:extLst>
          </p:cNvPr>
          <p:cNvSpPr/>
          <p:nvPr/>
        </p:nvSpPr>
        <p:spPr>
          <a:xfrm>
            <a:off x="4421263" y="1620000"/>
            <a:ext cx="2339543" cy="1900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Orange County, California</a:t>
            </a:r>
          </a:p>
        </p:txBody>
      </p:sp>
      <p:sp>
        <p:nvSpPr>
          <p:cNvPr id="31" name="tx89">
            <a:extLst>
              <a:ext uri="{FF2B5EF4-FFF2-40B4-BE49-F238E27FC236}">
                <a16:creationId xmlns:a16="http://schemas.microsoft.com/office/drawing/2014/main" id="{2CB90276-0DF7-4559-B1C3-7A30A84F1706}"/>
              </a:ext>
            </a:extLst>
          </p:cNvPr>
          <p:cNvSpPr/>
          <p:nvPr/>
        </p:nvSpPr>
        <p:spPr>
          <a:xfrm>
            <a:off x="4421263" y="1980000"/>
            <a:ext cx="2103296" cy="190005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Orange County, Florida</a:t>
            </a:r>
          </a:p>
        </p:txBody>
      </p:sp>
      <p:sp>
        <p:nvSpPr>
          <p:cNvPr id="32" name="tx90">
            <a:extLst>
              <a:ext uri="{FF2B5EF4-FFF2-40B4-BE49-F238E27FC236}">
                <a16:creationId xmlns:a16="http://schemas.microsoft.com/office/drawing/2014/main" id="{35B55882-8F35-4C9B-835F-FE568F94EC1C}"/>
              </a:ext>
            </a:extLst>
          </p:cNvPr>
          <p:cNvSpPr/>
          <p:nvPr/>
        </p:nvSpPr>
        <p:spPr>
          <a:xfrm>
            <a:off x="4421263" y="2340000"/>
            <a:ext cx="1203662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Pennsylvania</a:t>
            </a:r>
          </a:p>
        </p:txBody>
      </p:sp>
      <p:sp>
        <p:nvSpPr>
          <p:cNvPr id="33" name="tx91">
            <a:extLst>
              <a:ext uri="{FF2B5EF4-FFF2-40B4-BE49-F238E27FC236}">
                <a16:creationId xmlns:a16="http://schemas.microsoft.com/office/drawing/2014/main" id="{2358B887-1EEF-4776-87F0-ED2C41B22D51}"/>
              </a:ext>
            </a:extLst>
          </p:cNvPr>
          <p:cNvSpPr/>
          <p:nvPr/>
        </p:nvSpPr>
        <p:spPr>
          <a:xfrm>
            <a:off x="4421263" y="2700000"/>
            <a:ext cx="1001207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Tennessee</a:t>
            </a:r>
          </a:p>
        </p:txBody>
      </p:sp>
      <p:sp>
        <p:nvSpPr>
          <p:cNvPr id="34" name="tx92">
            <a:extLst>
              <a:ext uri="{FF2B5EF4-FFF2-40B4-BE49-F238E27FC236}">
                <a16:creationId xmlns:a16="http://schemas.microsoft.com/office/drawing/2014/main" id="{0F44DEA7-D8F6-4BE4-A553-109DADC18763}"/>
              </a:ext>
            </a:extLst>
          </p:cNvPr>
          <p:cNvSpPr/>
          <p:nvPr/>
        </p:nvSpPr>
        <p:spPr>
          <a:xfrm>
            <a:off x="4421263" y="3060000"/>
            <a:ext cx="416074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USA</a:t>
            </a:r>
          </a:p>
        </p:txBody>
      </p:sp>
      <p:sp>
        <p:nvSpPr>
          <p:cNvPr id="35" name="tx93">
            <a:extLst>
              <a:ext uri="{FF2B5EF4-FFF2-40B4-BE49-F238E27FC236}">
                <a16:creationId xmlns:a16="http://schemas.microsoft.com/office/drawing/2014/main" id="{5D67168E-CCC5-4034-ADE7-6CA4D306F314}"/>
              </a:ext>
            </a:extLst>
          </p:cNvPr>
          <p:cNvSpPr/>
          <p:nvPr/>
        </p:nvSpPr>
        <p:spPr>
          <a:xfrm>
            <a:off x="4421263" y="3420000"/>
            <a:ext cx="922063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Wisconsin</a:t>
            </a:r>
          </a:p>
        </p:txBody>
      </p:sp>
      <p:sp>
        <p:nvSpPr>
          <p:cNvPr id="36" name="pg56">
            <a:extLst>
              <a:ext uri="{FF2B5EF4-FFF2-40B4-BE49-F238E27FC236}">
                <a16:creationId xmlns:a16="http://schemas.microsoft.com/office/drawing/2014/main" id="{9D2366A3-31DE-493E-8C23-537F8EC11BC3}"/>
              </a:ext>
            </a:extLst>
          </p:cNvPr>
          <p:cNvSpPr/>
          <p:nvPr/>
        </p:nvSpPr>
        <p:spPr>
          <a:xfrm>
            <a:off x="2745047" y="54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00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7" name="pg57">
            <a:extLst>
              <a:ext uri="{FF2B5EF4-FFF2-40B4-BE49-F238E27FC236}">
                <a16:creationId xmlns:a16="http://schemas.microsoft.com/office/drawing/2014/main" id="{3F8D00FE-37C9-4636-AB9E-51BB5291159B}"/>
              </a:ext>
            </a:extLst>
          </p:cNvPr>
          <p:cNvSpPr/>
          <p:nvPr/>
        </p:nvSpPr>
        <p:spPr>
          <a:xfrm>
            <a:off x="2745047" y="90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8C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8" name="pg58">
            <a:extLst>
              <a:ext uri="{FF2B5EF4-FFF2-40B4-BE49-F238E27FC236}">
                <a16:creationId xmlns:a16="http://schemas.microsoft.com/office/drawing/2014/main" id="{5C068988-6732-4B0F-82EA-FFC84F77F569}"/>
              </a:ext>
            </a:extLst>
          </p:cNvPr>
          <p:cNvSpPr/>
          <p:nvPr/>
        </p:nvSpPr>
        <p:spPr>
          <a:xfrm>
            <a:off x="2745047" y="126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C71585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39" name="pg59">
            <a:extLst>
              <a:ext uri="{FF2B5EF4-FFF2-40B4-BE49-F238E27FC236}">
                <a16:creationId xmlns:a16="http://schemas.microsoft.com/office/drawing/2014/main" id="{B67747E0-A9D5-44CB-AA17-1F59965B1AA7}"/>
              </a:ext>
            </a:extLst>
          </p:cNvPr>
          <p:cNvSpPr/>
          <p:nvPr/>
        </p:nvSpPr>
        <p:spPr>
          <a:xfrm>
            <a:off x="2745047" y="162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DEB887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0" name="pg60">
            <a:extLst>
              <a:ext uri="{FF2B5EF4-FFF2-40B4-BE49-F238E27FC236}">
                <a16:creationId xmlns:a16="http://schemas.microsoft.com/office/drawing/2014/main" id="{B7E127C9-E178-4ABE-B979-B6D6E4FDA440}"/>
              </a:ext>
            </a:extLst>
          </p:cNvPr>
          <p:cNvSpPr/>
          <p:nvPr/>
        </p:nvSpPr>
        <p:spPr>
          <a:xfrm>
            <a:off x="2745047" y="198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1" name="pg61">
            <a:extLst>
              <a:ext uri="{FF2B5EF4-FFF2-40B4-BE49-F238E27FC236}">
                <a16:creationId xmlns:a16="http://schemas.microsoft.com/office/drawing/2014/main" id="{A9AB2E94-D986-489C-98D9-52E249CDE09C}"/>
              </a:ext>
            </a:extLst>
          </p:cNvPr>
          <p:cNvSpPr/>
          <p:nvPr/>
        </p:nvSpPr>
        <p:spPr>
          <a:xfrm>
            <a:off x="2745047" y="234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BEBEBE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2" name="pg62">
            <a:extLst>
              <a:ext uri="{FF2B5EF4-FFF2-40B4-BE49-F238E27FC236}">
                <a16:creationId xmlns:a16="http://schemas.microsoft.com/office/drawing/2014/main" id="{17ED4070-AB1D-46C7-9443-627FB25DA2BD}"/>
              </a:ext>
            </a:extLst>
          </p:cNvPr>
          <p:cNvSpPr/>
          <p:nvPr/>
        </p:nvSpPr>
        <p:spPr>
          <a:xfrm>
            <a:off x="2745047" y="270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1E9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3" name="pg63">
            <a:extLst>
              <a:ext uri="{FF2B5EF4-FFF2-40B4-BE49-F238E27FC236}">
                <a16:creationId xmlns:a16="http://schemas.microsoft.com/office/drawing/2014/main" id="{D836F5B6-BD39-43E7-9747-4EFE58298A18}"/>
              </a:ext>
            </a:extLst>
          </p:cNvPr>
          <p:cNvSpPr/>
          <p:nvPr/>
        </p:nvSpPr>
        <p:spPr>
          <a:xfrm>
            <a:off x="2745047" y="306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FF6347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4" name="pg64">
            <a:extLst>
              <a:ext uri="{FF2B5EF4-FFF2-40B4-BE49-F238E27FC236}">
                <a16:creationId xmlns:a16="http://schemas.microsoft.com/office/drawing/2014/main" id="{C465FA20-198D-4A4C-B5B1-24A09F978B95}"/>
              </a:ext>
            </a:extLst>
          </p:cNvPr>
          <p:cNvSpPr/>
          <p:nvPr/>
        </p:nvSpPr>
        <p:spPr>
          <a:xfrm>
            <a:off x="2745047" y="342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3CB371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5" name="pg65">
            <a:extLst>
              <a:ext uri="{FF2B5EF4-FFF2-40B4-BE49-F238E27FC236}">
                <a16:creationId xmlns:a16="http://schemas.microsoft.com/office/drawing/2014/main" id="{F8465566-66C9-49E9-8819-3CA135E238B9}"/>
              </a:ext>
            </a:extLst>
          </p:cNvPr>
          <p:cNvSpPr/>
          <p:nvPr/>
        </p:nvSpPr>
        <p:spPr>
          <a:xfrm>
            <a:off x="2745047" y="3780000"/>
            <a:ext cx="122825" cy="122825"/>
          </a:xfrm>
          <a:custGeom>
            <a:avLst/>
            <a:gdLst/>
            <a:ahLst/>
            <a:cxnLst/>
            <a:rect l="0" t="0" r="0" b="0"/>
            <a:pathLst>
              <a:path w="122825" h="122825">
                <a:moveTo>
                  <a:pt x="0" y="122825"/>
                </a:moveTo>
                <a:lnTo>
                  <a:pt x="122825" y="122825"/>
                </a:lnTo>
                <a:lnTo>
                  <a:pt x="122825" y="0"/>
                </a:lnTo>
                <a:lnTo>
                  <a:pt x="0" y="0"/>
                </a:lnTo>
                <a:close/>
              </a:path>
            </a:pathLst>
          </a:custGeom>
          <a:solidFill>
            <a:srgbClr val="6B8E2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46" name="tx75">
            <a:extLst>
              <a:ext uri="{FF2B5EF4-FFF2-40B4-BE49-F238E27FC236}">
                <a16:creationId xmlns:a16="http://schemas.microsoft.com/office/drawing/2014/main" id="{65F12C65-68CC-43BD-9750-CDF5EBDCE4BF}"/>
              </a:ext>
            </a:extLst>
          </p:cNvPr>
          <p:cNvSpPr/>
          <p:nvPr/>
        </p:nvSpPr>
        <p:spPr>
          <a:xfrm>
            <a:off x="2871946" y="540000"/>
            <a:ext cx="629991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Atlanta</a:t>
            </a:r>
          </a:p>
        </p:txBody>
      </p:sp>
      <p:sp>
        <p:nvSpPr>
          <p:cNvPr id="47" name="tx76">
            <a:extLst>
              <a:ext uri="{FF2B5EF4-FFF2-40B4-BE49-F238E27FC236}">
                <a16:creationId xmlns:a16="http://schemas.microsoft.com/office/drawing/2014/main" id="{33D5297D-15D4-4DC8-9C39-A6C1E9D9BBA8}"/>
              </a:ext>
            </a:extLst>
          </p:cNvPr>
          <p:cNvSpPr/>
          <p:nvPr/>
        </p:nvSpPr>
        <p:spPr>
          <a:xfrm>
            <a:off x="2871946" y="900000"/>
            <a:ext cx="1034703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California-a</a:t>
            </a:r>
          </a:p>
        </p:txBody>
      </p:sp>
      <p:sp>
        <p:nvSpPr>
          <p:cNvPr id="48" name="tx77">
            <a:extLst>
              <a:ext uri="{FF2B5EF4-FFF2-40B4-BE49-F238E27FC236}">
                <a16:creationId xmlns:a16="http://schemas.microsoft.com/office/drawing/2014/main" id="{68BD8992-8FFB-4505-A108-ED007A92C718}"/>
              </a:ext>
            </a:extLst>
          </p:cNvPr>
          <p:cNvSpPr/>
          <p:nvPr/>
        </p:nvSpPr>
        <p:spPr>
          <a:xfrm>
            <a:off x="2871946" y="1260000"/>
            <a:ext cx="1034703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California-b</a:t>
            </a:r>
          </a:p>
        </p:txBody>
      </p:sp>
      <p:sp>
        <p:nvSpPr>
          <p:cNvPr id="49" name="tx78">
            <a:extLst>
              <a:ext uri="{FF2B5EF4-FFF2-40B4-BE49-F238E27FC236}">
                <a16:creationId xmlns:a16="http://schemas.microsoft.com/office/drawing/2014/main" id="{023D2629-8894-4F3E-A8D8-0EC4044F206D}"/>
              </a:ext>
            </a:extLst>
          </p:cNvPr>
          <p:cNvSpPr/>
          <p:nvPr/>
        </p:nvSpPr>
        <p:spPr>
          <a:xfrm>
            <a:off x="2871946" y="1620000"/>
            <a:ext cx="1023340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California-c</a:t>
            </a:r>
          </a:p>
        </p:txBody>
      </p:sp>
      <p:sp>
        <p:nvSpPr>
          <p:cNvPr id="50" name="tx79">
            <a:extLst>
              <a:ext uri="{FF2B5EF4-FFF2-40B4-BE49-F238E27FC236}">
                <a16:creationId xmlns:a16="http://schemas.microsoft.com/office/drawing/2014/main" id="{41AFA85D-7420-4ACB-9072-DA1407C24285}"/>
              </a:ext>
            </a:extLst>
          </p:cNvPr>
          <p:cNvSpPr/>
          <p:nvPr/>
        </p:nvSpPr>
        <p:spPr>
          <a:xfrm>
            <a:off x="2871946" y="1980000"/>
            <a:ext cx="1327071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Central Florida</a:t>
            </a:r>
          </a:p>
        </p:txBody>
      </p:sp>
      <p:sp>
        <p:nvSpPr>
          <p:cNvPr id="51" name="tx80">
            <a:extLst>
              <a:ext uri="{FF2B5EF4-FFF2-40B4-BE49-F238E27FC236}">
                <a16:creationId xmlns:a16="http://schemas.microsoft.com/office/drawing/2014/main" id="{AD266D8A-510B-4880-A10C-3A0469D1AA4B}"/>
              </a:ext>
            </a:extLst>
          </p:cNvPr>
          <p:cNvSpPr/>
          <p:nvPr/>
        </p:nvSpPr>
        <p:spPr>
          <a:xfrm>
            <a:off x="2871946" y="2340000"/>
            <a:ext cx="1068593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Connecticut</a:t>
            </a:r>
          </a:p>
        </p:txBody>
      </p:sp>
      <p:sp>
        <p:nvSpPr>
          <p:cNvPr id="52" name="tx81">
            <a:extLst>
              <a:ext uri="{FF2B5EF4-FFF2-40B4-BE49-F238E27FC236}">
                <a16:creationId xmlns:a16="http://schemas.microsoft.com/office/drawing/2014/main" id="{C262271E-B91D-4333-8EA5-F84B81CE5C1A}"/>
              </a:ext>
            </a:extLst>
          </p:cNvPr>
          <p:cNvSpPr/>
          <p:nvPr/>
        </p:nvSpPr>
        <p:spPr>
          <a:xfrm>
            <a:off x="2871946" y="2700000"/>
            <a:ext cx="618529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Florida</a:t>
            </a:r>
          </a:p>
        </p:txBody>
      </p:sp>
      <p:sp>
        <p:nvSpPr>
          <p:cNvPr id="53" name="tx82">
            <a:extLst>
              <a:ext uri="{FF2B5EF4-FFF2-40B4-BE49-F238E27FC236}">
                <a16:creationId xmlns:a16="http://schemas.microsoft.com/office/drawing/2014/main" id="{86B6D010-0F58-47F9-9AB4-F0398A8D3592}"/>
              </a:ext>
            </a:extLst>
          </p:cNvPr>
          <p:cNvSpPr/>
          <p:nvPr/>
        </p:nvSpPr>
        <p:spPr>
          <a:xfrm>
            <a:off x="2871946" y="3060000"/>
            <a:ext cx="562308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Illinois</a:t>
            </a:r>
          </a:p>
        </p:txBody>
      </p:sp>
      <p:sp>
        <p:nvSpPr>
          <p:cNvPr id="54" name="tx83">
            <a:extLst>
              <a:ext uri="{FF2B5EF4-FFF2-40B4-BE49-F238E27FC236}">
                <a16:creationId xmlns:a16="http://schemas.microsoft.com/office/drawing/2014/main" id="{498AF5B4-E8F2-490C-95D8-0D1F8E87D040}"/>
              </a:ext>
            </a:extLst>
          </p:cNvPr>
          <p:cNvSpPr/>
          <p:nvPr/>
        </p:nvSpPr>
        <p:spPr>
          <a:xfrm>
            <a:off x="2871946" y="3420000"/>
            <a:ext cx="427437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Iowa</a:t>
            </a:r>
          </a:p>
        </p:txBody>
      </p:sp>
      <p:sp>
        <p:nvSpPr>
          <p:cNvPr id="55" name="tx84">
            <a:extLst>
              <a:ext uri="{FF2B5EF4-FFF2-40B4-BE49-F238E27FC236}">
                <a16:creationId xmlns:a16="http://schemas.microsoft.com/office/drawing/2014/main" id="{C53FBD9F-A7A6-42B5-B1DA-66CC6701C311}"/>
              </a:ext>
            </a:extLst>
          </p:cNvPr>
          <p:cNvSpPr/>
          <p:nvPr/>
        </p:nvSpPr>
        <p:spPr>
          <a:xfrm>
            <a:off x="2871946" y="3780000"/>
            <a:ext cx="933623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Minnesota</a:t>
            </a:r>
          </a:p>
        </p:txBody>
      </p:sp>
      <p:sp>
        <p:nvSpPr>
          <p:cNvPr id="56" name="pt24">
            <a:extLst>
              <a:ext uri="{FF2B5EF4-FFF2-40B4-BE49-F238E27FC236}">
                <a16:creationId xmlns:a16="http://schemas.microsoft.com/office/drawing/2014/main" id="{981A62F5-0CD8-4FD6-8ED0-7FBF29FD7BF7}"/>
              </a:ext>
            </a:extLst>
          </p:cNvPr>
          <p:cNvSpPr/>
          <p:nvPr/>
        </p:nvSpPr>
        <p:spPr>
          <a:xfrm>
            <a:off x="937085" y="540000"/>
            <a:ext cx="122825" cy="122825"/>
          </a:xfrm>
          <a:prstGeom prst="ellipse">
            <a:avLst/>
          </a:prstGeom>
          <a:solidFill>
            <a:srgbClr val="0064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7" name="pt25">
            <a:extLst>
              <a:ext uri="{FF2B5EF4-FFF2-40B4-BE49-F238E27FC236}">
                <a16:creationId xmlns:a16="http://schemas.microsoft.com/office/drawing/2014/main" id="{C2569C30-B414-413D-97A0-21D4D1CD7299}"/>
              </a:ext>
            </a:extLst>
          </p:cNvPr>
          <p:cNvSpPr/>
          <p:nvPr/>
        </p:nvSpPr>
        <p:spPr>
          <a:xfrm>
            <a:off x="937085" y="900000"/>
            <a:ext cx="122825" cy="122825"/>
          </a:xfrm>
          <a:prstGeom prst="ellipse">
            <a:avLst/>
          </a:prstGeom>
          <a:solidFill>
            <a:srgbClr val="FFD7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8" name="pt26">
            <a:extLst>
              <a:ext uri="{FF2B5EF4-FFF2-40B4-BE49-F238E27FC236}">
                <a16:creationId xmlns:a16="http://schemas.microsoft.com/office/drawing/2014/main" id="{C86CDCCD-2D63-4C9A-B33E-6AE9B3A86965}"/>
              </a:ext>
            </a:extLst>
          </p:cNvPr>
          <p:cNvSpPr/>
          <p:nvPr/>
        </p:nvSpPr>
        <p:spPr>
          <a:xfrm>
            <a:off x="937085" y="1260000"/>
            <a:ext cx="122825" cy="122825"/>
          </a:xfrm>
          <a:prstGeom prst="ellipse">
            <a:avLst/>
          </a:prstGeom>
          <a:solidFill>
            <a:srgbClr val="3CB371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59" name="pt27">
            <a:extLst>
              <a:ext uri="{FF2B5EF4-FFF2-40B4-BE49-F238E27FC236}">
                <a16:creationId xmlns:a16="http://schemas.microsoft.com/office/drawing/2014/main" id="{708FDD49-0B8F-4FA1-A9C2-A683C9102BFF}"/>
              </a:ext>
            </a:extLst>
          </p:cNvPr>
          <p:cNvSpPr/>
          <p:nvPr/>
        </p:nvSpPr>
        <p:spPr>
          <a:xfrm>
            <a:off x="937085" y="1620000"/>
            <a:ext cx="122825" cy="122825"/>
          </a:xfrm>
          <a:prstGeom prst="ellipse">
            <a:avLst/>
          </a:prstGeom>
          <a:solidFill>
            <a:srgbClr val="FF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0" name="pt28">
            <a:extLst>
              <a:ext uri="{FF2B5EF4-FFF2-40B4-BE49-F238E27FC236}">
                <a16:creationId xmlns:a16="http://schemas.microsoft.com/office/drawing/2014/main" id="{4E0FEA21-8455-4008-8054-F46E038BC540}"/>
              </a:ext>
            </a:extLst>
          </p:cNvPr>
          <p:cNvSpPr/>
          <p:nvPr/>
        </p:nvSpPr>
        <p:spPr>
          <a:xfrm>
            <a:off x="937085" y="1980000"/>
            <a:ext cx="122825" cy="122825"/>
          </a:xfrm>
          <a:prstGeom prst="ellipse">
            <a:avLst/>
          </a:prstGeom>
          <a:solidFill>
            <a:srgbClr val="6B8E2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1" name="pt29">
            <a:extLst>
              <a:ext uri="{FF2B5EF4-FFF2-40B4-BE49-F238E27FC236}">
                <a16:creationId xmlns:a16="http://schemas.microsoft.com/office/drawing/2014/main" id="{F4B2751C-8B3B-4FEC-BCFB-E648A4D1893F}"/>
              </a:ext>
            </a:extLst>
          </p:cNvPr>
          <p:cNvSpPr/>
          <p:nvPr/>
        </p:nvSpPr>
        <p:spPr>
          <a:xfrm>
            <a:off x="937085" y="2340000"/>
            <a:ext cx="122825" cy="122825"/>
          </a:xfrm>
          <a:prstGeom prst="ellipse">
            <a:avLst/>
          </a:prstGeom>
          <a:solidFill>
            <a:srgbClr val="8B7355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2" name="tx50">
            <a:extLst>
              <a:ext uri="{FF2B5EF4-FFF2-40B4-BE49-F238E27FC236}">
                <a16:creationId xmlns:a16="http://schemas.microsoft.com/office/drawing/2014/main" id="{99DB02C7-BEF9-4879-A25D-6053730690DB}"/>
              </a:ext>
            </a:extLst>
          </p:cNvPr>
          <p:cNvSpPr/>
          <p:nvPr/>
        </p:nvSpPr>
        <p:spPr>
          <a:xfrm>
            <a:off x="1063984" y="540000"/>
            <a:ext cx="472196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Sicily</a:t>
            </a:r>
          </a:p>
        </p:txBody>
      </p:sp>
      <p:sp>
        <p:nvSpPr>
          <p:cNvPr id="63" name="tx51">
            <a:extLst>
              <a:ext uri="{FF2B5EF4-FFF2-40B4-BE49-F238E27FC236}">
                <a16:creationId xmlns:a16="http://schemas.microsoft.com/office/drawing/2014/main" id="{DB044BB1-0BA6-45AF-A7FE-4CDB0CE48B1B}"/>
              </a:ext>
            </a:extLst>
          </p:cNvPr>
          <p:cNvSpPr/>
          <p:nvPr/>
        </p:nvSpPr>
        <p:spPr>
          <a:xfrm>
            <a:off x="1063984" y="900000"/>
            <a:ext cx="944690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Stockholm</a:t>
            </a:r>
          </a:p>
        </p:txBody>
      </p:sp>
      <p:sp>
        <p:nvSpPr>
          <p:cNvPr id="64" name="tx52">
            <a:extLst>
              <a:ext uri="{FF2B5EF4-FFF2-40B4-BE49-F238E27FC236}">
                <a16:creationId xmlns:a16="http://schemas.microsoft.com/office/drawing/2014/main" id="{A2C7DB4C-A5DB-4729-8196-2288073D211B}"/>
              </a:ext>
            </a:extLst>
          </p:cNvPr>
          <p:cNvSpPr/>
          <p:nvPr/>
        </p:nvSpPr>
        <p:spPr>
          <a:xfrm>
            <a:off x="1063984" y="1260000"/>
            <a:ext cx="1439810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United Kingdom</a:t>
            </a:r>
          </a:p>
        </p:txBody>
      </p:sp>
      <p:sp>
        <p:nvSpPr>
          <p:cNvPr id="65" name="tx53">
            <a:extLst>
              <a:ext uri="{FF2B5EF4-FFF2-40B4-BE49-F238E27FC236}">
                <a16:creationId xmlns:a16="http://schemas.microsoft.com/office/drawing/2014/main" id="{A39B10B4-48D3-4157-8610-45EF96D5C2A2}"/>
              </a:ext>
            </a:extLst>
          </p:cNvPr>
          <p:cNvSpPr/>
          <p:nvPr/>
        </p:nvSpPr>
        <p:spPr>
          <a:xfrm>
            <a:off x="1063984" y="1620000"/>
            <a:ext cx="742433" cy="185064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Uppsala</a:t>
            </a:r>
          </a:p>
        </p:txBody>
      </p:sp>
      <p:sp>
        <p:nvSpPr>
          <p:cNvPr id="66" name="tx54">
            <a:extLst>
              <a:ext uri="{FF2B5EF4-FFF2-40B4-BE49-F238E27FC236}">
                <a16:creationId xmlns:a16="http://schemas.microsoft.com/office/drawing/2014/main" id="{44651257-C151-4371-94D4-CB7A807A1D3C}"/>
              </a:ext>
            </a:extLst>
          </p:cNvPr>
          <p:cNvSpPr/>
          <p:nvPr/>
        </p:nvSpPr>
        <p:spPr>
          <a:xfrm>
            <a:off x="1063984" y="1980000"/>
            <a:ext cx="652222" cy="14732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Utrecht</a:t>
            </a:r>
          </a:p>
        </p:txBody>
      </p:sp>
      <p:sp>
        <p:nvSpPr>
          <p:cNvPr id="67" name="tx55">
            <a:extLst>
              <a:ext uri="{FF2B5EF4-FFF2-40B4-BE49-F238E27FC236}">
                <a16:creationId xmlns:a16="http://schemas.microsoft.com/office/drawing/2014/main" id="{EF65E70A-2597-415B-850A-A85101CD089F}"/>
              </a:ext>
            </a:extLst>
          </p:cNvPr>
          <p:cNvSpPr/>
          <p:nvPr/>
        </p:nvSpPr>
        <p:spPr>
          <a:xfrm>
            <a:off x="1063984" y="2340000"/>
            <a:ext cx="1473207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Western Greece</a:t>
            </a:r>
          </a:p>
        </p:txBody>
      </p:sp>
      <p:sp>
        <p:nvSpPr>
          <p:cNvPr id="68" name="pt14">
            <a:extLst>
              <a:ext uri="{FF2B5EF4-FFF2-40B4-BE49-F238E27FC236}">
                <a16:creationId xmlns:a16="http://schemas.microsoft.com/office/drawing/2014/main" id="{C3436F22-2813-40DB-A7FB-E4644B03E2FB}"/>
              </a:ext>
            </a:extLst>
          </p:cNvPr>
          <p:cNvSpPr/>
          <p:nvPr/>
        </p:nvSpPr>
        <p:spPr>
          <a:xfrm>
            <a:off x="-1216029" y="540000"/>
            <a:ext cx="122825" cy="122825"/>
          </a:xfrm>
          <a:prstGeom prst="ellipse">
            <a:avLst/>
          </a:prstGeom>
          <a:solidFill>
            <a:srgbClr val="458B74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69" name="pt15">
            <a:extLst>
              <a:ext uri="{FF2B5EF4-FFF2-40B4-BE49-F238E27FC236}">
                <a16:creationId xmlns:a16="http://schemas.microsoft.com/office/drawing/2014/main" id="{BA8DC42C-C089-4472-983E-46C3DAF896A8}"/>
              </a:ext>
            </a:extLst>
          </p:cNvPr>
          <p:cNvSpPr/>
          <p:nvPr/>
        </p:nvSpPr>
        <p:spPr>
          <a:xfrm>
            <a:off x="-1216029" y="900000"/>
            <a:ext cx="122825" cy="122825"/>
          </a:xfrm>
          <a:prstGeom prst="ellipse">
            <a:avLst/>
          </a:prstGeom>
          <a:solidFill>
            <a:srgbClr val="7F7F7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0" name="pt16">
            <a:extLst>
              <a:ext uri="{FF2B5EF4-FFF2-40B4-BE49-F238E27FC236}">
                <a16:creationId xmlns:a16="http://schemas.microsoft.com/office/drawing/2014/main" id="{7CB6290F-C05F-4A8A-872C-9E28BEE88955}"/>
              </a:ext>
            </a:extLst>
          </p:cNvPr>
          <p:cNvSpPr/>
          <p:nvPr/>
        </p:nvSpPr>
        <p:spPr>
          <a:xfrm>
            <a:off x="-1216029" y="1260000"/>
            <a:ext cx="122825" cy="122825"/>
          </a:xfrm>
          <a:prstGeom prst="ellipse">
            <a:avLst/>
          </a:prstGeom>
          <a:solidFill>
            <a:srgbClr val="FF8C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1" name="pt17">
            <a:extLst>
              <a:ext uri="{FF2B5EF4-FFF2-40B4-BE49-F238E27FC236}">
                <a16:creationId xmlns:a16="http://schemas.microsoft.com/office/drawing/2014/main" id="{639EC4CF-5020-45EA-A656-329E53EC5324}"/>
              </a:ext>
            </a:extLst>
          </p:cNvPr>
          <p:cNvSpPr/>
          <p:nvPr/>
        </p:nvSpPr>
        <p:spPr>
          <a:xfrm>
            <a:off x="-1216029" y="1620000"/>
            <a:ext cx="122825" cy="122825"/>
          </a:xfrm>
          <a:prstGeom prst="ellipse">
            <a:avLst/>
          </a:prstGeom>
          <a:solidFill>
            <a:srgbClr val="8B232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2" name="pt18">
            <a:extLst>
              <a:ext uri="{FF2B5EF4-FFF2-40B4-BE49-F238E27FC236}">
                <a16:creationId xmlns:a16="http://schemas.microsoft.com/office/drawing/2014/main" id="{9C84A42F-8944-49BA-9C9E-271C4AE4B23B}"/>
              </a:ext>
            </a:extLst>
          </p:cNvPr>
          <p:cNvSpPr/>
          <p:nvPr/>
        </p:nvSpPr>
        <p:spPr>
          <a:xfrm>
            <a:off x="-1216029" y="1980000"/>
            <a:ext cx="122825" cy="122825"/>
          </a:xfrm>
          <a:prstGeom prst="ellipse">
            <a:avLst/>
          </a:prstGeom>
          <a:solidFill>
            <a:srgbClr val="FFD39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3" name="pt19">
            <a:extLst>
              <a:ext uri="{FF2B5EF4-FFF2-40B4-BE49-F238E27FC236}">
                <a16:creationId xmlns:a16="http://schemas.microsoft.com/office/drawing/2014/main" id="{D1FD0F70-8FA5-4BEE-9108-5B85F8762D56}"/>
              </a:ext>
            </a:extLst>
          </p:cNvPr>
          <p:cNvSpPr/>
          <p:nvPr/>
        </p:nvSpPr>
        <p:spPr>
          <a:xfrm>
            <a:off x="-1216029" y="2340000"/>
            <a:ext cx="122825" cy="122825"/>
          </a:xfrm>
          <a:prstGeom prst="ellipse">
            <a:avLst/>
          </a:prstGeom>
          <a:solidFill>
            <a:srgbClr val="FF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4" name="pt20">
            <a:extLst>
              <a:ext uri="{FF2B5EF4-FFF2-40B4-BE49-F238E27FC236}">
                <a16:creationId xmlns:a16="http://schemas.microsoft.com/office/drawing/2014/main" id="{00A7957D-C3F4-4360-9C1C-5D51BA421A51}"/>
              </a:ext>
            </a:extLst>
          </p:cNvPr>
          <p:cNvSpPr/>
          <p:nvPr/>
        </p:nvSpPr>
        <p:spPr>
          <a:xfrm>
            <a:off x="-1216029" y="2700000"/>
            <a:ext cx="122825" cy="122825"/>
          </a:xfrm>
          <a:prstGeom prst="ellipse">
            <a:avLst/>
          </a:prstGeom>
          <a:solidFill>
            <a:srgbClr val="E066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5" name="pt21">
            <a:extLst>
              <a:ext uri="{FF2B5EF4-FFF2-40B4-BE49-F238E27FC236}">
                <a16:creationId xmlns:a16="http://schemas.microsoft.com/office/drawing/2014/main" id="{8E92F754-3CF4-465E-8524-D30BF6CBC82F}"/>
              </a:ext>
            </a:extLst>
          </p:cNvPr>
          <p:cNvSpPr/>
          <p:nvPr/>
        </p:nvSpPr>
        <p:spPr>
          <a:xfrm>
            <a:off x="-1216029" y="3060000"/>
            <a:ext cx="122825" cy="122825"/>
          </a:xfrm>
          <a:prstGeom prst="ellipse">
            <a:avLst/>
          </a:prstGeom>
          <a:solidFill>
            <a:srgbClr val="DDA0DD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6" name="pt22">
            <a:extLst>
              <a:ext uri="{FF2B5EF4-FFF2-40B4-BE49-F238E27FC236}">
                <a16:creationId xmlns:a16="http://schemas.microsoft.com/office/drawing/2014/main" id="{A3C0D039-1A88-4023-95D7-34119D57DF6A}"/>
              </a:ext>
            </a:extLst>
          </p:cNvPr>
          <p:cNvSpPr/>
          <p:nvPr/>
        </p:nvSpPr>
        <p:spPr>
          <a:xfrm>
            <a:off x="-1216029" y="3420000"/>
            <a:ext cx="122825" cy="122825"/>
          </a:xfrm>
          <a:prstGeom prst="ellipse">
            <a:avLst/>
          </a:prstGeom>
          <a:solidFill>
            <a:srgbClr val="0000FF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7" name="pt23">
            <a:extLst>
              <a:ext uri="{FF2B5EF4-FFF2-40B4-BE49-F238E27FC236}">
                <a16:creationId xmlns:a16="http://schemas.microsoft.com/office/drawing/2014/main" id="{912BEEC6-5106-4033-8B35-1DF1EC310D0A}"/>
              </a:ext>
            </a:extLst>
          </p:cNvPr>
          <p:cNvSpPr/>
          <p:nvPr/>
        </p:nvSpPr>
        <p:spPr>
          <a:xfrm>
            <a:off x="-1216029" y="3780000"/>
            <a:ext cx="122825" cy="122825"/>
          </a:xfrm>
          <a:prstGeom prst="ellipse">
            <a:avLst/>
          </a:prstGeom>
          <a:solidFill>
            <a:srgbClr val="6495ED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78" name="tx40">
            <a:extLst>
              <a:ext uri="{FF2B5EF4-FFF2-40B4-BE49-F238E27FC236}">
                <a16:creationId xmlns:a16="http://schemas.microsoft.com/office/drawing/2014/main" id="{EC781563-6AC9-453C-A767-D0D7DA7D0849}"/>
              </a:ext>
            </a:extLst>
          </p:cNvPr>
          <p:cNvSpPr/>
          <p:nvPr/>
        </p:nvSpPr>
        <p:spPr>
          <a:xfrm>
            <a:off x="-1089129" y="540000"/>
            <a:ext cx="944986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Groningen</a:t>
            </a:r>
          </a:p>
        </p:txBody>
      </p:sp>
      <p:sp>
        <p:nvSpPr>
          <p:cNvPr id="79" name="tx41">
            <a:extLst>
              <a:ext uri="{FF2B5EF4-FFF2-40B4-BE49-F238E27FC236}">
                <a16:creationId xmlns:a16="http://schemas.microsoft.com/office/drawing/2014/main" id="{5B1BB6E8-50C6-441A-9FBE-2B82EC119DB0}"/>
              </a:ext>
            </a:extLst>
          </p:cNvPr>
          <p:cNvSpPr/>
          <p:nvPr/>
        </p:nvSpPr>
        <p:spPr>
          <a:xfrm>
            <a:off x="-1089129" y="900000"/>
            <a:ext cx="461130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Halle</a:t>
            </a:r>
          </a:p>
        </p:txBody>
      </p:sp>
      <p:sp>
        <p:nvSpPr>
          <p:cNvPr id="80" name="tx42">
            <a:extLst>
              <a:ext uri="{FF2B5EF4-FFF2-40B4-BE49-F238E27FC236}">
                <a16:creationId xmlns:a16="http://schemas.microsoft.com/office/drawing/2014/main" id="{86DC4828-F4CE-4354-B94B-A5F701EA6FEC}"/>
              </a:ext>
            </a:extLst>
          </p:cNvPr>
          <p:cNvSpPr/>
          <p:nvPr/>
        </p:nvSpPr>
        <p:spPr>
          <a:xfrm>
            <a:off x="-1089129" y="1260000"/>
            <a:ext cx="483757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Lazio</a:t>
            </a:r>
          </a:p>
        </p:txBody>
      </p:sp>
      <p:sp>
        <p:nvSpPr>
          <p:cNvPr id="81" name="tx43">
            <a:extLst>
              <a:ext uri="{FF2B5EF4-FFF2-40B4-BE49-F238E27FC236}">
                <a16:creationId xmlns:a16="http://schemas.microsoft.com/office/drawing/2014/main" id="{92C27965-E704-4678-9CBF-9278DE002A93}"/>
              </a:ext>
            </a:extLst>
          </p:cNvPr>
          <p:cNvSpPr/>
          <p:nvPr/>
        </p:nvSpPr>
        <p:spPr>
          <a:xfrm>
            <a:off x="-1089129" y="1620000"/>
            <a:ext cx="899832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Lombardy</a:t>
            </a:r>
          </a:p>
        </p:txBody>
      </p:sp>
      <p:sp>
        <p:nvSpPr>
          <p:cNvPr id="82" name="tx44">
            <a:extLst>
              <a:ext uri="{FF2B5EF4-FFF2-40B4-BE49-F238E27FC236}">
                <a16:creationId xmlns:a16="http://schemas.microsoft.com/office/drawing/2014/main" id="{91990CC1-15B9-46B5-AB8D-DA4E3E1B9F5A}"/>
              </a:ext>
            </a:extLst>
          </p:cNvPr>
          <p:cNvSpPr/>
          <p:nvPr/>
        </p:nvSpPr>
        <p:spPr>
          <a:xfrm>
            <a:off x="-1089129" y="1980000"/>
            <a:ext cx="675244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London</a:t>
            </a:r>
          </a:p>
        </p:txBody>
      </p:sp>
      <p:sp>
        <p:nvSpPr>
          <p:cNvPr id="83" name="tx45">
            <a:extLst>
              <a:ext uri="{FF2B5EF4-FFF2-40B4-BE49-F238E27FC236}">
                <a16:creationId xmlns:a16="http://schemas.microsoft.com/office/drawing/2014/main" id="{EA6845E9-3094-4156-9124-3C45CB484580}"/>
              </a:ext>
            </a:extLst>
          </p:cNvPr>
          <p:cNvSpPr/>
          <p:nvPr/>
        </p:nvSpPr>
        <p:spPr>
          <a:xfrm>
            <a:off x="-1089129" y="2340000"/>
            <a:ext cx="1282312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Lower Saxony</a:t>
            </a:r>
          </a:p>
        </p:txBody>
      </p:sp>
      <p:sp>
        <p:nvSpPr>
          <p:cNvPr id="84" name="tx46">
            <a:extLst>
              <a:ext uri="{FF2B5EF4-FFF2-40B4-BE49-F238E27FC236}">
                <a16:creationId xmlns:a16="http://schemas.microsoft.com/office/drawing/2014/main" id="{913A6354-0F47-4CBE-8F4F-93F098E7BA8D}"/>
              </a:ext>
            </a:extLst>
          </p:cNvPr>
          <p:cNvSpPr/>
          <p:nvPr/>
        </p:nvSpPr>
        <p:spPr>
          <a:xfrm>
            <a:off x="-1089129" y="2700000"/>
            <a:ext cx="1091121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Netherlands</a:t>
            </a:r>
          </a:p>
        </p:txBody>
      </p:sp>
      <p:sp>
        <p:nvSpPr>
          <p:cNvPr id="85" name="tx47">
            <a:extLst>
              <a:ext uri="{FF2B5EF4-FFF2-40B4-BE49-F238E27FC236}">
                <a16:creationId xmlns:a16="http://schemas.microsoft.com/office/drawing/2014/main" id="{9FA8F38C-CF0D-4D75-A8E6-FEB045CECC9C}"/>
              </a:ext>
            </a:extLst>
          </p:cNvPr>
          <p:cNvSpPr/>
          <p:nvPr/>
        </p:nvSpPr>
        <p:spPr>
          <a:xfrm>
            <a:off x="-1089129" y="3060000"/>
            <a:ext cx="1968623" cy="18990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Saxony and Thuringia</a:t>
            </a:r>
          </a:p>
        </p:txBody>
      </p:sp>
      <p:sp>
        <p:nvSpPr>
          <p:cNvPr id="86" name="tx48">
            <a:extLst>
              <a:ext uri="{FF2B5EF4-FFF2-40B4-BE49-F238E27FC236}">
                <a16:creationId xmlns:a16="http://schemas.microsoft.com/office/drawing/2014/main" id="{9C7456FB-9717-4304-868A-572496980B7C}"/>
              </a:ext>
            </a:extLst>
          </p:cNvPr>
          <p:cNvSpPr/>
          <p:nvPr/>
        </p:nvSpPr>
        <p:spPr>
          <a:xfrm>
            <a:off x="-1089129" y="3420000"/>
            <a:ext cx="787488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Scotland</a:t>
            </a:r>
          </a:p>
        </p:txBody>
      </p:sp>
      <p:sp>
        <p:nvSpPr>
          <p:cNvPr id="87" name="tx49">
            <a:extLst>
              <a:ext uri="{FF2B5EF4-FFF2-40B4-BE49-F238E27FC236}">
                <a16:creationId xmlns:a16="http://schemas.microsoft.com/office/drawing/2014/main" id="{BD53AD86-D97A-46E1-A7A1-D7FDCC606817}"/>
              </a:ext>
            </a:extLst>
          </p:cNvPr>
          <p:cNvSpPr/>
          <p:nvPr/>
        </p:nvSpPr>
        <p:spPr>
          <a:xfrm>
            <a:off x="-1089129" y="3780000"/>
            <a:ext cx="596100" cy="149790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Seville</a:t>
            </a:r>
          </a:p>
        </p:txBody>
      </p:sp>
      <p:sp>
        <p:nvSpPr>
          <p:cNvPr id="88" name="pt4">
            <a:extLst>
              <a:ext uri="{FF2B5EF4-FFF2-40B4-BE49-F238E27FC236}">
                <a16:creationId xmlns:a16="http://schemas.microsoft.com/office/drawing/2014/main" id="{D4B52F89-CAB8-4AFF-8EAB-852336340B96}"/>
              </a:ext>
            </a:extLst>
          </p:cNvPr>
          <p:cNvSpPr/>
          <p:nvPr/>
        </p:nvSpPr>
        <p:spPr>
          <a:xfrm>
            <a:off x="-2684107" y="540000"/>
            <a:ext cx="122825" cy="122825"/>
          </a:xfrm>
          <a:prstGeom prst="ellipse">
            <a:avLst/>
          </a:prstGeom>
          <a:solidFill>
            <a:srgbClr val="CCCCCC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89" name="pt5">
            <a:extLst>
              <a:ext uri="{FF2B5EF4-FFF2-40B4-BE49-F238E27FC236}">
                <a16:creationId xmlns:a16="http://schemas.microsoft.com/office/drawing/2014/main" id="{9EE1B5DE-27C5-4629-905F-DFA00AF1B1B6}"/>
              </a:ext>
            </a:extLst>
          </p:cNvPr>
          <p:cNvSpPr/>
          <p:nvPr/>
        </p:nvSpPr>
        <p:spPr>
          <a:xfrm>
            <a:off x="-2684107" y="900000"/>
            <a:ext cx="122825" cy="122825"/>
          </a:xfrm>
          <a:prstGeom prst="ellipse">
            <a:avLst/>
          </a:prstGeom>
          <a:solidFill>
            <a:srgbClr val="00008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0" name="pt6">
            <a:extLst>
              <a:ext uri="{FF2B5EF4-FFF2-40B4-BE49-F238E27FC236}">
                <a16:creationId xmlns:a16="http://schemas.microsoft.com/office/drawing/2014/main" id="{84A2C6FF-D458-4ECF-81EF-45BC06224A07}"/>
              </a:ext>
            </a:extLst>
          </p:cNvPr>
          <p:cNvSpPr/>
          <p:nvPr/>
        </p:nvSpPr>
        <p:spPr>
          <a:xfrm>
            <a:off x="-2684107" y="1260000"/>
            <a:ext cx="122825" cy="122825"/>
          </a:xfrm>
          <a:prstGeom prst="ellipse">
            <a:avLst/>
          </a:prstGeom>
          <a:solidFill>
            <a:srgbClr val="7A378B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1" name="pt7">
            <a:extLst>
              <a:ext uri="{FF2B5EF4-FFF2-40B4-BE49-F238E27FC236}">
                <a16:creationId xmlns:a16="http://schemas.microsoft.com/office/drawing/2014/main" id="{95E35AD7-8C25-468B-AFE2-245234B1434B}"/>
              </a:ext>
            </a:extLst>
          </p:cNvPr>
          <p:cNvSpPr/>
          <p:nvPr/>
        </p:nvSpPr>
        <p:spPr>
          <a:xfrm>
            <a:off x="-2684107" y="1620000"/>
            <a:ext cx="122825" cy="122825"/>
          </a:xfrm>
          <a:prstGeom prst="ellipse">
            <a:avLst/>
          </a:prstGeom>
          <a:solidFill>
            <a:srgbClr val="FFA07A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2" name="pt8">
            <a:extLst>
              <a:ext uri="{FF2B5EF4-FFF2-40B4-BE49-F238E27FC236}">
                <a16:creationId xmlns:a16="http://schemas.microsoft.com/office/drawing/2014/main" id="{622B7951-B22F-4F29-B18C-248D473D1212}"/>
              </a:ext>
            </a:extLst>
          </p:cNvPr>
          <p:cNvSpPr/>
          <p:nvPr/>
        </p:nvSpPr>
        <p:spPr>
          <a:xfrm>
            <a:off x="-2684107" y="1980000"/>
            <a:ext cx="122825" cy="122825"/>
          </a:xfrm>
          <a:prstGeom prst="ellipse">
            <a:avLst/>
          </a:prstGeom>
          <a:solidFill>
            <a:srgbClr val="9AFF9A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3" name="pt9">
            <a:extLst>
              <a:ext uri="{FF2B5EF4-FFF2-40B4-BE49-F238E27FC236}">
                <a16:creationId xmlns:a16="http://schemas.microsoft.com/office/drawing/2014/main" id="{37ABA14A-0619-4A87-91D0-AB1F1CE3D7F4}"/>
              </a:ext>
            </a:extLst>
          </p:cNvPr>
          <p:cNvSpPr/>
          <p:nvPr/>
        </p:nvSpPr>
        <p:spPr>
          <a:xfrm>
            <a:off x="-2684107" y="2340000"/>
            <a:ext cx="122825" cy="122825"/>
          </a:xfrm>
          <a:prstGeom prst="ellipse">
            <a:avLst/>
          </a:prstGeom>
          <a:solidFill>
            <a:srgbClr val="FF14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4" name="pt10">
            <a:extLst>
              <a:ext uri="{FF2B5EF4-FFF2-40B4-BE49-F238E27FC236}">
                <a16:creationId xmlns:a16="http://schemas.microsoft.com/office/drawing/2014/main" id="{B633F798-9204-4215-8BFF-B6ECD89E8161}"/>
              </a:ext>
            </a:extLst>
          </p:cNvPr>
          <p:cNvSpPr/>
          <p:nvPr/>
        </p:nvSpPr>
        <p:spPr>
          <a:xfrm>
            <a:off x="-2684107" y="2700000"/>
            <a:ext cx="122825" cy="122825"/>
          </a:xfrm>
          <a:prstGeom prst="ellipse">
            <a:avLst/>
          </a:prstGeom>
          <a:solidFill>
            <a:srgbClr val="000000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5" name="pt11">
            <a:extLst>
              <a:ext uri="{FF2B5EF4-FFF2-40B4-BE49-F238E27FC236}">
                <a16:creationId xmlns:a16="http://schemas.microsoft.com/office/drawing/2014/main" id="{66F5FCD1-22C9-4BA8-9638-19311FED0108}"/>
              </a:ext>
            </a:extLst>
          </p:cNvPr>
          <p:cNvSpPr/>
          <p:nvPr/>
        </p:nvSpPr>
        <p:spPr>
          <a:xfrm>
            <a:off x="-2684107" y="3060000"/>
            <a:ext cx="122825" cy="122825"/>
          </a:xfrm>
          <a:prstGeom prst="ellipse">
            <a:avLst/>
          </a:prstGeom>
          <a:solidFill>
            <a:srgbClr val="DB7093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6" name="pt12">
            <a:extLst>
              <a:ext uri="{FF2B5EF4-FFF2-40B4-BE49-F238E27FC236}">
                <a16:creationId xmlns:a16="http://schemas.microsoft.com/office/drawing/2014/main" id="{DF921B96-920B-4BCA-AF56-4C444B4AF304}"/>
              </a:ext>
            </a:extLst>
          </p:cNvPr>
          <p:cNvSpPr/>
          <p:nvPr/>
        </p:nvSpPr>
        <p:spPr>
          <a:xfrm>
            <a:off x="-2684107" y="3420000"/>
            <a:ext cx="122825" cy="122825"/>
          </a:xfrm>
          <a:prstGeom prst="ellipse">
            <a:avLst/>
          </a:prstGeom>
          <a:solidFill>
            <a:srgbClr val="7FFFD4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7" name="pt13">
            <a:extLst>
              <a:ext uri="{FF2B5EF4-FFF2-40B4-BE49-F238E27FC236}">
                <a16:creationId xmlns:a16="http://schemas.microsoft.com/office/drawing/2014/main" id="{8002DF1D-8540-4040-8900-3DF3027937D0}"/>
              </a:ext>
            </a:extLst>
          </p:cNvPr>
          <p:cNvSpPr/>
          <p:nvPr/>
        </p:nvSpPr>
        <p:spPr>
          <a:xfrm>
            <a:off x="-2684107" y="3780000"/>
            <a:ext cx="122825" cy="122825"/>
          </a:xfrm>
          <a:prstGeom prst="ellipse">
            <a:avLst/>
          </a:prstGeom>
          <a:solidFill>
            <a:srgbClr val="FF6347">
              <a:alpha val="100000"/>
            </a:srgbClr>
          </a:solidFill>
        </p:spPr>
        <p:txBody>
          <a:bodyPr/>
          <a:lstStyle/>
          <a:p>
            <a:endParaRPr/>
          </a:p>
        </p:txBody>
      </p:sp>
      <p:sp>
        <p:nvSpPr>
          <p:cNvPr id="98" name="tx30">
            <a:extLst>
              <a:ext uri="{FF2B5EF4-FFF2-40B4-BE49-F238E27FC236}">
                <a16:creationId xmlns:a16="http://schemas.microsoft.com/office/drawing/2014/main" id="{6835FC8E-9D49-416B-8E90-C0EC4B6067EB}"/>
              </a:ext>
            </a:extLst>
          </p:cNvPr>
          <p:cNvSpPr/>
          <p:nvPr/>
        </p:nvSpPr>
        <p:spPr>
          <a:xfrm>
            <a:off x="-2557208" y="540000"/>
            <a:ext cx="742334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Abruzzo</a:t>
            </a:r>
          </a:p>
        </p:txBody>
      </p:sp>
      <p:sp>
        <p:nvSpPr>
          <p:cNvPr id="99" name="tx31">
            <a:extLst>
              <a:ext uri="{FF2B5EF4-FFF2-40B4-BE49-F238E27FC236}">
                <a16:creationId xmlns:a16="http://schemas.microsoft.com/office/drawing/2014/main" id="{52EA8CF9-8BCD-4F75-880B-D849E7C40256}"/>
              </a:ext>
            </a:extLst>
          </p:cNvPr>
          <p:cNvSpPr/>
          <p:nvPr/>
        </p:nvSpPr>
        <p:spPr>
          <a:xfrm>
            <a:off x="-2557208" y="900000"/>
            <a:ext cx="686113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 dirty="0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Bavaria</a:t>
            </a:r>
          </a:p>
        </p:txBody>
      </p:sp>
      <p:sp>
        <p:nvSpPr>
          <p:cNvPr id="100" name="tx32">
            <a:extLst>
              <a:ext uri="{FF2B5EF4-FFF2-40B4-BE49-F238E27FC236}">
                <a16:creationId xmlns:a16="http://schemas.microsoft.com/office/drawing/2014/main" id="{515575B6-9CF3-484E-B005-A8807A337760}"/>
              </a:ext>
            </a:extLst>
          </p:cNvPr>
          <p:cNvSpPr/>
          <p:nvPr/>
        </p:nvSpPr>
        <p:spPr>
          <a:xfrm>
            <a:off x="-2557208" y="1260000"/>
            <a:ext cx="517351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Berlin</a:t>
            </a:r>
          </a:p>
        </p:txBody>
      </p:sp>
      <p:sp>
        <p:nvSpPr>
          <p:cNvPr id="101" name="tx33">
            <a:extLst>
              <a:ext uri="{FF2B5EF4-FFF2-40B4-BE49-F238E27FC236}">
                <a16:creationId xmlns:a16="http://schemas.microsoft.com/office/drawing/2014/main" id="{BC249A9C-4AF8-4DE0-8603-68F47000637A}"/>
              </a:ext>
            </a:extLst>
          </p:cNvPr>
          <p:cNvSpPr/>
          <p:nvPr/>
        </p:nvSpPr>
        <p:spPr>
          <a:xfrm>
            <a:off x="-2557208" y="1620000"/>
            <a:ext cx="877402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Debrecen</a:t>
            </a:r>
          </a:p>
        </p:txBody>
      </p:sp>
      <p:sp>
        <p:nvSpPr>
          <p:cNvPr id="102" name="tx34">
            <a:extLst>
              <a:ext uri="{FF2B5EF4-FFF2-40B4-BE49-F238E27FC236}">
                <a16:creationId xmlns:a16="http://schemas.microsoft.com/office/drawing/2014/main" id="{A72EC2B6-B5EF-4509-8950-ACDCA7335559}"/>
              </a:ext>
            </a:extLst>
          </p:cNvPr>
          <p:cNvSpPr/>
          <p:nvPr/>
        </p:nvSpPr>
        <p:spPr>
          <a:xfrm>
            <a:off x="-2557208" y="1980000"/>
            <a:ext cx="719905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Drenthe</a:t>
            </a:r>
          </a:p>
        </p:txBody>
      </p:sp>
      <p:sp>
        <p:nvSpPr>
          <p:cNvPr id="103" name="tx35">
            <a:extLst>
              <a:ext uri="{FF2B5EF4-FFF2-40B4-BE49-F238E27FC236}">
                <a16:creationId xmlns:a16="http://schemas.microsoft.com/office/drawing/2014/main" id="{7548E11B-DF0E-4F9F-85C0-0A17B1743F2A}"/>
              </a:ext>
            </a:extLst>
          </p:cNvPr>
          <p:cNvSpPr/>
          <p:nvPr/>
        </p:nvSpPr>
        <p:spPr>
          <a:xfrm>
            <a:off x="-2557208" y="2340000"/>
            <a:ext cx="922557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England-a</a:t>
            </a:r>
          </a:p>
        </p:txBody>
      </p:sp>
      <p:sp>
        <p:nvSpPr>
          <p:cNvPr id="104" name="tx36">
            <a:extLst>
              <a:ext uri="{FF2B5EF4-FFF2-40B4-BE49-F238E27FC236}">
                <a16:creationId xmlns:a16="http://schemas.microsoft.com/office/drawing/2014/main" id="{C2C077C3-83C0-4AE4-B46A-2B07AB700F6E}"/>
              </a:ext>
            </a:extLst>
          </p:cNvPr>
          <p:cNvSpPr/>
          <p:nvPr/>
        </p:nvSpPr>
        <p:spPr>
          <a:xfrm>
            <a:off x="-2557208" y="2700000"/>
            <a:ext cx="922557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England-b</a:t>
            </a:r>
          </a:p>
        </p:txBody>
      </p:sp>
      <p:sp>
        <p:nvSpPr>
          <p:cNvPr id="105" name="tx37">
            <a:extLst>
              <a:ext uri="{FF2B5EF4-FFF2-40B4-BE49-F238E27FC236}">
                <a16:creationId xmlns:a16="http://schemas.microsoft.com/office/drawing/2014/main" id="{7CBE7909-3F3F-4511-9997-DA4058D33DFF}"/>
              </a:ext>
            </a:extLst>
          </p:cNvPr>
          <p:cNvSpPr/>
          <p:nvPr/>
        </p:nvSpPr>
        <p:spPr>
          <a:xfrm>
            <a:off x="-2557208" y="3060000"/>
            <a:ext cx="809720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France-a</a:t>
            </a:r>
          </a:p>
        </p:txBody>
      </p:sp>
      <p:sp>
        <p:nvSpPr>
          <p:cNvPr id="106" name="tx38">
            <a:extLst>
              <a:ext uri="{FF2B5EF4-FFF2-40B4-BE49-F238E27FC236}">
                <a16:creationId xmlns:a16="http://schemas.microsoft.com/office/drawing/2014/main" id="{8BAA2A2D-61AE-4643-8F41-B281B85C1A7E}"/>
              </a:ext>
            </a:extLst>
          </p:cNvPr>
          <p:cNvSpPr/>
          <p:nvPr/>
        </p:nvSpPr>
        <p:spPr>
          <a:xfrm>
            <a:off x="-2557208" y="3420000"/>
            <a:ext cx="809720" cy="147221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France-b</a:t>
            </a:r>
          </a:p>
        </p:txBody>
      </p:sp>
      <p:sp>
        <p:nvSpPr>
          <p:cNvPr id="107" name="tx39">
            <a:extLst>
              <a:ext uri="{FF2B5EF4-FFF2-40B4-BE49-F238E27FC236}">
                <a16:creationId xmlns:a16="http://schemas.microsoft.com/office/drawing/2014/main" id="{9FAF8D8C-D9CA-4827-88CD-4A593485E821}"/>
              </a:ext>
            </a:extLst>
          </p:cNvPr>
          <p:cNvSpPr/>
          <p:nvPr/>
        </p:nvSpPr>
        <p:spPr>
          <a:xfrm>
            <a:off x="-2557208" y="3780000"/>
            <a:ext cx="753499" cy="187436"/>
          </a:xfrm>
          <a:prstGeom prst="rect">
            <a:avLst/>
          </a:prstGeom>
          <a:noFill/>
        </p:spPr>
        <p:txBody>
          <a:bodyPr wrap="none" lIns="0" tIns="0" rIns="0" bIns="0" anchor="ctr" anchorCtr="1"/>
          <a:lstStyle/>
          <a:p>
            <a:pPr marL="0" marR="0" indent="0" algn="l">
              <a:lnSpc>
                <a:spcPts val="1593"/>
              </a:lnSpc>
              <a:spcBef>
                <a:spcPts val="0"/>
              </a:spcBef>
              <a:spcAft>
                <a:spcPts val="0"/>
              </a:spcAft>
            </a:pPr>
            <a:r>
              <a:rPr sz="1593">
                <a:solidFill>
                  <a:srgbClr val="000000">
                    <a:alpha val="100000"/>
                  </a:srgbClr>
                </a:solidFill>
                <a:latin typeface="Arial"/>
                <a:cs typeface="Arial"/>
              </a:rPr>
              <a:t>Freiburg</a:t>
            </a:r>
          </a:p>
        </p:txBody>
      </p:sp>
    </p:spTree>
    <p:extLst>
      <p:ext uri="{BB962C8B-B14F-4D97-AF65-F5344CB8AC3E}">
        <p14:creationId xmlns:p14="http://schemas.microsoft.com/office/powerpoint/2010/main" val="521733591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3627</TotalTime>
  <Words>347</Words>
  <Application>Microsoft Office PowerPoint</Application>
  <PresentationFormat>Affichage à l'écran (4:3)</PresentationFormat>
  <Paragraphs>206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subject/>
  <dc:creator>elise, hodbert</dc:creator>
  <cp:keywords/>
  <dc:description/>
  <cp:lastModifiedBy>HODBERT Elise</cp:lastModifiedBy>
  <cp:revision>73</cp:revision>
  <dcterms:created xsi:type="dcterms:W3CDTF">2017-02-13T16:18:36Z</dcterms:created>
  <dcterms:modified xsi:type="dcterms:W3CDTF">2025-12-17T11:08:32Z</dcterms:modified>
  <cp:category/>
</cp:coreProperties>
</file>
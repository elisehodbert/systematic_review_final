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800000" cy="7200000"/>
            <a:chOff x="0" y="0"/>
            <a:chExt cx="10800000" cy="7200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0799999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124766" y="818550"/>
              <a:ext cx="2592212" cy="5315592"/>
            </a:xfrm>
            <a:custGeom>
              <a:avLst/>
              <a:pathLst>
                <a:path w="2592212" h="5315592">
                  <a:moveTo>
                    <a:pt x="1291365" y="5315592"/>
                  </a:moveTo>
                  <a:lnTo>
                    <a:pt x="1291051" y="5302032"/>
                  </a:lnTo>
                  <a:lnTo>
                    <a:pt x="1290716" y="5288472"/>
                  </a:lnTo>
                  <a:lnTo>
                    <a:pt x="1290368" y="5274912"/>
                  </a:lnTo>
                  <a:lnTo>
                    <a:pt x="1289989" y="5261352"/>
                  </a:lnTo>
                  <a:lnTo>
                    <a:pt x="1289601" y="5247791"/>
                  </a:lnTo>
                  <a:lnTo>
                    <a:pt x="1289176" y="5234231"/>
                  </a:lnTo>
                  <a:lnTo>
                    <a:pt x="1288737" y="5220671"/>
                  </a:lnTo>
                  <a:lnTo>
                    <a:pt x="1288269" y="5207111"/>
                  </a:lnTo>
                  <a:lnTo>
                    <a:pt x="1287774" y="5193551"/>
                  </a:lnTo>
                  <a:lnTo>
                    <a:pt x="1287260" y="5179991"/>
                  </a:lnTo>
                  <a:lnTo>
                    <a:pt x="1286703" y="5166430"/>
                  </a:lnTo>
                  <a:lnTo>
                    <a:pt x="1286133" y="5152870"/>
                  </a:lnTo>
                  <a:lnTo>
                    <a:pt x="1285512" y="5139310"/>
                  </a:lnTo>
                  <a:lnTo>
                    <a:pt x="1284872" y="5125750"/>
                  </a:lnTo>
                  <a:lnTo>
                    <a:pt x="1284191" y="5112190"/>
                  </a:lnTo>
                  <a:lnTo>
                    <a:pt x="1283475" y="5098629"/>
                  </a:lnTo>
                  <a:lnTo>
                    <a:pt x="1282729" y="5085069"/>
                  </a:lnTo>
                  <a:lnTo>
                    <a:pt x="1281928" y="5071509"/>
                  </a:lnTo>
                  <a:lnTo>
                    <a:pt x="1281111" y="5057949"/>
                  </a:lnTo>
                  <a:lnTo>
                    <a:pt x="1280221" y="5044389"/>
                  </a:lnTo>
                  <a:lnTo>
                    <a:pt x="1279309" y="5030828"/>
                  </a:lnTo>
                  <a:lnTo>
                    <a:pt x="1278338" y="5017268"/>
                  </a:lnTo>
                  <a:lnTo>
                    <a:pt x="1277323" y="5003708"/>
                  </a:lnTo>
                  <a:lnTo>
                    <a:pt x="1276266" y="4990148"/>
                  </a:lnTo>
                  <a:lnTo>
                    <a:pt x="1275139" y="4976588"/>
                  </a:lnTo>
                  <a:lnTo>
                    <a:pt x="1273990" y="4963028"/>
                  </a:lnTo>
                  <a:lnTo>
                    <a:pt x="1272742" y="4949467"/>
                  </a:lnTo>
                  <a:lnTo>
                    <a:pt x="1271469" y="4935907"/>
                  </a:lnTo>
                  <a:lnTo>
                    <a:pt x="1270116" y="4922347"/>
                  </a:lnTo>
                  <a:lnTo>
                    <a:pt x="1268708" y="4908787"/>
                  </a:lnTo>
                  <a:lnTo>
                    <a:pt x="1267242" y="4895227"/>
                  </a:lnTo>
                  <a:lnTo>
                    <a:pt x="1265690" y="4881666"/>
                  </a:lnTo>
                  <a:lnTo>
                    <a:pt x="1264105" y="4868106"/>
                  </a:lnTo>
                  <a:lnTo>
                    <a:pt x="1262398" y="4854546"/>
                  </a:lnTo>
                  <a:lnTo>
                    <a:pt x="1260658" y="4840986"/>
                  </a:lnTo>
                  <a:lnTo>
                    <a:pt x="1258812" y="4827426"/>
                  </a:lnTo>
                  <a:lnTo>
                    <a:pt x="1256902" y="4813866"/>
                  </a:lnTo>
                  <a:lnTo>
                    <a:pt x="1254913" y="4800305"/>
                  </a:lnTo>
                  <a:lnTo>
                    <a:pt x="1252821" y="4786745"/>
                  </a:lnTo>
                  <a:lnTo>
                    <a:pt x="1250682" y="4773185"/>
                  </a:lnTo>
                  <a:lnTo>
                    <a:pt x="1248396" y="4759625"/>
                  </a:lnTo>
                  <a:lnTo>
                    <a:pt x="1246070" y="4746065"/>
                  </a:lnTo>
                  <a:lnTo>
                    <a:pt x="1243606" y="4732504"/>
                  </a:lnTo>
                  <a:lnTo>
                    <a:pt x="1241069" y="4718944"/>
                  </a:lnTo>
                  <a:lnTo>
                    <a:pt x="1238430" y="4705384"/>
                  </a:lnTo>
                  <a:lnTo>
                    <a:pt x="1235671" y="4691824"/>
                  </a:lnTo>
                  <a:lnTo>
                    <a:pt x="1232848" y="4678264"/>
                  </a:lnTo>
                  <a:lnTo>
                    <a:pt x="1229853" y="4664703"/>
                  </a:lnTo>
                  <a:lnTo>
                    <a:pt x="1226811" y="4651143"/>
                  </a:lnTo>
                  <a:lnTo>
                    <a:pt x="1223595" y="4637583"/>
                  </a:lnTo>
                  <a:lnTo>
                    <a:pt x="1220301" y="4624023"/>
                  </a:lnTo>
                  <a:lnTo>
                    <a:pt x="1216876" y="4610463"/>
                  </a:lnTo>
                  <a:lnTo>
                    <a:pt x="1213316" y="4596903"/>
                  </a:lnTo>
                  <a:lnTo>
                    <a:pt x="1209674" y="4583342"/>
                  </a:lnTo>
                  <a:lnTo>
                    <a:pt x="1205837" y="4569782"/>
                  </a:lnTo>
                  <a:lnTo>
                    <a:pt x="1201944" y="4556222"/>
                  </a:lnTo>
                  <a:lnTo>
                    <a:pt x="1197841" y="4542662"/>
                  </a:lnTo>
                  <a:lnTo>
                    <a:pt x="1193656" y="4529102"/>
                  </a:lnTo>
                  <a:lnTo>
                    <a:pt x="1189311" y="4515541"/>
                  </a:lnTo>
                  <a:lnTo>
                    <a:pt x="1184820" y="4501981"/>
                  </a:lnTo>
                  <a:lnTo>
                    <a:pt x="1180226" y="4488421"/>
                  </a:lnTo>
                  <a:lnTo>
                    <a:pt x="1175419" y="4474861"/>
                  </a:lnTo>
                  <a:lnTo>
                    <a:pt x="1170549" y="4461301"/>
                  </a:lnTo>
                  <a:lnTo>
                    <a:pt x="1165434" y="4447740"/>
                  </a:lnTo>
                  <a:lnTo>
                    <a:pt x="1160234" y="4434180"/>
                  </a:lnTo>
                  <a:lnTo>
                    <a:pt x="1154848" y="4420620"/>
                  </a:lnTo>
                  <a:lnTo>
                    <a:pt x="1149310" y="4407060"/>
                  </a:lnTo>
                  <a:lnTo>
                    <a:pt x="1143647" y="4393500"/>
                  </a:lnTo>
                  <a:lnTo>
                    <a:pt x="1137762" y="4379940"/>
                  </a:lnTo>
                  <a:lnTo>
                    <a:pt x="1131808" y="4366379"/>
                  </a:lnTo>
                  <a:lnTo>
                    <a:pt x="1125577" y="4352819"/>
                  </a:lnTo>
                  <a:lnTo>
                    <a:pt x="1119266" y="4339259"/>
                  </a:lnTo>
                  <a:lnTo>
                    <a:pt x="1112744" y="4325699"/>
                  </a:lnTo>
                  <a:lnTo>
                    <a:pt x="1106070" y="4312139"/>
                  </a:lnTo>
                  <a:lnTo>
                    <a:pt x="1099254" y="4298578"/>
                  </a:lnTo>
                  <a:lnTo>
                    <a:pt x="1092214" y="4285018"/>
                  </a:lnTo>
                  <a:lnTo>
                    <a:pt x="1085101" y="4271458"/>
                  </a:lnTo>
                  <a:lnTo>
                    <a:pt x="1077691" y="4257898"/>
                  </a:lnTo>
                  <a:lnTo>
                    <a:pt x="1070209" y="4244338"/>
                  </a:lnTo>
                  <a:lnTo>
                    <a:pt x="1062499" y="4230778"/>
                  </a:lnTo>
                  <a:lnTo>
                    <a:pt x="1054646" y="4217217"/>
                  </a:lnTo>
                  <a:lnTo>
                    <a:pt x="1046638" y="4203657"/>
                  </a:lnTo>
                  <a:lnTo>
                    <a:pt x="1038416" y="4190097"/>
                  </a:lnTo>
                  <a:lnTo>
                    <a:pt x="1030111" y="4176537"/>
                  </a:lnTo>
                  <a:lnTo>
                    <a:pt x="1021522" y="4162977"/>
                  </a:lnTo>
                  <a:lnTo>
                    <a:pt x="1012862" y="4149416"/>
                  </a:lnTo>
                  <a:lnTo>
                    <a:pt x="1003972" y="4135856"/>
                  </a:lnTo>
                  <a:lnTo>
                    <a:pt x="994954" y="4122296"/>
                  </a:lnTo>
                  <a:lnTo>
                    <a:pt x="985777" y="4108736"/>
                  </a:lnTo>
                  <a:lnTo>
                    <a:pt x="976408" y="4095176"/>
                  </a:lnTo>
                  <a:lnTo>
                    <a:pt x="966951" y="4081615"/>
                  </a:lnTo>
                  <a:lnTo>
                    <a:pt x="957241" y="4068055"/>
                  </a:lnTo>
                  <a:lnTo>
                    <a:pt x="947467" y="4054495"/>
                  </a:lnTo>
                  <a:lnTo>
                    <a:pt x="937474" y="4040935"/>
                  </a:lnTo>
                  <a:lnTo>
                    <a:pt x="927376" y="4027375"/>
                  </a:lnTo>
                  <a:lnTo>
                    <a:pt x="917128" y="4013815"/>
                  </a:lnTo>
                  <a:lnTo>
                    <a:pt x="906722" y="4000254"/>
                  </a:lnTo>
                  <a:lnTo>
                    <a:pt x="896232" y="3986694"/>
                  </a:lnTo>
                  <a:lnTo>
                    <a:pt x="885535" y="3973134"/>
                  </a:lnTo>
                  <a:lnTo>
                    <a:pt x="874785" y="3959574"/>
                  </a:lnTo>
                  <a:lnTo>
                    <a:pt x="863848" y="3946014"/>
                  </a:lnTo>
                  <a:lnTo>
                    <a:pt x="852834" y="3932453"/>
                  </a:lnTo>
                  <a:lnTo>
                    <a:pt x="841696" y="3918893"/>
                  </a:lnTo>
                  <a:lnTo>
                    <a:pt x="830442" y="3905333"/>
                  </a:lnTo>
                  <a:lnTo>
                    <a:pt x="819119" y="3891773"/>
                  </a:lnTo>
                  <a:lnTo>
                    <a:pt x="807651" y="3878213"/>
                  </a:lnTo>
                  <a:lnTo>
                    <a:pt x="796145" y="3864652"/>
                  </a:lnTo>
                  <a:lnTo>
                    <a:pt x="784505" y="3851092"/>
                  </a:lnTo>
                  <a:lnTo>
                    <a:pt x="772822" y="3837532"/>
                  </a:lnTo>
                  <a:lnTo>
                    <a:pt x="761053" y="3823972"/>
                  </a:lnTo>
                  <a:lnTo>
                    <a:pt x="749223" y="3810412"/>
                  </a:lnTo>
                  <a:lnTo>
                    <a:pt x="737347" y="3796852"/>
                  </a:lnTo>
                  <a:lnTo>
                    <a:pt x="725401" y="3783291"/>
                  </a:lnTo>
                  <a:lnTo>
                    <a:pt x="713436" y="3769731"/>
                  </a:lnTo>
                  <a:lnTo>
                    <a:pt x="701412" y="3756171"/>
                  </a:lnTo>
                  <a:lnTo>
                    <a:pt x="689377" y="3742611"/>
                  </a:lnTo>
                  <a:lnTo>
                    <a:pt x="677316" y="3729051"/>
                  </a:lnTo>
                  <a:lnTo>
                    <a:pt x="665246" y="3715490"/>
                  </a:lnTo>
                  <a:lnTo>
                    <a:pt x="653171" y="3701930"/>
                  </a:lnTo>
                  <a:lnTo>
                    <a:pt x="641104" y="3688370"/>
                  </a:lnTo>
                  <a:lnTo>
                    <a:pt x="629041" y="3674810"/>
                  </a:lnTo>
                  <a:lnTo>
                    <a:pt x="617014" y="3661250"/>
                  </a:lnTo>
                  <a:lnTo>
                    <a:pt x="605005" y="3647690"/>
                  </a:lnTo>
                  <a:lnTo>
                    <a:pt x="593042" y="3634129"/>
                  </a:lnTo>
                  <a:lnTo>
                    <a:pt x="581125" y="3620569"/>
                  </a:lnTo>
                  <a:lnTo>
                    <a:pt x="569251" y="3607009"/>
                  </a:lnTo>
                  <a:lnTo>
                    <a:pt x="557467" y="3593449"/>
                  </a:lnTo>
                  <a:lnTo>
                    <a:pt x="545710" y="3579889"/>
                  </a:lnTo>
                  <a:lnTo>
                    <a:pt x="534097" y="3566328"/>
                  </a:lnTo>
                  <a:lnTo>
                    <a:pt x="522525" y="3552768"/>
                  </a:lnTo>
                  <a:lnTo>
                    <a:pt x="511082" y="3539208"/>
                  </a:lnTo>
                  <a:lnTo>
                    <a:pt x="499734" y="3525648"/>
                  </a:lnTo>
                  <a:lnTo>
                    <a:pt x="488488" y="3512088"/>
                  </a:lnTo>
                  <a:lnTo>
                    <a:pt x="477402" y="3498527"/>
                  </a:lnTo>
                  <a:lnTo>
                    <a:pt x="466379" y="3484967"/>
                  </a:lnTo>
                  <a:lnTo>
                    <a:pt x="455594" y="3471407"/>
                  </a:lnTo>
                  <a:lnTo>
                    <a:pt x="444875" y="3457847"/>
                  </a:lnTo>
                  <a:lnTo>
                    <a:pt x="434372" y="3444287"/>
                  </a:lnTo>
                  <a:lnTo>
                    <a:pt x="424002" y="3430727"/>
                  </a:lnTo>
                  <a:lnTo>
                    <a:pt x="413796" y="3417166"/>
                  </a:lnTo>
                  <a:lnTo>
                    <a:pt x="403810" y="3403606"/>
                  </a:lnTo>
                  <a:lnTo>
                    <a:pt x="393923" y="3390046"/>
                  </a:lnTo>
                  <a:lnTo>
                    <a:pt x="384354" y="3376486"/>
                  </a:lnTo>
                  <a:lnTo>
                    <a:pt x="374872" y="3362926"/>
                  </a:lnTo>
                  <a:lnTo>
                    <a:pt x="365689" y="3349365"/>
                  </a:lnTo>
                  <a:lnTo>
                    <a:pt x="356664" y="3335805"/>
                  </a:lnTo>
                  <a:lnTo>
                    <a:pt x="347863" y="3322245"/>
                  </a:lnTo>
                  <a:lnTo>
                    <a:pt x="339323" y="3308685"/>
                  </a:lnTo>
                  <a:lnTo>
                    <a:pt x="330921" y="3295125"/>
                  </a:lnTo>
                  <a:lnTo>
                    <a:pt x="322891" y="3281565"/>
                  </a:lnTo>
                  <a:lnTo>
                    <a:pt x="314963" y="3268004"/>
                  </a:lnTo>
                  <a:lnTo>
                    <a:pt x="307406" y="3254444"/>
                  </a:lnTo>
                  <a:lnTo>
                    <a:pt x="300016" y="3240884"/>
                  </a:lnTo>
                  <a:lnTo>
                    <a:pt x="292902" y="3227324"/>
                  </a:lnTo>
                  <a:lnTo>
                    <a:pt x="286068" y="3213764"/>
                  </a:lnTo>
                  <a:lnTo>
                    <a:pt x="279406" y="3200203"/>
                  </a:lnTo>
                  <a:lnTo>
                    <a:pt x="273142" y="3186643"/>
                  </a:lnTo>
                  <a:lnTo>
                    <a:pt x="266991" y="3173083"/>
                  </a:lnTo>
                  <a:lnTo>
                    <a:pt x="261259" y="3159523"/>
                  </a:lnTo>
                  <a:lnTo>
                    <a:pt x="255691" y="3145963"/>
                  </a:lnTo>
                  <a:lnTo>
                    <a:pt x="250433" y="3132402"/>
                  </a:lnTo>
                  <a:lnTo>
                    <a:pt x="245453" y="3118842"/>
                  </a:lnTo>
                  <a:lnTo>
                    <a:pt x="240670" y="3105282"/>
                  </a:lnTo>
                  <a:lnTo>
                    <a:pt x="236280" y="3091722"/>
                  </a:lnTo>
                  <a:lnTo>
                    <a:pt x="232006" y="3078162"/>
                  </a:lnTo>
                  <a:lnTo>
                    <a:pt x="228173" y="3064602"/>
                  </a:lnTo>
                  <a:lnTo>
                    <a:pt x="224485" y="3051041"/>
                  </a:lnTo>
                  <a:lnTo>
                    <a:pt x="221122" y="3037481"/>
                  </a:lnTo>
                  <a:lnTo>
                    <a:pt x="218014" y="3023921"/>
                  </a:lnTo>
                  <a:lnTo>
                    <a:pt x="215115" y="3010361"/>
                  </a:lnTo>
                  <a:lnTo>
                    <a:pt x="212576" y="2996801"/>
                  </a:lnTo>
                  <a:lnTo>
                    <a:pt x="210147" y="2983240"/>
                  </a:lnTo>
                  <a:lnTo>
                    <a:pt x="208147" y="2969680"/>
                  </a:lnTo>
                  <a:lnTo>
                    <a:pt x="206267" y="2956120"/>
                  </a:lnTo>
                  <a:lnTo>
                    <a:pt x="204700" y="2942560"/>
                  </a:lnTo>
                  <a:lnTo>
                    <a:pt x="203349" y="2929000"/>
                  </a:lnTo>
                  <a:lnTo>
                    <a:pt x="202201" y="2915439"/>
                  </a:lnTo>
                  <a:lnTo>
                    <a:pt x="201356" y="2901879"/>
                  </a:lnTo>
                  <a:lnTo>
                    <a:pt x="200609" y="2888319"/>
                  </a:lnTo>
                  <a:lnTo>
                    <a:pt x="200246" y="2874759"/>
                  </a:lnTo>
                  <a:lnTo>
                    <a:pt x="199970" y="2861199"/>
                  </a:lnTo>
                  <a:lnTo>
                    <a:pt x="199971" y="2847639"/>
                  </a:lnTo>
                  <a:lnTo>
                    <a:pt x="200137" y="2834078"/>
                  </a:lnTo>
                  <a:lnTo>
                    <a:pt x="200480" y="2820518"/>
                  </a:lnTo>
                  <a:lnTo>
                    <a:pt x="201055" y="2806958"/>
                  </a:lnTo>
                  <a:lnTo>
                    <a:pt x="201718" y="2793398"/>
                  </a:lnTo>
                  <a:lnTo>
                    <a:pt x="202666" y="2779838"/>
                  </a:lnTo>
                  <a:lnTo>
                    <a:pt x="203681" y="2766277"/>
                  </a:lnTo>
                  <a:lnTo>
                    <a:pt x="204910" y="2752717"/>
                  </a:lnTo>
                  <a:lnTo>
                    <a:pt x="206248" y="2739157"/>
                  </a:lnTo>
                  <a:lnTo>
                    <a:pt x="207721" y="2725597"/>
                  </a:lnTo>
                  <a:lnTo>
                    <a:pt x="209344" y="2712037"/>
                  </a:lnTo>
                  <a:lnTo>
                    <a:pt x="211034" y="2698477"/>
                  </a:lnTo>
                  <a:lnTo>
                    <a:pt x="212900" y="2684916"/>
                  </a:lnTo>
                  <a:lnTo>
                    <a:pt x="214807" y="2671356"/>
                  </a:lnTo>
                  <a:lnTo>
                    <a:pt x="216846" y="2657796"/>
                  </a:lnTo>
                  <a:lnTo>
                    <a:pt x="218940" y="2644236"/>
                  </a:lnTo>
                  <a:lnTo>
                    <a:pt x="221111" y="2630676"/>
                  </a:lnTo>
                  <a:lnTo>
                    <a:pt x="223349" y="2617115"/>
                  </a:lnTo>
                  <a:lnTo>
                    <a:pt x="225623" y="2603555"/>
                  </a:lnTo>
                  <a:lnTo>
                    <a:pt x="227962" y="2589995"/>
                  </a:lnTo>
                  <a:lnTo>
                    <a:pt x="230314" y="2576435"/>
                  </a:lnTo>
                  <a:lnTo>
                    <a:pt x="232704" y="2562875"/>
                  </a:lnTo>
                  <a:lnTo>
                    <a:pt x="235101" y="2549314"/>
                  </a:lnTo>
                  <a:lnTo>
                    <a:pt x="237506" y="2535754"/>
                  </a:lnTo>
                  <a:lnTo>
                    <a:pt x="239903" y="2522194"/>
                  </a:lnTo>
                  <a:lnTo>
                    <a:pt x="242295" y="2508634"/>
                  </a:lnTo>
                  <a:lnTo>
                    <a:pt x="244651" y="2495074"/>
                  </a:lnTo>
                  <a:lnTo>
                    <a:pt x="246994" y="2481514"/>
                  </a:lnTo>
                  <a:lnTo>
                    <a:pt x="249276" y="2467953"/>
                  </a:lnTo>
                  <a:lnTo>
                    <a:pt x="251524" y="2454393"/>
                  </a:lnTo>
                  <a:lnTo>
                    <a:pt x="253710" y="2440833"/>
                  </a:lnTo>
                  <a:lnTo>
                    <a:pt x="255826" y="2427273"/>
                  </a:lnTo>
                  <a:lnTo>
                    <a:pt x="257891" y="2413713"/>
                  </a:lnTo>
                  <a:lnTo>
                    <a:pt x="259837" y="2400152"/>
                  </a:lnTo>
                  <a:lnTo>
                    <a:pt x="261745" y="2386592"/>
                  </a:lnTo>
                  <a:lnTo>
                    <a:pt x="263497" y="2373032"/>
                  </a:lnTo>
                  <a:lnTo>
                    <a:pt x="265190" y="2359472"/>
                  </a:lnTo>
                  <a:lnTo>
                    <a:pt x="266752" y="2345912"/>
                  </a:lnTo>
                  <a:lnTo>
                    <a:pt x="268198" y="2332351"/>
                  </a:lnTo>
                  <a:lnTo>
                    <a:pt x="269549" y="2318791"/>
                  </a:lnTo>
                  <a:lnTo>
                    <a:pt x="270718" y="2305231"/>
                  </a:lnTo>
                  <a:lnTo>
                    <a:pt x="271832" y="2291671"/>
                  </a:lnTo>
                  <a:lnTo>
                    <a:pt x="272708" y="2278111"/>
                  </a:lnTo>
                  <a:lnTo>
                    <a:pt x="273511" y="2264551"/>
                  </a:lnTo>
                  <a:lnTo>
                    <a:pt x="274125" y="2250990"/>
                  </a:lnTo>
                  <a:lnTo>
                    <a:pt x="274596" y="2237430"/>
                  </a:lnTo>
                  <a:lnTo>
                    <a:pt x="274934" y="2223870"/>
                  </a:lnTo>
                  <a:lnTo>
                    <a:pt x="275054" y="2210310"/>
                  </a:lnTo>
                  <a:lnTo>
                    <a:pt x="275104" y="2196750"/>
                  </a:lnTo>
                  <a:lnTo>
                    <a:pt x="274857" y="2183189"/>
                  </a:lnTo>
                  <a:lnTo>
                    <a:pt x="274537" y="2169629"/>
                  </a:lnTo>
                  <a:lnTo>
                    <a:pt x="273985" y="2156069"/>
                  </a:lnTo>
                  <a:lnTo>
                    <a:pt x="273282" y="2142509"/>
                  </a:lnTo>
                  <a:lnTo>
                    <a:pt x="272418" y="2128949"/>
                  </a:lnTo>
                  <a:lnTo>
                    <a:pt x="271326" y="2115389"/>
                  </a:lnTo>
                  <a:lnTo>
                    <a:pt x="270147" y="2101828"/>
                  </a:lnTo>
                  <a:lnTo>
                    <a:pt x="268661" y="2088268"/>
                  </a:lnTo>
                  <a:lnTo>
                    <a:pt x="267099" y="2074708"/>
                  </a:lnTo>
                  <a:lnTo>
                    <a:pt x="265284" y="2061148"/>
                  </a:lnTo>
                  <a:lnTo>
                    <a:pt x="263328" y="2047588"/>
                  </a:lnTo>
                  <a:lnTo>
                    <a:pt x="261198" y="2034027"/>
                  </a:lnTo>
                  <a:lnTo>
                    <a:pt x="258853" y="2020467"/>
                  </a:lnTo>
                  <a:lnTo>
                    <a:pt x="256411" y="2006907"/>
                  </a:lnTo>
                  <a:lnTo>
                    <a:pt x="253684" y="1993347"/>
                  </a:lnTo>
                  <a:lnTo>
                    <a:pt x="250884" y="1979787"/>
                  </a:lnTo>
                  <a:lnTo>
                    <a:pt x="247838" y="1966226"/>
                  </a:lnTo>
                  <a:lnTo>
                    <a:pt x="244672" y="1952666"/>
                  </a:lnTo>
                  <a:lnTo>
                    <a:pt x="241336" y="1939106"/>
                  </a:lnTo>
                  <a:lnTo>
                    <a:pt x="237819" y="1925546"/>
                  </a:lnTo>
                  <a:lnTo>
                    <a:pt x="234207" y="1911986"/>
                  </a:lnTo>
                  <a:lnTo>
                    <a:pt x="230357" y="1898426"/>
                  </a:lnTo>
                  <a:lnTo>
                    <a:pt x="226446" y="1884865"/>
                  </a:lnTo>
                  <a:lnTo>
                    <a:pt x="222319" y="1871305"/>
                  </a:lnTo>
                  <a:lnTo>
                    <a:pt x="218105" y="1857745"/>
                  </a:lnTo>
                  <a:lnTo>
                    <a:pt x="213746" y="1844185"/>
                  </a:lnTo>
                  <a:lnTo>
                    <a:pt x="209253" y="1830625"/>
                  </a:lnTo>
                  <a:lnTo>
                    <a:pt x="204679" y="1817064"/>
                  </a:lnTo>
                  <a:lnTo>
                    <a:pt x="199936" y="1803504"/>
                  </a:lnTo>
                  <a:lnTo>
                    <a:pt x="195148" y="1789944"/>
                  </a:lnTo>
                  <a:lnTo>
                    <a:pt x="190203" y="1776384"/>
                  </a:lnTo>
                  <a:lnTo>
                    <a:pt x="185206" y="1762824"/>
                  </a:lnTo>
                  <a:lnTo>
                    <a:pt x="180108" y="1749263"/>
                  </a:lnTo>
                  <a:lnTo>
                    <a:pt x="174935" y="1735703"/>
                  </a:lnTo>
                  <a:lnTo>
                    <a:pt x="169707" y="1722143"/>
                  </a:lnTo>
                  <a:lnTo>
                    <a:pt x="164393" y="1708583"/>
                  </a:lnTo>
                  <a:lnTo>
                    <a:pt x="159054" y="1695023"/>
                  </a:lnTo>
                  <a:lnTo>
                    <a:pt x="153641" y="1681463"/>
                  </a:lnTo>
                  <a:lnTo>
                    <a:pt x="148211" y="1667902"/>
                  </a:lnTo>
                  <a:lnTo>
                    <a:pt x="142743" y="1654342"/>
                  </a:lnTo>
                  <a:lnTo>
                    <a:pt x="137260" y="1640782"/>
                  </a:lnTo>
                  <a:lnTo>
                    <a:pt x="131764" y="1627222"/>
                  </a:lnTo>
                  <a:lnTo>
                    <a:pt x="126268" y="1613662"/>
                  </a:lnTo>
                  <a:lnTo>
                    <a:pt x="120772" y="1600101"/>
                  </a:lnTo>
                  <a:lnTo>
                    <a:pt x="115302" y="1586541"/>
                  </a:lnTo>
                  <a:lnTo>
                    <a:pt x="109847" y="1572981"/>
                  </a:lnTo>
                  <a:lnTo>
                    <a:pt x="104432" y="1559421"/>
                  </a:lnTo>
                  <a:lnTo>
                    <a:pt x="99059" y="1545861"/>
                  </a:lnTo>
                  <a:lnTo>
                    <a:pt x="93726" y="1532301"/>
                  </a:lnTo>
                  <a:lnTo>
                    <a:pt x="88477" y="1518740"/>
                  </a:lnTo>
                  <a:lnTo>
                    <a:pt x="83255" y="1505180"/>
                  </a:lnTo>
                  <a:lnTo>
                    <a:pt x="78171" y="1491620"/>
                  </a:lnTo>
                  <a:lnTo>
                    <a:pt x="73128" y="1478060"/>
                  </a:lnTo>
                  <a:lnTo>
                    <a:pt x="68211" y="1464500"/>
                  </a:lnTo>
                  <a:lnTo>
                    <a:pt x="63387" y="1450939"/>
                  </a:lnTo>
                  <a:lnTo>
                    <a:pt x="58664" y="1437379"/>
                  </a:lnTo>
                  <a:lnTo>
                    <a:pt x="54101" y="1423819"/>
                  </a:lnTo>
                  <a:lnTo>
                    <a:pt x="49599" y="1410259"/>
                  </a:lnTo>
                  <a:lnTo>
                    <a:pt x="45335" y="1396699"/>
                  </a:lnTo>
                  <a:lnTo>
                    <a:pt x="41136" y="1383138"/>
                  </a:lnTo>
                  <a:lnTo>
                    <a:pt x="37154" y="1369578"/>
                  </a:lnTo>
                  <a:lnTo>
                    <a:pt x="33305" y="1356018"/>
                  </a:lnTo>
                  <a:lnTo>
                    <a:pt x="29621" y="1342458"/>
                  </a:lnTo>
                  <a:lnTo>
                    <a:pt x="26158" y="1328898"/>
                  </a:lnTo>
                  <a:lnTo>
                    <a:pt x="22796" y="1315338"/>
                  </a:lnTo>
                  <a:lnTo>
                    <a:pt x="19754" y="1301777"/>
                  </a:lnTo>
                  <a:lnTo>
                    <a:pt x="16799" y="1288217"/>
                  </a:lnTo>
                  <a:lnTo>
                    <a:pt x="14147" y="1274657"/>
                  </a:lnTo>
                  <a:lnTo>
                    <a:pt x="11655" y="1261097"/>
                  </a:lnTo>
                  <a:lnTo>
                    <a:pt x="9390" y="1247537"/>
                  </a:lnTo>
                  <a:lnTo>
                    <a:pt x="7392" y="1233976"/>
                  </a:lnTo>
                  <a:lnTo>
                    <a:pt x="5533" y="1220416"/>
                  </a:lnTo>
                  <a:lnTo>
                    <a:pt x="4054" y="1206856"/>
                  </a:lnTo>
                  <a:lnTo>
                    <a:pt x="2679" y="1193296"/>
                  </a:lnTo>
                  <a:lnTo>
                    <a:pt x="1684" y="1179736"/>
                  </a:lnTo>
                  <a:lnTo>
                    <a:pt x="862" y="1166175"/>
                  </a:lnTo>
                  <a:lnTo>
                    <a:pt x="321" y="1152615"/>
                  </a:lnTo>
                  <a:lnTo>
                    <a:pt x="72" y="1139055"/>
                  </a:lnTo>
                  <a:lnTo>
                    <a:pt x="0" y="1125495"/>
                  </a:lnTo>
                  <a:lnTo>
                    <a:pt x="341" y="1111935"/>
                  </a:lnTo>
                  <a:lnTo>
                    <a:pt x="799" y="1098375"/>
                  </a:lnTo>
                  <a:lnTo>
                    <a:pt x="1695" y="1084814"/>
                  </a:lnTo>
                  <a:lnTo>
                    <a:pt x="2764" y="1071254"/>
                  </a:lnTo>
                  <a:lnTo>
                    <a:pt x="4158" y="1057694"/>
                  </a:lnTo>
                  <a:lnTo>
                    <a:pt x="5847" y="1044134"/>
                  </a:lnTo>
                  <a:lnTo>
                    <a:pt x="7745" y="1030574"/>
                  </a:lnTo>
                  <a:lnTo>
                    <a:pt x="10064" y="1017013"/>
                  </a:lnTo>
                  <a:lnTo>
                    <a:pt x="12506" y="1003453"/>
                  </a:lnTo>
                  <a:lnTo>
                    <a:pt x="15424" y="989893"/>
                  </a:lnTo>
                  <a:lnTo>
                    <a:pt x="18501" y="976333"/>
                  </a:lnTo>
                  <a:lnTo>
                    <a:pt x="21931" y="962773"/>
                  </a:lnTo>
                  <a:lnTo>
                    <a:pt x="25643" y="949213"/>
                  </a:lnTo>
                  <a:lnTo>
                    <a:pt x="29585" y="935652"/>
                  </a:lnTo>
                  <a:lnTo>
                    <a:pt x="33932" y="922092"/>
                  </a:lnTo>
                  <a:lnTo>
                    <a:pt x="38401" y="908532"/>
                  </a:lnTo>
                  <a:lnTo>
                    <a:pt x="43358" y="894972"/>
                  </a:lnTo>
                  <a:lnTo>
                    <a:pt x="48453" y="881412"/>
                  </a:lnTo>
                  <a:lnTo>
                    <a:pt x="53909" y="867851"/>
                  </a:lnTo>
                  <a:lnTo>
                    <a:pt x="59621" y="854291"/>
                  </a:lnTo>
                  <a:lnTo>
                    <a:pt x="65571" y="840731"/>
                  </a:lnTo>
                  <a:lnTo>
                    <a:pt x="71887" y="827171"/>
                  </a:lnTo>
                  <a:lnTo>
                    <a:pt x="78321" y="813611"/>
                  </a:lnTo>
                  <a:lnTo>
                    <a:pt x="85228" y="800050"/>
                  </a:lnTo>
                  <a:lnTo>
                    <a:pt x="92246" y="786490"/>
                  </a:lnTo>
                  <a:lnTo>
                    <a:pt x="99615" y="772930"/>
                  </a:lnTo>
                  <a:lnTo>
                    <a:pt x="107201" y="759370"/>
                  </a:lnTo>
                  <a:lnTo>
                    <a:pt x="115018" y="745810"/>
                  </a:lnTo>
                  <a:lnTo>
                    <a:pt x="123151" y="732250"/>
                  </a:lnTo>
                  <a:lnTo>
                    <a:pt x="131403" y="718689"/>
                  </a:lnTo>
                  <a:lnTo>
                    <a:pt x="140060" y="705129"/>
                  </a:lnTo>
                  <a:lnTo>
                    <a:pt x="148814" y="691569"/>
                  </a:lnTo>
                  <a:lnTo>
                    <a:pt x="157888" y="678009"/>
                  </a:lnTo>
                  <a:lnTo>
                    <a:pt x="167135" y="664449"/>
                  </a:lnTo>
                  <a:lnTo>
                    <a:pt x="176593" y="650888"/>
                  </a:lnTo>
                  <a:lnTo>
                    <a:pt x="186305" y="637328"/>
                  </a:lnTo>
                  <a:lnTo>
                    <a:pt x="196130" y="623768"/>
                  </a:lnTo>
                  <a:lnTo>
                    <a:pt x="206278" y="610208"/>
                  </a:lnTo>
                  <a:lnTo>
                    <a:pt x="216507" y="596648"/>
                  </a:lnTo>
                  <a:lnTo>
                    <a:pt x="227006" y="583087"/>
                  </a:lnTo>
                  <a:lnTo>
                    <a:pt x="237632" y="569527"/>
                  </a:lnTo>
                  <a:lnTo>
                    <a:pt x="248437" y="555967"/>
                  </a:lnTo>
                  <a:lnTo>
                    <a:pt x="259429" y="542407"/>
                  </a:lnTo>
                  <a:lnTo>
                    <a:pt x="270519" y="528847"/>
                  </a:lnTo>
                  <a:lnTo>
                    <a:pt x="281845" y="515287"/>
                  </a:lnTo>
                  <a:lnTo>
                    <a:pt x="293231" y="501726"/>
                  </a:lnTo>
                  <a:lnTo>
                    <a:pt x="304826" y="488166"/>
                  </a:lnTo>
                  <a:lnTo>
                    <a:pt x="316503" y="474606"/>
                  </a:lnTo>
                  <a:lnTo>
                    <a:pt x="328315" y="461046"/>
                  </a:lnTo>
                  <a:lnTo>
                    <a:pt x="340250" y="447486"/>
                  </a:lnTo>
                  <a:lnTo>
                    <a:pt x="352259" y="433925"/>
                  </a:lnTo>
                  <a:lnTo>
                    <a:pt x="364417" y="420365"/>
                  </a:lnTo>
                  <a:lnTo>
                    <a:pt x="376615" y="406805"/>
                  </a:lnTo>
                  <a:lnTo>
                    <a:pt x="388948" y="393245"/>
                  </a:lnTo>
                  <a:lnTo>
                    <a:pt x="401325" y="379685"/>
                  </a:lnTo>
                  <a:lnTo>
                    <a:pt x="413785" y="366125"/>
                  </a:lnTo>
                  <a:lnTo>
                    <a:pt x="426308" y="352564"/>
                  </a:lnTo>
                  <a:lnTo>
                    <a:pt x="438874" y="339004"/>
                  </a:lnTo>
                  <a:lnTo>
                    <a:pt x="451509" y="325444"/>
                  </a:lnTo>
                  <a:lnTo>
                    <a:pt x="464163" y="311884"/>
                  </a:lnTo>
                  <a:lnTo>
                    <a:pt x="476874" y="298324"/>
                  </a:lnTo>
                  <a:lnTo>
                    <a:pt x="489597" y="284763"/>
                  </a:lnTo>
                  <a:lnTo>
                    <a:pt x="502347" y="271203"/>
                  </a:lnTo>
                  <a:lnTo>
                    <a:pt x="515108" y="257643"/>
                  </a:lnTo>
                  <a:lnTo>
                    <a:pt x="527877" y="244083"/>
                  </a:lnTo>
                  <a:lnTo>
                    <a:pt x="540644" y="230523"/>
                  </a:lnTo>
                  <a:lnTo>
                    <a:pt x="553410" y="216962"/>
                  </a:lnTo>
                  <a:lnTo>
                    <a:pt x="566154" y="203402"/>
                  </a:lnTo>
                  <a:lnTo>
                    <a:pt x="578886" y="189842"/>
                  </a:lnTo>
                  <a:lnTo>
                    <a:pt x="591589" y="176282"/>
                  </a:lnTo>
                  <a:lnTo>
                    <a:pt x="604259" y="162722"/>
                  </a:lnTo>
                  <a:lnTo>
                    <a:pt x="616900" y="149162"/>
                  </a:lnTo>
                  <a:lnTo>
                    <a:pt x="629481" y="135601"/>
                  </a:lnTo>
                  <a:lnTo>
                    <a:pt x="642043" y="122041"/>
                  </a:lnTo>
                  <a:lnTo>
                    <a:pt x="654508" y="108481"/>
                  </a:lnTo>
                  <a:lnTo>
                    <a:pt x="666945" y="94921"/>
                  </a:lnTo>
                  <a:lnTo>
                    <a:pt x="679297" y="81361"/>
                  </a:lnTo>
                  <a:lnTo>
                    <a:pt x="691585" y="67800"/>
                  </a:lnTo>
                  <a:lnTo>
                    <a:pt x="703807" y="54240"/>
                  </a:lnTo>
                  <a:lnTo>
                    <a:pt x="715924" y="40680"/>
                  </a:lnTo>
                  <a:lnTo>
                    <a:pt x="728000" y="27120"/>
                  </a:lnTo>
                  <a:lnTo>
                    <a:pt x="739923" y="13560"/>
                  </a:lnTo>
                  <a:lnTo>
                    <a:pt x="751804" y="0"/>
                  </a:lnTo>
                  <a:lnTo>
                    <a:pt x="1840407" y="0"/>
                  </a:lnTo>
                  <a:lnTo>
                    <a:pt x="1852289" y="13560"/>
                  </a:lnTo>
                  <a:lnTo>
                    <a:pt x="1864211" y="27120"/>
                  </a:lnTo>
                  <a:lnTo>
                    <a:pt x="1876288" y="40680"/>
                  </a:lnTo>
                  <a:lnTo>
                    <a:pt x="1888404" y="54240"/>
                  </a:lnTo>
                  <a:lnTo>
                    <a:pt x="1900626" y="67800"/>
                  </a:lnTo>
                  <a:lnTo>
                    <a:pt x="1912915" y="81361"/>
                  </a:lnTo>
                  <a:lnTo>
                    <a:pt x="1925266" y="94921"/>
                  </a:lnTo>
                  <a:lnTo>
                    <a:pt x="1937704" y="108481"/>
                  </a:lnTo>
                  <a:lnTo>
                    <a:pt x="1950169" y="122041"/>
                  </a:lnTo>
                  <a:lnTo>
                    <a:pt x="1962730" y="135601"/>
                  </a:lnTo>
                  <a:lnTo>
                    <a:pt x="1975311" y="149162"/>
                  </a:lnTo>
                  <a:lnTo>
                    <a:pt x="1987953" y="162722"/>
                  </a:lnTo>
                  <a:lnTo>
                    <a:pt x="2000623" y="176282"/>
                  </a:lnTo>
                  <a:lnTo>
                    <a:pt x="2013325" y="189842"/>
                  </a:lnTo>
                  <a:lnTo>
                    <a:pt x="2026058" y="203402"/>
                  </a:lnTo>
                  <a:lnTo>
                    <a:pt x="2038802" y="216962"/>
                  </a:lnTo>
                  <a:lnTo>
                    <a:pt x="2051568" y="230523"/>
                  </a:lnTo>
                  <a:lnTo>
                    <a:pt x="2064335" y="244083"/>
                  </a:lnTo>
                  <a:lnTo>
                    <a:pt x="2077104" y="257643"/>
                  </a:lnTo>
                  <a:lnTo>
                    <a:pt x="2089864" y="271203"/>
                  </a:lnTo>
                  <a:lnTo>
                    <a:pt x="2102615" y="284763"/>
                  </a:lnTo>
                  <a:lnTo>
                    <a:pt x="2115338" y="298324"/>
                  </a:lnTo>
                  <a:lnTo>
                    <a:pt x="2128048" y="311884"/>
                  </a:lnTo>
                  <a:lnTo>
                    <a:pt x="2140702" y="325444"/>
                  </a:lnTo>
                  <a:lnTo>
                    <a:pt x="2153337" y="339004"/>
                  </a:lnTo>
                  <a:lnTo>
                    <a:pt x="2165904" y="352564"/>
                  </a:lnTo>
                  <a:lnTo>
                    <a:pt x="2178426" y="366125"/>
                  </a:lnTo>
                  <a:lnTo>
                    <a:pt x="2190887" y="379685"/>
                  </a:lnTo>
                  <a:lnTo>
                    <a:pt x="2203264" y="393245"/>
                  </a:lnTo>
                  <a:lnTo>
                    <a:pt x="2215597" y="406805"/>
                  </a:lnTo>
                  <a:lnTo>
                    <a:pt x="2227794" y="420365"/>
                  </a:lnTo>
                  <a:lnTo>
                    <a:pt x="2239953" y="433925"/>
                  </a:lnTo>
                  <a:lnTo>
                    <a:pt x="2251962" y="447486"/>
                  </a:lnTo>
                  <a:lnTo>
                    <a:pt x="2263896" y="461046"/>
                  </a:lnTo>
                  <a:lnTo>
                    <a:pt x="2275709" y="474606"/>
                  </a:lnTo>
                  <a:lnTo>
                    <a:pt x="2287386" y="488166"/>
                  </a:lnTo>
                  <a:lnTo>
                    <a:pt x="2298980" y="501726"/>
                  </a:lnTo>
                  <a:lnTo>
                    <a:pt x="2310367" y="515287"/>
                  </a:lnTo>
                  <a:lnTo>
                    <a:pt x="2321693" y="528847"/>
                  </a:lnTo>
                  <a:lnTo>
                    <a:pt x="2332783" y="542407"/>
                  </a:lnTo>
                  <a:lnTo>
                    <a:pt x="2343775" y="555967"/>
                  </a:lnTo>
                  <a:lnTo>
                    <a:pt x="2354580" y="569527"/>
                  </a:lnTo>
                  <a:lnTo>
                    <a:pt x="2365206" y="583087"/>
                  </a:lnTo>
                  <a:lnTo>
                    <a:pt x="2375705" y="596648"/>
                  </a:lnTo>
                  <a:lnTo>
                    <a:pt x="2385933" y="610208"/>
                  </a:lnTo>
                  <a:lnTo>
                    <a:pt x="2396082" y="623768"/>
                  </a:lnTo>
                  <a:lnTo>
                    <a:pt x="2405907" y="637328"/>
                  </a:lnTo>
                  <a:lnTo>
                    <a:pt x="2415618" y="650888"/>
                  </a:lnTo>
                  <a:lnTo>
                    <a:pt x="2425077" y="664449"/>
                  </a:lnTo>
                  <a:lnTo>
                    <a:pt x="2434323" y="678009"/>
                  </a:lnTo>
                  <a:lnTo>
                    <a:pt x="2443397" y="691569"/>
                  </a:lnTo>
                  <a:lnTo>
                    <a:pt x="2452152" y="705129"/>
                  </a:lnTo>
                  <a:lnTo>
                    <a:pt x="2460809" y="718689"/>
                  </a:lnTo>
                  <a:lnTo>
                    <a:pt x="2469061" y="732250"/>
                  </a:lnTo>
                  <a:lnTo>
                    <a:pt x="2477193" y="745810"/>
                  </a:lnTo>
                  <a:lnTo>
                    <a:pt x="2485011" y="759370"/>
                  </a:lnTo>
                  <a:lnTo>
                    <a:pt x="2492597" y="772930"/>
                  </a:lnTo>
                  <a:lnTo>
                    <a:pt x="2499965" y="786490"/>
                  </a:lnTo>
                  <a:lnTo>
                    <a:pt x="2506984" y="800050"/>
                  </a:lnTo>
                  <a:lnTo>
                    <a:pt x="2513891" y="813611"/>
                  </a:lnTo>
                  <a:lnTo>
                    <a:pt x="2520324" y="827171"/>
                  </a:lnTo>
                  <a:lnTo>
                    <a:pt x="2526641" y="840731"/>
                  </a:lnTo>
                  <a:lnTo>
                    <a:pt x="2532590" y="854291"/>
                  </a:lnTo>
                  <a:lnTo>
                    <a:pt x="2538302" y="867851"/>
                  </a:lnTo>
                  <a:lnTo>
                    <a:pt x="2543759" y="881412"/>
                  </a:lnTo>
                  <a:lnTo>
                    <a:pt x="2548854" y="894972"/>
                  </a:lnTo>
                  <a:lnTo>
                    <a:pt x="2553811" y="908532"/>
                  </a:lnTo>
                  <a:lnTo>
                    <a:pt x="2558280" y="922092"/>
                  </a:lnTo>
                  <a:lnTo>
                    <a:pt x="2562626" y="935652"/>
                  </a:lnTo>
                  <a:lnTo>
                    <a:pt x="2566568" y="949213"/>
                  </a:lnTo>
                  <a:lnTo>
                    <a:pt x="2570281" y="962773"/>
                  </a:lnTo>
                  <a:lnTo>
                    <a:pt x="2573711" y="976333"/>
                  </a:lnTo>
                  <a:lnTo>
                    <a:pt x="2576788" y="989893"/>
                  </a:lnTo>
                  <a:lnTo>
                    <a:pt x="2579706" y="1003453"/>
                  </a:lnTo>
                  <a:lnTo>
                    <a:pt x="2582147" y="1017013"/>
                  </a:lnTo>
                  <a:lnTo>
                    <a:pt x="2584466" y="1030574"/>
                  </a:lnTo>
                  <a:lnTo>
                    <a:pt x="2586364" y="1044134"/>
                  </a:lnTo>
                  <a:lnTo>
                    <a:pt x="2588054" y="1057694"/>
                  </a:lnTo>
                  <a:lnTo>
                    <a:pt x="2589448" y="1071254"/>
                  </a:lnTo>
                  <a:lnTo>
                    <a:pt x="2590516" y="1084814"/>
                  </a:lnTo>
                  <a:lnTo>
                    <a:pt x="2591413" y="1098375"/>
                  </a:lnTo>
                  <a:lnTo>
                    <a:pt x="2591871" y="1111935"/>
                  </a:lnTo>
                  <a:lnTo>
                    <a:pt x="2592212" y="1125495"/>
                  </a:lnTo>
                  <a:lnTo>
                    <a:pt x="2592140" y="1139055"/>
                  </a:lnTo>
                  <a:lnTo>
                    <a:pt x="2591890" y="1152615"/>
                  </a:lnTo>
                  <a:lnTo>
                    <a:pt x="2591350" y="1166175"/>
                  </a:lnTo>
                  <a:lnTo>
                    <a:pt x="2590527" y="1179736"/>
                  </a:lnTo>
                  <a:lnTo>
                    <a:pt x="2589532" y="1193296"/>
                  </a:lnTo>
                  <a:lnTo>
                    <a:pt x="2588158" y="1206856"/>
                  </a:lnTo>
                  <a:lnTo>
                    <a:pt x="2586679" y="1220416"/>
                  </a:lnTo>
                  <a:lnTo>
                    <a:pt x="2584820" y="1233976"/>
                  </a:lnTo>
                  <a:lnTo>
                    <a:pt x="2582821" y="1247537"/>
                  </a:lnTo>
                  <a:lnTo>
                    <a:pt x="2580556" y="1261097"/>
                  </a:lnTo>
                  <a:lnTo>
                    <a:pt x="2578064" y="1274657"/>
                  </a:lnTo>
                  <a:lnTo>
                    <a:pt x="2575413" y="1288217"/>
                  </a:lnTo>
                  <a:lnTo>
                    <a:pt x="2572458" y="1301777"/>
                  </a:lnTo>
                  <a:lnTo>
                    <a:pt x="2569416" y="1315338"/>
                  </a:lnTo>
                  <a:lnTo>
                    <a:pt x="2566053" y="1328898"/>
                  </a:lnTo>
                  <a:lnTo>
                    <a:pt x="2562591" y="1342458"/>
                  </a:lnTo>
                  <a:lnTo>
                    <a:pt x="2558906" y="1356018"/>
                  </a:lnTo>
                  <a:lnTo>
                    <a:pt x="2555058" y="1369578"/>
                  </a:lnTo>
                  <a:lnTo>
                    <a:pt x="2551075" y="1383138"/>
                  </a:lnTo>
                  <a:lnTo>
                    <a:pt x="2546877" y="1396699"/>
                  </a:lnTo>
                  <a:lnTo>
                    <a:pt x="2542613" y="1410259"/>
                  </a:lnTo>
                  <a:lnTo>
                    <a:pt x="2538111" y="1423819"/>
                  </a:lnTo>
                  <a:lnTo>
                    <a:pt x="2533547" y="1437379"/>
                  </a:lnTo>
                  <a:lnTo>
                    <a:pt x="2528824" y="1450939"/>
                  </a:lnTo>
                  <a:lnTo>
                    <a:pt x="2524001" y="1464500"/>
                  </a:lnTo>
                  <a:lnTo>
                    <a:pt x="2519084" y="1478060"/>
                  </a:lnTo>
                  <a:lnTo>
                    <a:pt x="2514040" y="1491620"/>
                  </a:lnTo>
                  <a:lnTo>
                    <a:pt x="2508957" y="1505180"/>
                  </a:lnTo>
                  <a:lnTo>
                    <a:pt x="2503734" y="1518740"/>
                  </a:lnTo>
                  <a:lnTo>
                    <a:pt x="2498486" y="1532301"/>
                  </a:lnTo>
                  <a:lnTo>
                    <a:pt x="2493153" y="1545861"/>
                  </a:lnTo>
                  <a:lnTo>
                    <a:pt x="2487780" y="1559421"/>
                  </a:lnTo>
                  <a:lnTo>
                    <a:pt x="2482365" y="1572981"/>
                  </a:lnTo>
                  <a:lnTo>
                    <a:pt x="2476910" y="1586541"/>
                  </a:lnTo>
                  <a:lnTo>
                    <a:pt x="2471440" y="1600101"/>
                  </a:lnTo>
                  <a:lnTo>
                    <a:pt x="2465944" y="1613662"/>
                  </a:lnTo>
                  <a:lnTo>
                    <a:pt x="2460447" y="1627222"/>
                  </a:lnTo>
                  <a:lnTo>
                    <a:pt x="2454952" y="1640782"/>
                  </a:lnTo>
                  <a:lnTo>
                    <a:pt x="2449468" y="1654342"/>
                  </a:lnTo>
                  <a:lnTo>
                    <a:pt x="2444001" y="1667902"/>
                  </a:lnTo>
                  <a:lnTo>
                    <a:pt x="2438570" y="1681463"/>
                  </a:lnTo>
                  <a:lnTo>
                    <a:pt x="2433157" y="1695023"/>
                  </a:lnTo>
                  <a:lnTo>
                    <a:pt x="2427819" y="1708583"/>
                  </a:lnTo>
                  <a:lnTo>
                    <a:pt x="2422504" y="1722143"/>
                  </a:lnTo>
                  <a:lnTo>
                    <a:pt x="2417277" y="1735703"/>
                  </a:lnTo>
                  <a:lnTo>
                    <a:pt x="2412103" y="1749263"/>
                  </a:lnTo>
                  <a:lnTo>
                    <a:pt x="2407006" y="1762824"/>
                  </a:lnTo>
                  <a:lnTo>
                    <a:pt x="2402008" y="1776384"/>
                  </a:lnTo>
                  <a:lnTo>
                    <a:pt x="2397064" y="1789944"/>
                  </a:lnTo>
                  <a:lnTo>
                    <a:pt x="2392276" y="1803504"/>
                  </a:lnTo>
                  <a:lnTo>
                    <a:pt x="2387533" y="1817064"/>
                  </a:lnTo>
                  <a:lnTo>
                    <a:pt x="2382959" y="1830625"/>
                  </a:lnTo>
                  <a:lnTo>
                    <a:pt x="2378466" y="1844185"/>
                  </a:lnTo>
                  <a:lnTo>
                    <a:pt x="2374107" y="1857745"/>
                  </a:lnTo>
                  <a:lnTo>
                    <a:pt x="2369892" y="1871305"/>
                  </a:lnTo>
                  <a:lnTo>
                    <a:pt x="2365766" y="1884865"/>
                  </a:lnTo>
                  <a:lnTo>
                    <a:pt x="2361855" y="1898426"/>
                  </a:lnTo>
                  <a:lnTo>
                    <a:pt x="2358005" y="1911986"/>
                  </a:lnTo>
                  <a:lnTo>
                    <a:pt x="2354392" y="1925546"/>
                  </a:lnTo>
                  <a:lnTo>
                    <a:pt x="2350875" y="1939106"/>
                  </a:lnTo>
                  <a:lnTo>
                    <a:pt x="2347540" y="1952666"/>
                  </a:lnTo>
                  <a:lnTo>
                    <a:pt x="2344374" y="1966226"/>
                  </a:lnTo>
                  <a:lnTo>
                    <a:pt x="2341327" y="1979787"/>
                  </a:lnTo>
                  <a:lnTo>
                    <a:pt x="2338528" y="1993347"/>
                  </a:lnTo>
                  <a:lnTo>
                    <a:pt x="2335801" y="2006907"/>
                  </a:lnTo>
                  <a:lnTo>
                    <a:pt x="2333359" y="2020467"/>
                  </a:lnTo>
                  <a:lnTo>
                    <a:pt x="2331013" y="2034027"/>
                  </a:lnTo>
                  <a:lnTo>
                    <a:pt x="2328883" y="2047588"/>
                  </a:lnTo>
                  <a:lnTo>
                    <a:pt x="2326927" y="2061148"/>
                  </a:lnTo>
                  <a:lnTo>
                    <a:pt x="2325113" y="2074708"/>
                  </a:lnTo>
                  <a:lnTo>
                    <a:pt x="2323550" y="2088268"/>
                  </a:lnTo>
                  <a:lnTo>
                    <a:pt x="2322064" y="2101828"/>
                  </a:lnTo>
                  <a:lnTo>
                    <a:pt x="2320885" y="2115389"/>
                  </a:lnTo>
                  <a:lnTo>
                    <a:pt x="2319793" y="2128949"/>
                  </a:lnTo>
                  <a:lnTo>
                    <a:pt x="2318929" y="2142509"/>
                  </a:lnTo>
                  <a:lnTo>
                    <a:pt x="2318227" y="2156069"/>
                  </a:lnTo>
                  <a:lnTo>
                    <a:pt x="2317675" y="2169629"/>
                  </a:lnTo>
                  <a:lnTo>
                    <a:pt x="2317354" y="2183189"/>
                  </a:lnTo>
                  <a:lnTo>
                    <a:pt x="2317107" y="2196750"/>
                  </a:lnTo>
                  <a:lnTo>
                    <a:pt x="2317158" y="2210310"/>
                  </a:lnTo>
                  <a:lnTo>
                    <a:pt x="2317278" y="2223870"/>
                  </a:lnTo>
                  <a:lnTo>
                    <a:pt x="2317616" y="2237430"/>
                  </a:lnTo>
                  <a:lnTo>
                    <a:pt x="2318087" y="2250990"/>
                  </a:lnTo>
                  <a:lnTo>
                    <a:pt x="2318701" y="2264551"/>
                  </a:lnTo>
                  <a:lnTo>
                    <a:pt x="2319504" y="2278111"/>
                  </a:lnTo>
                  <a:lnTo>
                    <a:pt x="2320380" y="2291671"/>
                  </a:lnTo>
                  <a:lnTo>
                    <a:pt x="2321493" y="2305231"/>
                  </a:lnTo>
                  <a:lnTo>
                    <a:pt x="2322663" y="2318791"/>
                  </a:lnTo>
                  <a:lnTo>
                    <a:pt x="2324014" y="2332351"/>
                  </a:lnTo>
                  <a:lnTo>
                    <a:pt x="2325460" y="2345912"/>
                  </a:lnTo>
                  <a:lnTo>
                    <a:pt x="2327021" y="2359472"/>
                  </a:lnTo>
                  <a:lnTo>
                    <a:pt x="2328714" y="2373032"/>
                  </a:lnTo>
                  <a:lnTo>
                    <a:pt x="2330466" y="2386592"/>
                  </a:lnTo>
                  <a:lnTo>
                    <a:pt x="2332375" y="2400152"/>
                  </a:lnTo>
                  <a:lnTo>
                    <a:pt x="2334320" y="2413713"/>
                  </a:lnTo>
                  <a:lnTo>
                    <a:pt x="2336386" y="2427273"/>
                  </a:lnTo>
                  <a:lnTo>
                    <a:pt x="2338501" y="2440833"/>
                  </a:lnTo>
                  <a:lnTo>
                    <a:pt x="2340687" y="2454393"/>
                  </a:lnTo>
                  <a:lnTo>
                    <a:pt x="2342936" y="2467953"/>
                  </a:lnTo>
                  <a:lnTo>
                    <a:pt x="2345218" y="2481514"/>
                  </a:lnTo>
                  <a:lnTo>
                    <a:pt x="2347561" y="2495074"/>
                  </a:lnTo>
                  <a:lnTo>
                    <a:pt x="2349917" y="2508634"/>
                  </a:lnTo>
                  <a:lnTo>
                    <a:pt x="2352309" y="2522194"/>
                  </a:lnTo>
                  <a:lnTo>
                    <a:pt x="2354706" y="2535754"/>
                  </a:lnTo>
                  <a:lnTo>
                    <a:pt x="2357111" y="2549314"/>
                  </a:lnTo>
                  <a:lnTo>
                    <a:pt x="2359507" y="2562875"/>
                  </a:lnTo>
                  <a:lnTo>
                    <a:pt x="2361898" y="2576435"/>
                  </a:lnTo>
                  <a:lnTo>
                    <a:pt x="2364250" y="2589995"/>
                  </a:lnTo>
                  <a:lnTo>
                    <a:pt x="2366589" y="2603555"/>
                  </a:lnTo>
                  <a:lnTo>
                    <a:pt x="2368862" y="2617115"/>
                  </a:lnTo>
                  <a:lnTo>
                    <a:pt x="2371100" y="2630676"/>
                  </a:lnTo>
                  <a:lnTo>
                    <a:pt x="2373271" y="2644236"/>
                  </a:lnTo>
                  <a:lnTo>
                    <a:pt x="2375365" y="2657796"/>
                  </a:lnTo>
                  <a:lnTo>
                    <a:pt x="2377405" y="2671356"/>
                  </a:lnTo>
                  <a:lnTo>
                    <a:pt x="2379311" y="2684916"/>
                  </a:lnTo>
                  <a:lnTo>
                    <a:pt x="2381177" y="2698477"/>
                  </a:lnTo>
                  <a:lnTo>
                    <a:pt x="2382867" y="2712037"/>
                  </a:lnTo>
                  <a:lnTo>
                    <a:pt x="2384490" y="2725597"/>
                  </a:lnTo>
                  <a:lnTo>
                    <a:pt x="2385963" y="2739157"/>
                  </a:lnTo>
                  <a:lnTo>
                    <a:pt x="2387302" y="2752717"/>
                  </a:lnTo>
                  <a:lnTo>
                    <a:pt x="2388531" y="2766277"/>
                  </a:lnTo>
                  <a:lnTo>
                    <a:pt x="2389546" y="2779838"/>
                  </a:lnTo>
                  <a:lnTo>
                    <a:pt x="2390494" y="2793398"/>
                  </a:lnTo>
                  <a:lnTo>
                    <a:pt x="2391157" y="2806958"/>
                  </a:lnTo>
                  <a:lnTo>
                    <a:pt x="2391732" y="2820518"/>
                  </a:lnTo>
                  <a:lnTo>
                    <a:pt x="2392075" y="2834078"/>
                  </a:lnTo>
                  <a:lnTo>
                    <a:pt x="2392241" y="2847639"/>
                  </a:lnTo>
                  <a:lnTo>
                    <a:pt x="2392241" y="2861199"/>
                  </a:lnTo>
                  <a:lnTo>
                    <a:pt x="2391966" y="2874759"/>
                  </a:lnTo>
                  <a:lnTo>
                    <a:pt x="2391602" y="2888319"/>
                  </a:lnTo>
                  <a:lnTo>
                    <a:pt x="2390855" y="2901879"/>
                  </a:lnTo>
                  <a:lnTo>
                    <a:pt x="2390011" y="2915439"/>
                  </a:lnTo>
                  <a:lnTo>
                    <a:pt x="2388862" y="2929000"/>
                  </a:lnTo>
                  <a:lnTo>
                    <a:pt x="2387511" y="2942560"/>
                  </a:lnTo>
                  <a:lnTo>
                    <a:pt x="2385945" y="2956120"/>
                  </a:lnTo>
                  <a:lnTo>
                    <a:pt x="2384064" y="2969680"/>
                  </a:lnTo>
                  <a:lnTo>
                    <a:pt x="2382065" y="2983240"/>
                  </a:lnTo>
                  <a:lnTo>
                    <a:pt x="2379636" y="2996801"/>
                  </a:lnTo>
                  <a:lnTo>
                    <a:pt x="2377097" y="3010361"/>
                  </a:lnTo>
                  <a:lnTo>
                    <a:pt x="2374197" y="3023921"/>
                  </a:lnTo>
                  <a:lnTo>
                    <a:pt x="2371090" y="3037481"/>
                  </a:lnTo>
                  <a:lnTo>
                    <a:pt x="2367726" y="3051041"/>
                  </a:lnTo>
                  <a:lnTo>
                    <a:pt x="2364039" y="3064602"/>
                  </a:lnTo>
                  <a:lnTo>
                    <a:pt x="2360206" y="3078162"/>
                  </a:lnTo>
                  <a:lnTo>
                    <a:pt x="2355931" y="3091722"/>
                  </a:lnTo>
                  <a:lnTo>
                    <a:pt x="2351542" y="3105282"/>
                  </a:lnTo>
                  <a:lnTo>
                    <a:pt x="2346759" y="3118842"/>
                  </a:lnTo>
                  <a:lnTo>
                    <a:pt x="2341779" y="3132402"/>
                  </a:lnTo>
                  <a:lnTo>
                    <a:pt x="2336521" y="3145963"/>
                  </a:lnTo>
                  <a:lnTo>
                    <a:pt x="2330952" y="3159523"/>
                  </a:lnTo>
                  <a:lnTo>
                    <a:pt x="2325221" y="3173083"/>
                  </a:lnTo>
                  <a:lnTo>
                    <a:pt x="2319069" y="3186643"/>
                  </a:lnTo>
                  <a:lnTo>
                    <a:pt x="2312805" y="3200203"/>
                  </a:lnTo>
                  <a:lnTo>
                    <a:pt x="2306144" y="3213764"/>
                  </a:lnTo>
                  <a:lnTo>
                    <a:pt x="2299310" y="3227324"/>
                  </a:lnTo>
                  <a:lnTo>
                    <a:pt x="2292195" y="3240884"/>
                  </a:lnTo>
                  <a:lnTo>
                    <a:pt x="2284806" y="3254444"/>
                  </a:lnTo>
                  <a:lnTo>
                    <a:pt x="2277249" y="3268004"/>
                  </a:lnTo>
                  <a:lnTo>
                    <a:pt x="2269321" y="3281565"/>
                  </a:lnTo>
                  <a:lnTo>
                    <a:pt x="2261291" y="3295125"/>
                  </a:lnTo>
                  <a:lnTo>
                    <a:pt x="2252889" y="3308685"/>
                  </a:lnTo>
                  <a:lnTo>
                    <a:pt x="2244349" y="3322245"/>
                  </a:lnTo>
                  <a:lnTo>
                    <a:pt x="2235548" y="3335805"/>
                  </a:lnTo>
                  <a:lnTo>
                    <a:pt x="2226523" y="3349365"/>
                  </a:lnTo>
                  <a:lnTo>
                    <a:pt x="2217340" y="3362926"/>
                  </a:lnTo>
                  <a:lnTo>
                    <a:pt x="2207857" y="3376486"/>
                  </a:lnTo>
                  <a:lnTo>
                    <a:pt x="2198288" y="3390046"/>
                  </a:lnTo>
                  <a:lnTo>
                    <a:pt x="2188402" y="3403606"/>
                  </a:lnTo>
                  <a:lnTo>
                    <a:pt x="2178416" y="3417166"/>
                  </a:lnTo>
                  <a:lnTo>
                    <a:pt x="2168210" y="3430727"/>
                  </a:lnTo>
                  <a:lnTo>
                    <a:pt x="2157840" y="3444287"/>
                  </a:lnTo>
                  <a:lnTo>
                    <a:pt x="2147337" y="3457847"/>
                  </a:lnTo>
                  <a:lnTo>
                    <a:pt x="2136617" y="3471407"/>
                  </a:lnTo>
                  <a:lnTo>
                    <a:pt x="2125833" y="3484967"/>
                  </a:lnTo>
                  <a:lnTo>
                    <a:pt x="2114809" y="3498527"/>
                  </a:lnTo>
                  <a:lnTo>
                    <a:pt x="2103724" y="3512088"/>
                  </a:lnTo>
                  <a:lnTo>
                    <a:pt x="2092478" y="3525648"/>
                  </a:lnTo>
                  <a:lnTo>
                    <a:pt x="2081129" y="3539208"/>
                  </a:lnTo>
                  <a:lnTo>
                    <a:pt x="2069687" y="3552768"/>
                  </a:lnTo>
                  <a:lnTo>
                    <a:pt x="2058115" y="3566328"/>
                  </a:lnTo>
                  <a:lnTo>
                    <a:pt x="2046501" y="3579889"/>
                  </a:lnTo>
                  <a:lnTo>
                    <a:pt x="2034745" y="3593449"/>
                  </a:lnTo>
                  <a:lnTo>
                    <a:pt x="2022960" y="3607009"/>
                  </a:lnTo>
                  <a:lnTo>
                    <a:pt x="2011087" y="3620569"/>
                  </a:lnTo>
                  <a:lnTo>
                    <a:pt x="1999170" y="3634129"/>
                  </a:lnTo>
                  <a:lnTo>
                    <a:pt x="1987207" y="3647690"/>
                  </a:lnTo>
                  <a:lnTo>
                    <a:pt x="1975197" y="3661250"/>
                  </a:lnTo>
                  <a:lnTo>
                    <a:pt x="1963170" y="3674810"/>
                  </a:lnTo>
                  <a:lnTo>
                    <a:pt x="1951107" y="3688370"/>
                  </a:lnTo>
                  <a:lnTo>
                    <a:pt x="1939041" y="3701930"/>
                  </a:lnTo>
                  <a:lnTo>
                    <a:pt x="1926965" y="3715490"/>
                  </a:lnTo>
                  <a:lnTo>
                    <a:pt x="1914896" y="3729051"/>
                  </a:lnTo>
                  <a:lnTo>
                    <a:pt x="1902834" y="3742611"/>
                  </a:lnTo>
                  <a:lnTo>
                    <a:pt x="1890799" y="3756171"/>
                  </a:lnTo>
                  <a:lnTo>
                    <a:pt x="1878776" y="3769731"/>
                  </a:lnTo>
                  <a:lnTo>
                    <a:pt x="1866811" y="3783291"/>
                  </a:lnTo>
                  <a:lnTo>
                    <a:pt x="1854865" y="3796852"/>
                  </a:lnTo>
                  <a:lnTo>
                    <a:pt x="1842989" y="3810412"/>
                  </a:lnTo>
                  <a:lnTo>
                    <a:pt x="1831158" y="3823972"/>
                  </a:lnTo>
                  <a:lnTo>
                    <a:pt x="1819390" y="3837532"/>
                  </a:lnTo>
                  <a:lnTo>
                    <a:pt x="1807706" y="3851092"/>
                  </a:lnTo>
                  <a:lnTo>
                    <a:pt x="1796067" y="3864652"/>
                  </a:lnTo>
                  <a:lnTo>
                    <a:pt x="1784561" y="3878213"/>
                  </a:lnTo>
                  <a:lnTo>
                    <a:pt x="1773093" y="3891773"/>
                  </a:lnTo>
                  <a:lnTo>
                    <a:pt x="1761769" y="3905333"/>
                  </a:lnTo>
                  <a:lnTo>
                    <a:pt x="1750516" y="3918893"/>
                  </a:lnTo>
                  <a:lnTo>
                    <a:pt x="1739377" y="3932453"/>
                  </a:lnTo>
                  <a:lnTo>
                    <a:pt x="1728364" y="3946014"/>
                  </a:lnTo>
                  <a:lnTo>
                    <a:pt x="1717427" y="3959574"/>
                  </a:lnTo>
                  <a:lnTo>
                    <a:pt x="1706676" y="3973134"/>
                  </a:lnTo>
                  <a:lnTo>
                    <a:pt x="1695980" y="3986694"/>
                  </a:lnTo>
                  <a:lnTo>
                    <a:pt x="1685489" y="4000254"/>
                  </a:lnTo>
                  <a:lnTo>
                    <a:pt x="1675083" y="4013815"/>
                  </a:lnTo>
                  <a:lnTo>
                    <a:pt x="1664836" y="4027375"/>
                  </a:lnTo>
                  <a:lnTo>
                    <a:pt x="1654738" y="4040935"/>
                  </a:lnTo>
                  <a:lnTo>
                    <a:pt x="1644744" y="4054495"/>
                  </a:lnTo>
                  <a:lnTo>
                    <a:pt x="1634970" y="4068055"/>
                  </a:lnTo>
                  <a:lnTo>
                    <a:pt x="1625260" y="4081615"/>
                  </a:lnTo>
                  <a:lnTo>
                    <a:pt x="1615804" y="4095176"/>
                  </a:lnTo>
                  <a:lnTo>
                    <a:pt x="1606434" y="4108736"/>
                  </a:lnTo>
                  <a:lnTo>
                    <a:pt x="1597258" y="4122296"/>
                  </a:lnTo>
                  <a:lnTo>
                    <a:pt x="1588240" y="4135856"/>
                  </a:lnTo>
                  <a:lnTo>
                    <a:pt x="1579349" y="4149416"/>
                  </a:lnTo>
                  <a:lnTo>
                    <a:pt x="1570690" y="4162977"/>
                  </a:lnTo>
                  <a:lnTo>
                    <a:pt x="1562101" y="4176537"/>
                  </a:lnTo>
                  <a:lnTo>
                    <a:pt x="1553796" y="4190097"/>
                  </a:lnTo>
                  <a:lnTo>
                    <a:pt x="1545573" y="4203657"/>
                  </a:lnTo>
                  <a:lnTo>
                    <a:pt x="1537565" y="4217217"/>
                  </a:lnTo>
                  <a:lnTo>
                    <a:pt x="1529712" y="4230778"/>
                  </a:lnTo>
                  <a:lnTo>
                    <a:pt x="1522003" y="4244338"/>
                  </a:lnTo>
                  <a:lnTo>
                    <a:pt x="1514521" y="4257898"/>
                  </a:lnTo>
                  <a:lnTo>
                    <a:pt x="1507110" y="4271458"/>
                  </a:lnTo>
                  <a:lnTo>
                    <a:pt x="1499998" y="4285018"/>
                  </a:lnTo>
                  <a:lnTo>
                    <a:pt x="1492957" y="4298578"/>
                  </a:lnTo>
                  <a:lnTo>
                    <a:pt x="1486141" y="4312139"/>
                  </a:lnTo>
                  <a:lnTo>
                    <a:pt x="1479468" y="4325699"/>
                  </a:lnTo>
                  <a:lnTo>
                    <a:pt x="1472946" y="4339259"/>
                  </a:lnTo>
                  <a:lnTo>
                    <a:pt x="1466635" y="4352819"/>
                  </a:lnTo>
                  <a:lnTo>
                    <a:pt x="1460404" y="4366379"/>
                  </a:lnTo>
                  <a:lnTo>
                    <a:pt x="1454450" y="4379940"/>
                  </a:lnTo>
                  <a:lnTo>
                    <a:pt x="1448564" y="4393500"/>
                  </a:lnTo>
                  <a:lnTo>
                    <a:pt x="1442902" y="4407060"/>
                  </a:lnTo>
                  <a:lnTo>
                    <a:pt x="1437363" y="4420620"/>
                  </a:lnTo>
                  <a:lnTo>
                    <a:pt x="1431977" y="4434180"/>
                  </a:lnTo>
                  <a:lnTo>
                    <a:pt x="1426778" y="4447740"/>
                  </a:lnTo>
                  <a:lnTo>
                    <a:pt x="1421662" y="4461301"/>
                  </a:lnTo>
                  <a:lnTo>
                    <a:pt x="1416793" y="4474861"/>
                  </a:lnTo>
                  <a:lnTo>
                    <a:pt x="1411986" y="4488421"/>
                  </a:lnTo>
                  <a:lnTo>
                    <a:pt x="1407392" y="4501981"/>
                  </a:lnTo>
                  <a:lnTo>
                    <a:pt x="1402901" y="4515541"/>
                  </a:lnTo>
                  <a:lnTo>
                    <a:pt x="1398556" y="4529102"/>
                  </a:lnTo>
                  <a:lnTo>
                    <a:pt x="1394370" y="4542662"/>
                  </a:lnTo>
                  <a:lnTo>
                    <a:pt x="1390267" y="4556222"/>
                  </a:lnTo>
                  <a:lnTo>
                    <a:pt x="1386375" y="4569782"/>
                  </a:lnTo>
                  <a:lnTo>
                    <a:pt x="1382538" y="4583342"/>
                  </a:lnTo>
                  <a:lnTo>
                    <a:pt x="1378895" y="4596903"/>
                  </a:lnTo>
                  <a:lnTo>
                    <a:pt x="1375336" y="4610463"/>
                  </a:lnTo>
                  <a:lnTo>
                    <a:pt x="1371911" y="4624023"/>
                  </a:lnTo>
                  <a:lnTo>
                    <a:pt x="1368616" y="4637583"/>
                  </a:lnTo>
                  <a:lnTo>
                    <a:pt x="1365400" y="4651143"/>
                  </a:lnTo>
                  <a:lnTo>
                    <a:pt x="1362358" y="4664703"/>
                  </a:lnTo>
                  <a:lnTo>
                    <a:pt x="1359363" y="4678264"/>
                  </a:lnTo>
                  <a:lnTo>
                    <a:pt x="1356541" y="4691824"/>
                  </a:lnTo>
                  <a:lnTo>
                    <a:pt x="1353781" y="4705384"/>
                  </a:lnTo>
                  <a:lnTo>
                    <a:pt x="1351142" y="4718944"/>
                  </a:lnTo>
                  <a:lnTo>
                    <a:pt x="1348606" y="4732504"/>
                  </a:lnTo>
                  <a:lnTo>
                    <a:pt x="1346142" y="4746065"/>
                  </a:lnTo>
                  <a:lnTo>
                    <a:pt x="1343816" y="4759625"/>
                  </a:lnTo>
                  <a:lnTo>
                    <a:pt x="1341530" y="4773185"/>
                  </a:lnTo>
                  <a:lnTo>
                    <a:pt x="1339391" y="4786745"/>
                  </a:lnTo>
                  <a:lnTo>
                    <a:pt x="1337299" y="4800305"/>
                  </a:lnTo>
                  <a:lnTo>
                    <a:pt x="1335310" y="4813866"/>
                  </a:lnTo>
                  <a:lnTo>
                    <a:pt x="1333400" y="4827426"/>
                  </a:lnTo>
                  <a:lnTo>
                    <a:pt x="1331554" y="4840986"/>
                  </a:lnTo>
                  <a:lnTo>
                    <a:pt x="1329814" y="4854546"/>
                  </a:lnTo>
                  <a:lnTo>
                    <a:pt x="1328106" y="4868106"/>
                  </a:lnTo>
                  <a:lnTo>
                    <a:pt x="1326521" y="4881666"/>
                  </a:lnTo>
                  <a:lnTo>
                    <a:pt x="1324969" y="4895227"/>
                  </a:lnTo>
                  <a:lnTo>
                    <a:pt x="1323503" y="4908787"/>
                  </a:lnTo>
                  <a:lnTo>
                    <a:pt x="1322096" y="4922347"/>
                  </a:lnTo>
                  <a:lnTo>
                    <a:pt x="1320743" y="4935907"/>
                  </a:lnTo>
                  <a:lnTo>
                    <a:pt x="1319469" y="4949467"/>
                  </a:lnTo>
                  <a:lnTo>
                    <a:pt x="1318222" y="4963028"/>
                  </a:lnTo>
                  <a:lnTo>
                    <a:pt x="1317072" y="4976588"/>
                  </a:lnTo>
                  <a:lnTo>
                    <a:pt x="1315945" y="4990148"/>
                  </a:lnTo>
                  <a:lnTo>
                    <a:pt x="1314889" y="5003708"/>
                  </a:lnTo>
                  <a:lnTo>
                    <a:pt x="1313874" y="5017268"/>
                  </a:lnTo>
                  <a:lnTo>
                    <a:pt x="1312903" y="5030828"/>
                  </a:lnTo>
                  <a:lnTo>
                    <a:pt x="1311991" y="5044389"/>
                  </a:lnTo>
                  <a:lnTo>
                    <a:pt x="1311101" y="5057949"/>
                  </a:lnTo>
                  <a:lnTo>
                    <a:pt x="1310283" y="5071509"/>
                  </a:lnTo>
                  <a:lnTo>
                    <a:pt x="1309482" y="5085069"/>
                  </a:lnTo>
                  <a:lnTo>
                    <a:pt x="1308737" y="5098629"/>
                  </a:lnTo>
                  <a:lnTo>
                    <a:pt x="1308020" y="5112190"/>
                  </a:lnTo>
                  <a:lnTo>
                    <a:pt x="1307339" y="5125750"/>
                  </a:lnTo>
                  <a:lnTo>
                    <a:pt x="1306700" y="5139310"/>
                  </a:lnTo>
                  <a:lnTo>
                    <a:pt x="1306079" y="5152870"/>
                  </a:lnTo>
                  <a:lnTo>
                    <a:pt x="1305509" y="5166430"/>
                  </a:lnTo>
                  <a:lnTo>
                    <a:pt x="1304952" y="5179991"/>
                  </a:lnTo>
                  <a:lnTo>
                    <a:pt x="1304437" y="5193551"/>
                  </a:lnTo>
                  <a:lnTo>
                    <a:pt x="1303942" y="5207111"/>
                  </a:lnTo>
                  <a:lnTo>
                    <a:pt x="1303474" y="5220671"/>
                  </a:lnTo>
                  <a:lnTo>
                    <a:pt x="1303035" y="5234231"/>
                  </a:lnTo>
                  <a:lnTo>
                    <a:pt x="1302611" y="5247791"/>
                  </a:lnTo>
                  <a:lnTo>
                    <a:pt x="1302223" y="5261352"/>
                  </a:lnTo>
                  <a:lnTo>
                    <a:pt x="1301843" y="5274912"/>
                  </a:lnTo>
                  <a:lnTo>
                    <a:pt x="1301496" y="5288472"/>
                  </a:lnTo>
                  <a:lnTo>
                    <a:pt x="1301161" y="5302032"/>
                  </a:lnTo>
                  <a:lnTo>
                    <a:pt x="1300846" y="5315592"/>
                  </a:lnTo>
                  <a:close/>
                </a:path>
              </a:pathLst>
            </a:custGeom>
            <a:solidFill>
              <a:srgbClr val="A8C5DA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61513" y="2740072"/>
              <a:ext cx="2118717" cy="0"/>
            </a:xfrm>
            <a:custGeom>
              <a:avLst/>
              <a:pathLst>
                <a:path w="2118717" h="0">
                  <a:moveTo>
                    <a:pt x="0" y="0"/>
                  </a:moveTo>
                  <a:lnTo>
                    <a:pt x="211871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2767581" y="2764956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2971657" y="3699855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2570993" y="3701434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2967241" y="4102715"/>
              <a:ext cx="117405" cy="11740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492493" y="1119109"/>
              <a:ext cx="117405" cy="117405"/>
            </a:xfrm>
            <a:custGeom>
              <a:avLst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140605" y="1762495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2693025" y="1760996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002123" y="2091796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077420" y="1194442"/>
              <a:ext cx="2592212" cy="5480875"/>
            </a:xfrm>
            <a:custGeom>
              <a:avLst/>
              <a:pathLst>
                <a:path w="2592212" h="5480875">
                  <a:moveTo>
                    <a:pt x="1293943" y="5480875"/>
                  </a:moveTo>
                  <a:lnTo>
                    <a:pt x="1293707" y="5469892"/>
                  </a:lnTo>
                  <a:lnTo>
                    <a:pt x="1293454" y="5458908"/>
                  </a:lnTo>
                  <a:lnTo>
                    <a:pt x="1293177" y="5447924"/>
                  </a:lnTo>
                  <a:lnTo>
                    <a:pt x="1292870" y="5436941"/>
                  </a:lnTo>
                  <a:lnTo>
                    <a:pt x="1292542" y="5425957"/>
                  </a:lnTo>
                  <a:lnTo>
                    <a:pt x="1292190" y="5414973"/>
                  </a:lnTo>
                  <a:lnTo>
                    <a:pt x="1291801" y="5403989"/>
                  </a:lnTo>
                  <a:lnTo>
                    <a:pt x="1291382" y="5393006"/>
                  </a:lnTo>
                  <a:lnTo>
                    <a:pt x="1290936" y="5382022"/>
                  </a:lnTo>
                  <a:lnTo>
                    <a:pt x="1290456" y="5371038"/>
                  </a:lnTo>
                  <a:lnTo>
                    <a:pt x="1289931" y="5360055"/>
                  </a:lnTo>
                  <a:lnTo>
                    <a:pt x="1289374" y="5349071"/>
                  </a:lnTo>
                  <a:lnTo>
                    <a:pt x="1288784" y="5338087"/>
                  </a:lnTo>
                  <a:lnTo>
                    <a:pt x="1288143" y="5327103"/>
                  </a:lnTo>
                  <a:lnTo>
                    <a:pt x="1287459" y="5316120"/>
                  </a:lnTo>
                  <a:lnTo>
                    <a:pt x="1286737" y="5305136"/>
                  </a:lnTo>
                  <a:lnTo>
                    <a:pt x="1285973" y="5294152"/>
                  </a:lnTo>
                  <a:lnTo>
                    <a:pt x="1285147" y="5283169"/>
                  </a:lnTo>
                  <a:lnTo>
                    <a:pt x="1284281" y="5272185"/>
                  </a:lnTo>
                  <a:lnTo>
                    <a:pt x="1283372" y="5261201"/>
                  </a:lnTo>
                  <a:lnTo>
                    <a:pt x="1282402" y="5250217"/>
                  </a:lnTo>
                  <a:lnTo>
                    <a:pt x="1281379" y="5239234"/>
                  </a:lnTo>
                  <a:lnTo>
                    <a:pt x="1280311" y="5228250"/>
                  </a:lnTo>
                  <a:lnTo>
                    <a:pt x="1279195" y="5217266"/>
                  </a:lnTo>
                  <a:lnTo>
                    <a:pt x="1278008" y="5206282"/>
                  </a:lnTo>
                  <a:lnTo>
                    <a:pt x="1276775" y="5195299"/>
                  </a:lnTo>
                  <a:lnTo>
                    <a:pt x="1275497" y="5184315"/>
                  </a:lnTo>
                  <a:lnTo>
                    <a:pt x="1274157" y="5173331"/>
                  </a:lnTo>
                  <a:lnTo>
                    <a:pt x="1272760" y="5162348"/>
                  </a:lnTo>
                  <a:lnTo>
                    <a:pt x="1271318" y="5151364"/>
                  </a:lnTo>
                  <a:lnTo>
                    <a:pt x="1269832" y="5140380"/>
                  </a:lnTo>
                  <a:lnTo>
                    <a:pt x="1268278" y="5129396"/>
                  </a:lnTo>
                  <a:lnTo>
                    <a:pt x="1266683" y="5118413"/>
                  </a:lnTo>
                  <a:lnTo>
                    <a:pt x="1265048" y="5107429"/>
                  </a:lnTo>
                  <a:lnTo>
                    <a:pt x="1263364" y="5096445"/>
                  </a:lnTo>
                  <a:lnTo>
                    <a:pt x="1261634" y="5085462"/>
                  </a:lnTo>
                  <a:lnTo>
                    <a:pt x="1259872" y="5074478"/>
                  </a:lnTo>
                  <a:lnTo>
                    <a:pt x="1258078" y="5063494"/>
                  </a:lnTo>
                  <a:lnTo>
                    <a:pt x="1256240" y="5052510"/>
                  </a:lnTo>
                  <a:lnTo>
                    <a:pt x="1254379" y="5041527"/>
                  </a:lnTo>
                  <a:lnTo>
                    <a:pt x="1252497" y="5030543"/>
                  </a:lnTo>
                  <a:lnTo>
                    <a:pt x="1250592" y="5019559"/>
                  </a:lnTo>
                  <a:lnTo>
                    <a:pt x="1248670" y="5008576"/>
                  </a:lnTo>
                  <a:lnTo>
                    <a:pt x="1246741" y="4997592"/>
                  </a:lnTo>
                  <a:lnTo>
                    <a:pt x="1244805" y="4986608"/>
                  </a:lnTo>
                  <a:lnTo>
                    <a:pt x="1242869" y="4975624"/>
                  </a:lnTo>
                  <a:lnTo>
                    <a:pt x="1240939" y="4964641"/>
                  </a:lnTo>
                  <a:lnTo>
                    <a:pt x="1239019" y="4953657"/>
                  </a:lnTo>
                  <a:lnTo>
                    <a:pt x="1237115" y="4942673"/>
                  </a:lnTo>
                  <a:lnTo>
                    <a:pt x="1235239" y="4931690"/>
                  </a:lnTo>
                  <a:lnTo>
                    <a:pt x="1233389" y="4920706"/>
                  </a:lnTo>
                  <a:lnTo>
                    <a:pt x="1231567" y="4909722"/>
                  </a:lnTo>
                  <a:lnTo>
                    <a:pt x="1229797" y="4898738"/>
                  </a:lnTo>
                  <a:lnTo>
                    <a:pt x="1228075" y="4887755"/>
                  </a:lnTo>
                  <a:lnTo>
                    <a:pt x="1226397" y="4876771"/>
                  </a:lnTo>
                  <a:lnTo>
                    <a:pt x="1224776" y="4865787"/>
                  </a:lnTo>
                  <a:lnTo>
                    <a:pt x="1223238" y="4854803"/>
                  </a:lnTo>
                  <a:lnTo>
                    <a:pt x="1221761" y="4843820"/>
                  </a:lnTo>
                  <a:lnTo>
                    <a:pt x="1220347" y="4832836"/>
                  </a:lnTo>
                  <a:lnTo>
                    <a:pt x="1219032" y="4821852"/>
                  </a:lnTo>
                  <a:lnTo>
                    <a:pt x="1217807" y="4810869"/>
                  </a:lnTo>
                  <a:lnTo>
                    <a:pt x="1216659" y="4799885"/>
                  </a:lnTo>
                  <a:lnTo>
                    <a:pt x="1215598" y="4788901"/>
                  </a:lnTo>
                  <a:lnTo>
                    <a:pt x="1214668" y="4777917"/>
                  </a:lnTo>
                  <a:lnTo>
                    <a:pt x="1213825" y="4766934"/>
                  </a:lnTo>
                  <a:lnTo>
                    <a:pt x="1213073" y="4755950"/>
                  </a:lnTo>
                  <a:lnTo>
                    <a:pt x="1212448" y="4744966"/>
                  </a:lnTo>
                  <a:lnTo>
                    <a:pt x="1211941" y="4733983"/>
                  </a:lnTo>
                  <a:lnTo>
                    <a:pt x="1211530" y="4722999"/>
                  </a:lnTo>
                  <a:lnTo>
                    <a:pt x="1211220" y="4712015"/>
                  </a:lnTo>
                  <a:lnTo>
                    <a:pt x="1211065" y="4701031"/>
                  </a:lnTo>
                  <a:lnTo>
                    <a:pt x="1211008" y="4690048"/>
                  </a:lnTo>
                  <a:lnTo>
                    <a:pt x="1211048" y="4679064"/>
                  </a:lnTo>
                  <a:lnTo>
                    <a:pt x="1211217" y="4668080"/>
                  </a:lnTo>
                  <a:lnTo>
                    <a:pt x="1211510" y="4657097"/>
                  </a:lnTo>
                  <a:lnTo>
                    <a:pt x="1211896" y="4646113"/>
                  </a:lnTo>
                  <a:lnTo>
                    <a:pt x="1212374" y="4635129"/>
                  </a:lnTo>
                  <a:lnTo>
                    <a:pt x="1212998" y="4624145"/>
                  </a:lnTo>
                  <a:lnTo>
                    <a:pt x="1213707" y="4613162"/>
                  </a:lnTo>
                  <a:lnTo>
                    <a:pt x="1214499" y="4602178"/>
                  </a:lnTo>
                  <a:lnTo>
                    <a:pt x="1215394" y="4591194"/>
                  </a:lnTo>
                  <a:lnTo>
                    <a:pt x="1216388" y="4580210"/>
                  </a:lnTo>
                  <a:lnTo>
                    <a:pt x="1217452" y="4569227"/>
                  </a:lnTo>
                  <a:lnTo>
                    <a:pt x="1218582" y="4558243"/>
                  </a:lnTo>
                  <a:lnTo>
                    <a:pt x="1219807" y="4547259"/>
                  </a:lnTo>
                  <a:lnTo>
                    <a:pt x="1221088" y="4536276"/>
                  </a:lnTo>
                  <a:lnTo>
                    <a:pt x="1222418" y="4525292"/>
                  </a:lnTo>
                  <a:lnTo>
                    <a:pt x="1223802" y="4514308"/>
                  </a:lnTo>
                  <a:lnTo>
                    <a:pt x="1225236" y="4503324"/>
                  </a:lnTo>
                  <a:lnTo>
                    <a:pt x="1226698" y="4492341"/>
                  </a:lnTo>
                  <a:lnTo>
                    <a:pt x="1228186" y="4481357"/>
                  </a:lnTo>
                  <a:lnTo>
                    <a:pt x="1229699" y="4470373"/>
                  </a:lnTo>
                  <a:lnTo>
                    <a:pt x="1231220" y="4459390"/>
                  </a:lnTo>
                  <a:lnTo>
                    <a:pt x="1232744" y="4448406"/>
                  </a:lnTo>
                  <a:lnTo>
                    <a:pt x="1234265" y="4437422"/>
                  </a:lnTo>
                  <a:lnTo>
                    <a:pt x="1235767" y="4426438"/>
                  </a:lnTo>
                  <a:lnTo>
                    <a:pt x="1237250" y="4415455"/>
                  </a:lnTo>
                  <a:lnTo>
                    <a:pt x="1238708" y="4404471"/>
                  </a:lnTo>
                  <a:lnTo>
                    <a:pt x="1240119" y="4393487"/>
                  </a:lnTo>
                  <a:lnTo>
                    <a:pt x="1241481" y="4382504"/>
                  </a:lnTo>
                  <a:lnTo>
                    <a:pt x="1242796" y="4371520"/>
                  </a:lnTo>
                  <a:lnTo>
                    <a:pt x="1244053" y="4360536"/>
                  </a:lnTo>
                  <a:lnTo>
                    <a:pt x="1245217" y="4349552"/>
                  </a:lnTo>
                  <a:lnTo>
                    <a:pt x="1246312" y="4338569"/>
                  </a:lnTo>
                  <a:lnTo>
                    <a:pt x="1247334" y="4327585"/>
                  </a:lnTo>
                  <a:lnTo>
                    <a:pt x="1248244" y="4316601"/>
                  </a:lnTo>
                  <a:lnTo>
                    <a:pt x="1249044" y="4305618"/>
                  </a:lnTo>
                  <a:lnTo>
                    <a:pt x="1249751" y="4294634"/>
                  </a:lnTo>
                  <a:lnTo>
                    <a:pt x="1250355" y="4283650"/>
                  </a:lnTo>
                  <a:lnTo>
                    <a:pt x="1250791" y="4272666"/>
                  </a:lnTo>
                  <a:lnTo>
                    <a:pt x="1251113" y="4261683"/>
                  </a:lnTo>
                  <a:lnTo>
                    <a:pt x="1251318" y="4250699"/>
                  </a:lnTo>
                  <a:lnTo>
                    <a:pt x="1251357" y="4239715"/>
                  </a:lnTo>
                  <a:lnTo>
                    <a:pt x="1251227" y="4228731"/>
                  </a:lnTo>
                  <a:lnTo>
                    <a:pt x="1250962" y="4217748"/>
                  </a:lnTo>
                  <a:lnTo>
                    <a:pt x="1250556" y="4206764"/>
                  </a:lnTo>
                  <a:lnTo>
                    <a:pt x="1249909" y="4195780"/>
                  </a:lnTo>
                  <a:lnTo>
                    <a:pt x="1249106" y="4184797"/>
                  </a:lnTo>
                  <a:lnTo>
                    <a:pt x="1248146" y="4173813"/>
                  </a:lnTo>
                  <a:lnTo>
                    <a:pt x="1246971" y="4162829"/>
                  </a:lnTo>
                  <a:lnTo>
                    <a:pt x="1245566" y="4151845"/>
                  </a:lnTo>
                  <a:lnTo>
                    <a:pt x="1243982" y="4140862"/>
                  </a:lnTo>
                  <a:lnTo>
                    <a:pt x="1242216" y="4129878"/>
                  </a:lnTo>
                  <a:lnTo>
                    <a:pt x="1240146" y="4118894"/>
                  </a:lnTo>
                  <a:lnTo>
                    <a:pt x="1237867" y="4107911"/>
                  </a:lnTo>
                  <a:lnTo>
                    <a:pt x="1235384" y="4096927"/>
                  </a:lnTo>
                  <a:lnTo>
                    <a:pt x="1232639" y="4085943"/>
                  </a:lnTo>
                  <a:lnTo>
                    <a:pt x="1229588" y="4074959"/>
                  </a:lnTo>
                  <a:lnTo>
                    <a:pt x="1226309" y="4063976"/>
                  </a:lnTo>
                  <a:lnTo>
                    <a:pt x="1222798" y="4052992"/>
                  </a:lnTo>
                  <a:lnTo>
                    <a:pt x="1218912" y="4042008"/>
                  </a:lnTo>
                  <a:lnTo>
                    <a:pt x="1214747" y="4031025"/>
                  </a:lnTo>
                  <a:lnTo>
                    <a:pt x="1210323" y="4020041"/>
                  </a:lnTo>
                  <a:lnTo>
                    <a:pt x="1205581" y="4009057"/>
                  </a:lnTo>
                  <a:lnTo>
                    <a:pt x="1200433" y="3998073"/>
                  </a:lnTo>
                  <a:lnTo>
                    <a:pt x="1194997" y="3987090"/>
                  </a:lnTo>
                  <a:lnTo>
                    <a:pt x="1189266" y="3976106"/>
                  </a:lnTo>
                  <a:lnTo>
                    <a:pt x="1183078" y="3965122"/>
                  </a:lnTo>
                  <a:lnTo>
                    <a:pt x="1176522" y="3954138"/>
                  </a:lnTo>
                  <a:lnTo>
                    <a:pt x="1169639" y="3943155"/>
                  </a:lnTo>
                  <a:lnTo>
                    <a:pt x="1162375" y="3932171"/>
                  </a:lnTo>
                  <a:lnTo>
                    <a:pt x="1154589" y="3921187"/>
                  </a:lnTo>
                  <a:lnTo>
                    <a:pt x="1146443" y="3910204"/>
                  </a:lnTo>
                  <a:lnTo>
                    <a:pt x="1137934" y="3899220"/>
                  </a:lnTo>
                  <a:lnTo>
                    <a:pt x="1128886" y="3888236"/>
                  </a:lnTo>
                  <a:lnTo>
                    <a:pt x="1119371" y="3877252"/>
                  </a:lnTo>
                  <a:lnTo>
                    <a:pt x="1109463" y="3866269"/>
                  </a:lnTo>
                  <a:lnTo>
                    <a:pt x="1099122" y="3855285"/>
                  </a:lnTo>
                  <a:lnTo>
                    <a:pt x="1088144" y="3844301"/>
                  </a:lnTo>
                  <a:lnTo>
                    <a:pt x="1076750" y="3833318"/>
                  </a:lnTo>
                  <a:lnTo>
                    <a:pt x="1064937" y="3822334"/>
                  </a:lnTo>
                  <a:lnTo>
                    <a:pt x="1052537" y="3811350"/>
                  </a:lnTo>
                  <a:lnTo>
                    <a:pt x="1039597" y="3800366"/>
                  </a:lnTo>
                  <a:lnTo>
                    <a:pt x="1026228" y="3789383"/>
                  </a:lnTo>
                  <a:lnTo>
                    <a:pt x="1012414" y="3778399"/>
                  </a:lnTo>
                  <a:lnTo>
                    <a:pt x="997908" y="3767415"/>
                  </a:lnTo>
                  <a:lnTo>
                    <a:pt x="982978" y="3756432"/>
                  </a:lnTo>
                  <a:lnTo>
                    <a:pt x="967626" y="3745448"/>
                  </a:lnTo>
                  <a:lnTo>
                    <a:pt x="951719" y="3734464"/>
                  </a:lnTo>
                  <a:lnTo>
                    <a:pt x="935281" y="3723480"/>
                  </a:lnTo>
                  <a:lnTo>
                    <a:pt x="918449" y="3712497"/>
                  </a:lnTo>
                  <a:lnTo>
                    <a:pt x="901231" y="3701513"/>
                  </a:lnTo>
                  <a:lnTo>
                    <a:pt x="883414" y="3690529"/>
                  </a:lnTo>
                  <a:lnTo>
                    <a:pt x="865249" y="3679545"/>
                  </a:lnTo>
                  <a:lnTo>
                    <a:pt x="846754" y="3668562"/>
                  </a:lnTo>
                  <a:lnTo>
                    <a:pt x="827861" y="3657578"/>
                  </a:lnTo>
                  <a:lnTo>
                    <a:pt x="808589" y="3646594"/>
                  </a:lnTo>
                  <a:lnTo>
                    <a:pt x="789070" y="3635611"/>
                  </a:lnTo>
                  <a:lnTo>
                    <a:pt x="769318" y="3624627"/>
                  </a:lnTo>
                  <a:lnTo>
                    <a:pt x="749264" y="3613643"/>
                  </a:lnTo>
                  <a:lnTo>
                    <a:pt x="729057" y="3602659"/>
                  </a:lnTo>
                  <a:lnTo>
                    <a:pt x="708731" y="3591676"/>
                  </a:lnTo>
                  <a:lnTo>
                    <a:pt x="688297" y="3580692"/>
                  </a:lnTo>
                  <a:lnTo>
                    <a:pt x="667818" y="3569708"/>
                  </a:lnTo>
                  <a:lnTo>
                    <a:pt x="647357" y="3558725"/>
                  </a:lnTo>
                  <a:lnTo>
                    <a:pt x="626933" y="3547741"/>
                  </a:lnTo>
                  <a:lnTo>
                    <a:pt x="606654" y="3536757"/>
                  </a:lnTo>
                  <a:lnTo>
                    <a:pt x="586558" y="3525773"/>
                  </a:lnTo>
                  <a:lnTo>
                    <a:pt x="566656" y="3514790"/>
                  </a:lnTo>
                  <a:lnTo>
                    <a:pt x="547023" y="3503806"/>
                  </a:lnTo>
                  <a:lnTo>
                    <a:pt x="527835" y="3492822"/>
                  </a:lnTo>
                  <a:lnTo>
                    <a:pt x="509006" y="3481839"/>
                  </a:lnTo>
                  <a:lnTo>
                    <a:pt x="490559" y="3470855"/>
                  </a:lnTo>
                  <a:lnTo>
                    <a:pt x="472757" y="3459871"/>
                  </a:lnTo>
                  <a:lnTo>
                    <a:pt x="455557" y="3448887"/>
                  </a:lnTo>
                  <a:lnTo>
                    <a:pt x="438900" y="3437904"/>
                  </a:lnTo>
                  <a:lnTo>
                    <a:pt x="422882" y="3426920"/>
                  </a:lnTo>
                  <a:lnTo>
                    <a:pt x="407842" y="3415936"/>
                  </a:lnTo>
                  <a:lnTo>
                    <a:pt x="393490" y="3404953"/>
                  </a:lnTo>
                  <a:lnTo>
                    <a:pt x="379846" y="3393969"/>
                  </a:lnTo>
                  <a:lnTo>
                    <a:pt x="367258" y="3382985"/>
                  </a:lnTo>
                  <a:lnTo>
                    <a:pt x="355655" y="3372001"/>
                  </a:lnTo>
                  <a:lnTo>
                    <a:pt x="344874" y="3361018"/>
                  </a:lnTo>
                  <a:lnTo>
                    <a:pt x="334978" y="3350034"/>
                  </a:lnTo>
                  <a:lnTo>
                    <a:pt x="326467" y="3339050"/>
                  </a:lnTo>
                  <a:lnTo>
                    <a:pt x="318852" y="3328066"/>
                  </a:lnTo>
                  <a:lnTo>
                    <a:pt x="312138" y="3317083"/>
                  </a:lnTo>
                  <a:lnTo>
                    <a:pt x="306663" y="3306099"/>
                  </a:lnTo>
                  <a:lnTo>
                    <a:pt x="302380" y="3295115"/>
                  </a:lnTo>
                  <a:lnTo>
                    <a:pt x="299019" y="3284132"/>
                  </a:lnTo>
                  <a:lnTo>
                    <a:pt x="296582" y="3273148"/>
                  </a:lnTo>
                  <a:lnTo>
                    <a:pt x="295644" y="3262164"/>
                  </a:lnTo>
                  <a:lnTo>
                    <a:pt x="295596" y="3251180"/>
                  </a:lnTo>
                  <a:lnTo>
                    <a:pt x="296430" y="3240197"/>
                  </a:lnTo>
                  <a:lnTo>
                    <a:pt x="298384" y="3229213"/>
                  </a:lnTo>
                  <a:lnTo>
                    <a:pt x="301448" y="3218229"/>
                  </a:lnTo>
                  <a:lnTo>
                    <a:pt x="305302" y="3207246"/>
                  </a:lnTo>
                  <a:lnTo>
                    <a:pt x="309929" y="3196262"/>
                  </a:lnTo>
                  <a:lnTo>
                    <a:pt x="315706" y="3185278"/>
                  </a:lnTo>
                  <a:lnTo>
                    <a:pt x="322174" y="3174294"/>
                  </a:lnTo>
                  <a:lnTo>
                    <a:pt x="329270" y="3163311"/>
                  </a:lnTo>
                  <a:lnTo>
                    <a:pt x="337097" y="3152327"/>
                  </a:lnTo>
                  <a:lnTo>
                    <a:pt x="345636" y="3141343"/>
                  </a:lnTo>
                  <a:lnTo>
                    <a:pt x="354623" y="3130360"/>
                  </a:lnTo>
                  <a:lnTo>
                    <a:pt x="364026" y="3119376"/>
                  </a:lnTo>
                  <a:lnTo>
                    <a:pt x="373952" y="3108392"/>
                  </a:lnTo>
                  <a:lnTo>
                    <a:pt x="384152" y="3097408"/>
                  </a:lnTo>
                  <a:lnTo>
                    <a:pt x="394558" y="3086425"/>
                  </a:lnTo>
                  <a:lnTo>
                    <a:pt x="405148" y="3075441"/>
                  </a:lnTo>
                  <a:lnTo>
                    <a:pt x="415825" y="3064457"/>
                  </a:lnTo>
                  <a:lnTo>
                    <a:pt x="426484" y="3053473"/>
                  </a:lnTo>
                  <a:lnTo>
                    <a:pt x="437092" y="3042490"/>
                  </a:lnTo>
                  <a:lnTo>
                    <a:pt x="447506" y="3031506"/>
                  </a:lnTo>
                  <a:lnTo>
                    <a:pt x="457661" y="3020522"/>
                  </a:lnTo>
                  <a:lnTo>
                    <a:pt x="467546" y="3009539"/>
                  </a:lnTo>
                  <a:lnTo>
                    <a:pt x="477074" y="2998555"/>
                  </a:lnTo>
                  <a:lnTo>
                    <a:pt x="485996" y="2987571"/>
                  </a:lnTo>
                  <a:lnTo>
                    <a:pt x="494447" y="2976587"/>
                  </a:lnTo>
                  <a:lnTo>
                    <a:pt x="502400" y="2965604"/>
                  </a:lnTo>
                  <a:lnTo>
                    <a:pt x="509551" y="2954620"/>
                  </a:lnTo>
                  <a:lnTo>
                    <a:pt x="515938" y="2943636"/>
                  </a:lnTo>
                  <a:lnTo>
                    <a:pt x="521661" y="2932653"/>
                  </a:lnTo>
                  <a:lnTo>
                    <a:pt x="526635" y="2921669"/>
                  </a:lnTo>
                  <a:lnTo>
                    <a:pt x="530439" y="2910685"/>
                  </a:lnTo>
                  <a:lnTo>
                    <a:pt x="533453" y="2899701"/>
                  </a:lnTo>
                  <a:lnTo>
                    <a:pt x="535663" y="2888718"/>
                  </a:lnTo>
                  <a:lnTo>
                    <a:pt x="536726" y="2877734"/>
                  </a:lnTo>
                  <a:lnTo>
                    <a:pt x="536695" y="2866750"/>
                  </a:lnTo>
                  <a:lnTo>
                    <a:pt x="535791" y="2855767"/>
                  </a:lnTo>
                  <a:lnTo>
                    <a:pt x="533982" y="2844783"/>
                  </a:lnTo>
                  <a:lnTo>
                    <a:pt x="530728" y="2833799"/>
                  </a:lnTo>
                  <a:lnTo>
                    <a:pt x="526584" y="2822815"/>
                  </a:lnTo>
                  <a:lnTo>
                    <a:pt x="521550" y="2811832"/>
                  </a:lnTo>
                  <a:lnTo>
                    <a:pt x="515348" y="2800848"/>
                  </a:lnTo>
                  <a:lnTo>
                    <a:pt x="508002" y="2789864"/>
                  </a:lnTo>
                  <a:lnTo>
                    <a:pt x="499810" y="2778881"/>
                  </a:lnTo>
                  <a:lnTo>
                    <a:pt x="490782" y="2767897"/>
                  </a:lnTo>
                  <a:lnTo>
                    <a:pt x="480458" y="2756913"/>
                  </a:lnTo>
                  <a:lnTo>
                    <a:pt x="469358" y="2745929"/>
                  </a:lnTo>
                  <a:lnTo>
                    <a:pt x="457522" y="2734946"/>
                  </a:lnTo>
                  <a:lnTo>
                    <a:pt x="444795" y="2723962"/>
                  </a:lnTo>
                  <a:lnTo>
                    <a:pt x="431183" y="2712978"/>
                  </a:lnTo>
                  <a:lnTo>
                    <a:pt x="416978" y="2701994"/>
                  </a:lnTo>
                  <a:lnTo>
                    <a:pt x="402204" y="2691011"/>
                  </a:lnTo>
                  <a:lnTo>
                    <a:pt x="386644" y="2680027"/>
                  </a:lnTo>
                  <a:lnTo>
                    <a:pt x="370626" y="2669043"/>
                  </a:lnTo>
                  <a:lnTo>
                    <a:pt x="354220" y="2658060"/>
                  </a:lnTo>
                  <a:lnTo>
                    <a:pt x="337401" y="2647076"/>
                  </a:lnTo>
                  <a:lnTo>
                    <a:pt x="320217" y="2636092"/>
                  </a:lnTo>
                  <a:lnTo>
                    <a:pt x="302850" y="2625108"/>
                  </a:lnTo>
                  <a:lnTo>
                    <a:pt x="285331" y="2614125"/>
                  </a:lnTo>
                  <a:lnTo>
                    <a:pt x="267700" y="2603141"/>
                  </a:lnTo>
                  <a:lnTo>
                    <a:pt x="250090" y="2592157"/>
                  </a:lnTo>
                  <a:lnTo>
                    <a:pt x="232543" y="2581174"/>
                  </a:lnTo>
                  <a:lnTo>
                    <a:pt x="215124" y="2570190"/>
                  </a:lnTo>
                  <a:lnTo>
                    <a:pt x="198005" y="2559206"/>
                  </a:lnTo>
                  <a:lnTo>
                    <a:pt x="181161" y="2548222"/>
                  </a:lnTo>
                  <a:lnTo>
                    <a:pt x="164625" y="2537239"/>
                  </a:lnTo>
                  <a:lnTo>
                    <a:pt x="148636" y="2526255"/>
                  </a:lnTo>
                  <a:lnTo>
                    <a:pt x="133195" y="2515271"/>
                  </a:lnTo>
                  <a:lnTo>
                    <a:pt x="118255" y="2504288"/>
                  </a:lnTo>
                  <a:lnTo>
                    <a:pt x="103909" y="2493304"/>
                  </a:lnTo>
                  <a:lnTo>
                    <a:pt x="90504" y="2482320"/>
                  </a:lnTo>
                  <a:lnTo>
                    <a:pt x="77768" y="2471336"/>
                  </a:lnTo>
                  <a:lnTo>
                    <a:pt x="65724" y="2460353"/>
                  </a:lnTo>
                  <a:lnTo>
                    <a:pt x="54714" y="2449369"/>
                  </a:lnTo>
                  <a:lnTo>
                    <a:pt x="44688" y="2438385"/>
                  </a:lnTo>
                  <a:lnTo>
                    <a:pt x="35480" y="2427401"/>
                  </a:lnTo>
                  <a:lnTo>
                    <a:pt x="27150" y="2416418"/>
                  </a:lnTo>
                  <a:lnTo>
                    <a:pt x="20216" y="2405434"/>
                  </a:lnTo>
                  <a:lnTo>
                    <a:pt x="14182" y="2394450"/>
                  </a:lnTo>
                  <a:lnTo>
                    <a:pt x="9057" y="2383467"/>
                  </a:lnTo>
                  <a:lnTo>
                    <a:pt x="5176" y="2372483"/>
                  </a:lnTo>
                  <a:lnTo>
                    <a:pt x="2512" y="2361499"/>
                  </a:lnTo>
                  <a:lnTo>
                    <a:pt x="786" y="2350515"/>
                  </a:lnTo>
                  <a:lnTo>
                    <a:pt x="0" y="2339532"/>
                  </a:lnTo>
                  <a:lnTo>
                    <a:pt x="750" y="2328548"/>
                  </a:lnTo>
                  <a:lnTo>
                    <a:pt x="2426" y="2317564"/>
                  </a:lnTo>
                  <a:lnTo>
                    <a:pt x="5017" y="2306581"/>
                  </a:lnTo>
                  <a:lnTo>
                    <a:pt x="8773" y="2295597"/>
                  </a:lnTo>
                  <a:lnTo>
                    <a:pt x="13712" y="2284613"/>
                  </a:lnTo>
                  <a:lnTo>
                    <a:pt x="19500" y="2273629"/>
                  </a:lnTo>
                  <a:lnTo>
                    <a:pt x="26124" y="2262646"/>
                  </a:lnTo>
                  <a:lnTo>
                    <a:pt x="34015" y="2251662"/>
                  </a:lnTo>
                  <a:lnTo>
                    <a:pt x="42700" y="2240678"/>
                  </a:lnTo>
                  <a:lnTo>
                    <a:pt x="52114" y="2229695"/>
                  </a:lnTo>
                  <a:lnTo>
                    <a:pt x="62392" y="2218711"/>
                  </a:lnTo>
                  <a:lnTo>
                    <a:pt x="73575" y="2207727"/>
                  </a:lnTo>
                  <a:lnTo>
                    <a:pt x="85354" y="2196743"/>
                  </a:lnTo>
                  <a:lnTo>
                    <a:pt x="97709" y="2185760"/>
                  </a:lnTo>
                  <a:lnTo>
                    <a:pt x="110863" y="2174776"/>
                  </a:lnTo>
                  <a:lnTo>
                    <a:pt x="124524" y="2163792"/>
                  </a:lnTo>
                  <a:lnTo>
                    <a:pt x="138611" y="2152809"/>
                  </a:lnTo>
                  <a:lnTo>
                    <a:pt x="153161" y="2141825"/>
                  </a:lnTo>
                  <a:lnTo>
                    <a:pt x="168190" y="2130841"/>
                  </a:lnTo>
                  <a:lnTo>
                    <a:pt x="183492" y="2119857"/>
                  </a:lnTo>
                  <a:lnTo>
                    <a:pt x="199045" y="2108874"/>
                  </a:lnTo>
                  <a:lnTo>
                    <a:pt x="214894" y="2097890"/>
                  </a:lnTo>
                  <a:lnTo>
                    <a:pt x="230905" y="2086906"/>
                  </a:lnTo>
                  <a:lnTo>
                    <a:pt x="247024" y="2075922"/>
                  </a:lnTo>
                  <a:lnTo>
                    <a:pt x="263236" y="2064939"/>
                  </a:lnTo>
                  <a:lnTo>
                    <a:pt x="279488" y="2053955"/>
                  </a:lnTo>
                  <a:lnTo>
                    <a:pt x="295723" y="2042971"/>
                  </a:lnTo>
                  <a:lnTo>
                    <a:pt x="311925" y="2031988"/>
                  </a:lnTo>
                  <a:lnTo>
                    <a:pt x="328028" y="2021004"/>
                  </a:lnTo>
                  <a:lnTo>
                    <a:pt x="343998" y="2010020"/>
                  </a:lnTo>
                  <a:lnTo>
                    <a:pt x="359838" y="1999036"/>
                  </a:lnTo>
                  <a:lnTo>
                    <a:pt x="375521" y="1988053"/>
                  </a:lnTo>
                  <a:lnTo>
                    <a:pt x="390929" y="1977069"/>
                  </a:lnTo>
                  <a:lnTo>
                    <a:pt x="406138" y="1966085"/>
                  </a:lnTo>
                  <a:lnTo>
                    <a:pt x="421142" y="1955102"/>
                  </a:lnTo>
                  <a:lnTo>
                    <a:pt x="435846" y="1944118"/>
                  </a:lnTo>
                  <a:lnTo>
                    <a:pt x="450251" y="1933134"/>
                  </a:lnTo>
                  <a:lnTo>
                    <a:pt x="464419" y="1922150"/>
                  </a:lnTo>
                  <a:lnTo>
                    <a:pt x="478340" y="1911167"/>
                  </a:lnTo>
                  <a:lnTo>
                    <a:pt x="491862" y="1900183"/>
                  </a:lnTo>
                  <a:lnTo>
                    <a:pt x="505141" y="1889199"/>
                  </a:lnTo>
                  <a:lnTo>
                    <a:pt x="518179" y="1878216"/>
                  </a:lnTo>
                  <a:lnTo>
                    <a:pt x="530904" y="1867232"/>
                  </a:lnTo>
                  <a:lnTo>
                    <a:pt x="543326" y="1856248"/>
                  </a:lnTo>
                  <a:lnTo>
                    <a:pt x="555530" y="1845264"/>
                  </a:lnTo>
                  <a:lnTo>
                    <a:pt x="567520" y="1834281"/>
                  </a:lnTo>
                  <a:lnTo>
                    <a:pt x="579192" y="1823297"/>
                  </a:lnTo>
                  <a:lnTo>
                    <a:pt x="590678" y="1812313"/>
                  </a:lnTo>
                  <a:lnTo>
                    <a:pt x="601994" y="1801329"/>
                  </a:lnTo>
                  <a:lnTo>
                    <a:pt x="613111" y="1790346"/>
                  </a:lnTo>
                  <a:lnTo>
                    <a:pt x="624040" y="1779362"/>
                  </a:lnTo>
                  <a:lnTo>
                    <a:pt x="634851" y="1768378"/>
                  </a:lnTo>
                  <a:lnTo>
                    <a:pt x="645553" y="1757395"/>
                  </a:lnTo>
                  <a:lnTo>
                    <a:pt x="656115" y="1746411"/>
                  </a:lnTo>
                  <a:lnTo>
                    <a:pt x="666607" y="1735427"/>
                  </a:lnTo>
                  <a:lnTo>
                    <a:pt x="677042" y="1724443"/>
                  </a:lnTo>
                  <a:lnTo>
                    <a:pt x="687426" y="1713460"/>
                  </a:lnTo>
                  <a:lnTo>
                    <a:pt x="697778" y="1702476"/>
                  </a:lnTo>
                  <a:lnTo>
                    <a:pt x="708124" y="1691492"/>
                  </a:lnTo>
                  <a:lnTo>
                    <a:pt x="718470" y="1680509"/>
                  </a:lnTo>
                  <a:lnTo>
                    <a:pt x="728839" y="1669525"/>
                  </a:lnTo>
                  <a:lnTo>
                    <a:pt x="739243" y="1658541"/>
                  </a:lnTo>
                  <a:lnTo>
                    <a:pt x="749684" y="1647557"/>
                  </a:lnTo>
                  <a:lnTo>
                    <a:pt x="760174" y="1636574"/>
                  </a:lnTo>
                  <a:lnTo>
                    <a:pt x="770744" y="1625590"/>
                  </a:lnTo>
                  <a:lnTo>
                    <a:pt x="781372" y="1614606"/>
                  </a:lnTo>
                  <a:lnTo>
                    <a:pt x="792061" y="1603623"/>
                  </a:lnTo>
                  <a:lnTo>
                    <a:pt x="802842" y="1592639"/>
                  </a:lnTo>
                  <a:lnTo>
                    <a:pt x="813700" y="1581655"/>
                  </a:lnTo>
                  <a:lnTo>
                    <a:pt x="824622" y="1570671"/>
                  </a:lnTo>
                  <a:lnTo>
                    <a:pt x="835613" y="1559688"/>
                  </a:lnTo>
                  <a:lnTo>
                    <a:pt x="846692" y="1548704"/>
                  </a:lnTo>
                  <a:lnTo>
                    <a:pt x="857822" y="1537720"/>
                  </a:lnTo>
                  <a:lnTo>
                    <a:pt x="868999" y="1526736"/>
                  </a:lnTo>
                  <a:lnTo>
                    <a:pt x="880231" y="1515753"/>
                  </a:lnTo>
                  <a:lnTo>
                    <a:pt x="891496" y="1504769"/>
                  </a:lnTo>
                  <a:lnTo>
                    <a:pt x="902778" y="1493785"/>
                  </a:lnTo>
                  <a:lnTo>
                    <a:pt x="914073" y="1482802"/>
                  </a:lnTo>
                  <a:lnTo>
                    <a:pt x="925361" y="1471818"/>
                  </a:lnTo>
                  <a:lnTo>
                    <a:pt x="936626" y="1460834"/>
                  </a:lnTo>
                  <a:lnTo>
                    <a:pt x="947864" y="1449850"/>
                  </a:lnTo>
                  <a:lnTo>
                    <a:pt x="959045" y="1438867"/>
                  </a:lnTo>
                  <a:lnTo>
                    <a:pt x="970146" y="1427883"/>
                  </a:lnTo>
                  <a:lnTo>
                    <a:pt x="981173" y="1416899"/>
                  </a:lnTo>
                  <a:lnTo>
                    <a:pt x="992117" y="1405916"/>
                  </a:lnTo>
                  <a:lnTo>
                    <a:pt x="1002894" y="1394932"/>
                  </a:lnTo>
                  <a:lnTo>
                    <a:pt x="1013548" y="1383948"/>
                  </a:lnTo>
                  <a:lnTo>
                    <a:pt x="1024072" y="1372964"/>
                  </a:lnTo>
                  <a:lnTo>
                    <a:pt x="1034414" y="1361981"/>
                  </a:lnTo>
                  <a:lnTo>
                    <a:pt x="1044536" y="1350997"/>
                  </a:lnTo>
                  <a:lnTo>
                    <a:pt x="1054486" y="1340013"/>
                  </a:lnTo>
                  <a:lnTo>
                    <a:pt x="1064256" y="1329030"/>
                  </a:lnTo>
                  <a:lnTo>
                    <a:pt x="1073718" y="1318046"/>
                  </a:lnTo>
                  <a:lnTo>
                    <a:pt x="1082956" y="1307062"/>
                  </a:lnTo>
                  <a:lnTo>
                    <a:pt x="1091980" y="1296078"/>
                  </a:lnTo>
                  <a:lnTo>
                    <a:pt x="1100729" y="1285095"/>
                  </a:lnTo>
                  <a:lnTo>
                    <a:pt x="1109147" y="1274111"/>
                  </a:lnTo>
                  <a:lnTo>
                    <a:pt x="1117323" y="1263127"/>
                  </a:lnTo>
                  <a:lnTo>
                    <a:pt x="1125255" y="1252144"/>
                  </a:lnTo>
                  <a:lnTo>
                    <a:pt x="1132805" y="1241160"/>
                  </a:lnTo>
                  <a:lnTo>
                    <a:pt x="1140068" y="1230176"/>
                  </a:lnTo>
                  <a:lnTo>
                    <a:pt x="1147074" y="1219192"/>
                  </a:lnTo>
                  <a:lnTo>
                    <a:pt x="1153775" y="1208209"/>
                  </a:lnTo>
                  <a:lnTo>
                    <a:pt x="1160094" y="1197225"/>
                  </a:lnTo>
                  <a:lnTo>
                    <a:pt x="1166153" y="1186241"/>
                  </a:lnTo>
                  <a:lnTo>
                    <a:pt x="1171955" y="1175257"/>
                  </a:lnTo>
                  <a:lnTo>
                    <a:pt x="1177379" y="1164274"/>
                  </a:lnTo>
                  <a:lnTo>
                    <a:pt x="1182508" y="1153290"/>
                  </a:lnTo>
                  <a:lnTo>
                    <a:pt x="1187389" y="1142306"/>
                  </a:lnTo>
                  <a:lnTo>
                    <a:pt x="1191995" y="1131323"/>
                  </a:lnTo>
                  <a:lnTo>
                    <a:pt x="1196241" y="1120339"/>
                  </a:lnTo>
                  <a:lnTo>
                    <a:pt x="1200258" y="1109355"/>
                  </a:lnTo>
                  <a:lnTo>
                    <a:pt x="1204050" y="1098371"/>
                  </a:lnTo>
                  <a:lnTo>
                    <a:pt x="1207535" y="1087388"/>
                  </a:lnTo>
                  <a:lnTo>
                    <a:pt x="1210769" y="1076404"/>
                  </a:lnTo>
                  <a:lnTo>
                    <a:pt x="1213805" y="1065420"/>
                  </a:lnTo>
                  <a:lnTo>
                    <a:pt x="1216637" y="1054437"/>
                  </a:lnTo>
                  <a:lnTo>
                    <a:pt x="1219186" y="1043453"/>
                  </a:lnTo>
                  <a:lnTo>
                    <a:pt x="1221570" y="1032469"/>
                  </a:lnTo>
                  <a:lnTo>
                    <a:pt x="1223794" y="1021485"/>
                  </a:lnTo>
                  <a:lnTo>
                    <a:pt x="1225812" y="1010502"/>
                  </a:lnTo>
                  <a:lnTo>
                    <a:pt x="1227657" y="999518"/>
                  </a:lnTo>
                  <a:lnTo>
                    <a:pt x="1229375" y="988534"/>
                  </a:lnTo>
                  <a:lnTo>
                    <a:pt x="1230971" y="977551"/>
                  </a:lnTo>
                  <a:lnTo>
                    <a:pt x="1232391" y="966567"/>
                  </a:lnTo>
                  <a:lnTo>
                    <a:pt x="1233719" y="955583"/>
                  </a:lnTo>
                  <a:lnTo>
                    <a:pt x="1234959" y="944599"/>
                  </a:lnTo>
                  <a:lnTo>
                    <a:pt x="1236095" y="933616"/>
                  </a:lnTo>
                  <a:lnTo>
                    <a:pt x="1237142" y="922632"/>
                  </a:lnTo>
                  <a:lnTo>
                    <a:pt x="1238132" y="911648"/>
                  </a:lnTo>
                  <a:lnTo>
                    <a:pt x="1239069" y="900664"/>
                  </a:lnTo>
                  <a:lnTo>
                    <a:pt x="1239937" y="889681"/>
                  </a:lnTo>
                  <a:lnTo>
                    <a:pt x="1240773" y="878697"/>
                  </a:lnTo>
                  <a:lnTo>
                    <a:pt x="1241580" y="867713"/>
                  </a:lnTo>
                  <a:lnTo>
                    <a:pt x="1242360" y="856730"/>
                  </a:lnTo>
                  <a:lnTo>
                    <a:pt x="1243122" y="845746"/>
                  </a:lnTo>
                  <a:lnTo>
                    <a:pt x="1243877" y="834762"/>
                  </a:lnTo>
                  <a:lnTo>
                    <a:pt x="1244627" y="823778"/>
                  </a:lnTo>
                  <a:lnTo>
                    <a:pt x="1245379" y="812795"/>
                  </a:lnTo>
                  <a:lnTo>
                    <a:pt x="1246139" y="801811"/>
                  </a:lnTo>
                  <a:lnTo>
                    <a:pt x="1246908" y="790827"/>
                  </a:lnTo>
                  <a:lnTo>
                    <a:pt x="1247692" y="779844"/>
                  </a:lnTo>
                  <a:lnTo>
                    <a:pt x="1248498" y="768860"/>
                  </a:lnTo>
                  <a:lnTo>
                    <a:pt x="1249321" y="757876"/>
                  </a:lnTo>
                  <a:lnTo>
                    <a:pt x="1250164" y="746892"/>
                  </a:lnTo>
                  <a:lnTo>
                    <a:pt x="1251036" y="735909"/>
                  </a:lnTo>
                  <a:lnTo>
                    <a:pt x="1251933" y="724925"/>
                  </a:lnTo>
                  <a:lnTo>
                    <a:pt x="1252851" y="713941"/>
                  </a:lnTo>
                  <a:lnTo>
                    <a:pt x="1253794" y="702958"/>
                  </a:lnTo>
                  <a:lnTo>
                    <a:pt x="1254768" y="691974"/>
                  </a:lnTo>
                  <a:lnTo>
                    <a:pt x="1255762" y="680990"/>
                  </a:lnTo>
                  <a:lnTo>
                    <a:pt x="1256776" y="670006"/>
                  </a:lnTo>
                  <a:lnTo>
                    <a:pt x="1257815" y="659023"/>
                  </a:lnTo>
                  <a:lnTo>
                    <a:pt x="1258875" y="648039"/>
                  </a:lnTo>
                  <a:lnTo>
                    <a:pt x="1259948" y="637055"/>
                  </a:lnTo>
                  <a:lnTo>
                    <a:pt x="1261037" y="626072"/>
                  </a:lnTo>
                  <a:lnTo>
                    <a:pt x="1262142" y="615088"/>
                  </a:lnTo>
                  <a:lnTo>
                    <a:pt x="1263255" y="604104"/>
                  </a:lnTo>
                  <a:lnTo>
                    <a:pt x="1264375" y="593120"/>
                  </a:lnTo>
                  <a:lnTo>
                    <a:pt x="1265501" y="582137"/>
                  </a:lnTo>
                  <a:lnTo>
                    <a:pt x="1266629" y="571153"/>
                  </a:lnTo>
                  <a:lnTo>
                    <a:pt x="1267756" y="560169"/>
                  </a:lnTo>
                  <a:lnTo>
                    <a:pt x="1268880" y="549185"/>
                  </a:lnTo>
                  <a:lnTo>
                    <a:pt x="1269996" y="538202"/>
                  </a:lnTo>
                  <a:lnTo>
                    <a:pt x="1271104" y="527218"/>
                  </a:lnTo>
                  <a:lnTo>
                    <a:pt x="1272202" y="516234"/>
                  </a:lnTo>
                  <a:lnTo>
                    <a:pt x="1273285" y="505251"/>
                  </a:lnTo>
                  <a:lnTo>
                    <a:pt x="1274350" y="494267"/>
                  </a:lnTo>
                  <a:lnTo>
                    <a:pt x="1275398" y="483283"/>
                  </a:lnTo>
                  <a:lnTo>
                    <a:pt x="1276430" y="472299"/>
                  </a:lnTo>
                  <a:lnTo>
                    <a:pt x="1277431" y="461316"/>
                  </a:lnTo>
                  <a:lnTo>
                    <a:pt x="1278410" y="450332"/>
                  </a:lnTo>
                  <a:lnTo>
                    <a:pt x="1279368" y="439348"/>
                  </a:lnTo>
                  <a:lnTo>
                    <a:pt x="1280297" y="428365"/>
                  </a:lnTo>
                  <a:lnTo>
                    <a:pt x="1281192" y="417381"/>
                  </a:lnTo>
                  <a:lnTo>
                    <a:pt x="1282063" y="406397"/>
                  </a:lnTo>
                  <a:lnTo>
                    <a:pt x="1282908" y="395413"/>
                  </a:lnTo>
                  <a:lnTo>
                    <a:pt x="1283712" y="384430"/>
                  </a:lnTo>
                  <a:lnTo>
                    <a:pt x="1284488" y="373446"/>
                  </a:lnTo>
                  <a:lnTo>
                    <a:pt x="1285236" y="362462"/>
                  </a:lnTo>
                  <a:lnTo>
                    <a:pt x="1285952" y="351479"/>
                  </a:lnTo>
                  <a:lnTo>
                    <a:pt x="1286628" y="340495"/>
                  </a:lnTo>
                  <a:lnTo>
                    <a:pt x="1287278" y="329511"/>
                  </a:lnTo>
                  <a:lnTo>
                    <a:pt x="1287901" y="318527"/>
                  </a:lnTo>
                  <a:lnTo>
                    <a:pt x="1288484" y="307544"/>
                  </a:lnTo>
                  <a:lnTo>
                    <a:pt x="1289038" y="296560"/>
                  </a:lnTo>
                  <a:lnTo>
                    <a:pt x="1289566" y="285576"/>
                  </a:lnTo>
                  <a:lnTo>
                    <a:pt x="1290064" y="274592"/>
                  </a:lnTo>
                  <a:lnTo>
                    <a:pt x="1290527" y="263609"/>
                  </a:lnTo>
                  <a:lnTo>
                    <a:pt x="1290966" y="252625"/>
                  </a:lnTo>
                  <a:lnTo>
                    <a:pt x="1291382" y="241641"/>
                  </a:lnTo>
                  <a:lnTo>
                    <a:pt x="1291766" y="230658"/>
                  </a:lnTo>
                  <a:lnTo>
                    <a:pt x="1292124" y="219674"/>
                  </a:lnTo>
                  <a:lnTo>
                    <a:pt x="1292462" y="208690"/>
                  </a:lnTo>
                  <a:lnTo>
                    <a:pt x="1292778" y="197706"/>
                  </a:lnTo>
                  <a:lnTo>
                    <a:pt x="1293065" y="186723"/>
                  </a:lnTo>
                  <a:lnTo>
                    <a:pt x="1293335" y="175739"/>
                  </a:lnTo>
                  <a:lnTo>
                    <a:pt x="1293588" y="164755"/>
                  </a:lnTo>
                  <a:lnTo>
                    <a:pt x="1293818" y="153772"/>
                  </a:lnTo>
                  <a:lnTo>
                    <a:pt x="1294029" y="142788"/>
                  </a:lnTo>
                  <a:lnTo>
                    <a:pt x="1294226" y="131804"/>
                  </a:lnTo>
                  <a:lnTo>
                    <a:pt x="1294409" y="120820"/>
                  </a:lnTo>
                  <a:lnTo>
                    <a:pt x="1294572" y="109837"/>
                  </a:lnTo>
                  <a:lnTo>
                    <a:pt x="1294723" y="98853"/>
                  </a:lnTo>
                  <a:lnTo>
                    <a:pt x="1294863" y="87869"/>
                  </a:lnTo>
                  <a:lnTo>
                    <a:pt x="1294989" y="76886"/>
                  </a:lnTo>
                  <a:lnTo>
                    <a:pt x="1295103" y="65902"/>
                  </a:lnTo>
                  <a:lnTo>
                    <a:pt x="1295208" y="54918"/>
                  </a:lnTo>
                  <a:lnTo>
                    <a:pt x="1295305" y="43934"/>
                  </a:lnTo>
                  <a:lnTo>
                    <a:pt x="1295389" y="32951"/>
                  </a:lnTo>
                  <a:lnTo>
                    <a:pt x="1295467" y="21967"/>
                  </a:lnTo>
                  <a:lnTo>
                    <a:pt x="1295538" y="10983"/>
                  </a:lnTo>
                  <a:lnTo>
                    <a:pt x="1295602" y="0"/>
                  </a:lnTo>
                  <a:lnTo>
                    <a:pt x="1296610" y="0"/>
                  </a:lnTo>
                  <a:lnTo>
                    <a:pt x="1296673" y="10983"/>
                  </a:lnTo>
                  <a:lnTo>
                    <a:pt x="1296745" y="21967"/>
                  </a:lnTo>
                  <a:lnTo>
                    <a:pt x="1296822" y="32951"/>
                  </a:lnTo>
                  <a:lnTo>
                    <a:pt x="1296906" y="43934"/>
                  </a:lnTo>
                  <a:lnTo>
                    <a:pt x="1297003" y="54918"/>
                  </a:lnTo>
                  <a:lnTo>
                    <a:pt x="1297108" y="65902"/>
                  </a:lnTo>
                  <a:lnTo>
                    <a:pt x="1297222" y="76886"/>
                  </a:lnTo>
                  <a:lnTo>
                    <a:pt x="1297348" y="87869"/>
                  </a:lnTo>
                  <a:lnTo>
                    <a:pt x="1297488" y="98853"/>
                  </a:lnTo>
                  <a:lnTo>
                    <a:pt x="1297640" y="109837"/>
                  </a:lnTo>
                  <a:lnTo>
                    <a:pt x="1297803" y="120820"/>
                  </a:lnTo>
                  <a:lnTo>
                    <a:pt x="1297985" y="131804"/>
                  </a:lnTo>
                  <a:lnTo>
                    <a:pt x="1298182" y="142788"/>
                  </a:lnTo>
                  <a:lnTo>
                    <a:pt x="1298394" y="153772"/>
                  </a:lnTo>
                  <a:lnTo>
                    <a:pt x="1298624" y="164755"/>
                  </a:lnTo>
                  <a:lnTo>
                    <a:pt x="1298877" y="175739"/>
                  </a:lnTo>
                  <a:lnTo>
                    <a:pt x="1299146" y="186723"/>
                  </a:lnTo>
                  <a:lnTo>
                    <a:pt x="1299434" y="197706"/>
                  </a:lnTo>
                  <a:lnTo>
                    <a:pt x="1299750" y="208690"/>
                  </a:lnTo>
                  <a:lnTo>
                    <a:pt x="1300088" y="219674"/>
                  </a:lnTo>
                  <a:lnTo>
                    <a:pt x="1300446" y="230658"/>
                  </a:lnTo>
                  <a:lnTo>
                    <a:pt x="1300829" y="241641"/>
                  </a:lnTo>
                  <a:lnTo>
                    <a:pt x="1301245" y="252625"/>
                  </a:lnTo>
                  <a:lnTo>
                    <a:pt x="1301685" y="263609"/>
                  </a:lnTo>
                  <a:lnTo>
                    <a:pt x="1302147" y="274592"/>
                  </a:lnTo>
                  <a:lnTo>
                    <a:pt x="1302646" y="285576"/>
                  </a:lnTo>
                  <a:lnTo>
                    <a:pt x="1303174" y="296560"/>
                  </a:lnTo>
                  <a:lnTo>
                    <a:pt x="1303727" y="307544"/>
                  </a:lnTo>
                  <a:lnTo>
                    <a:pt x="1304310" y="318527"/>
                  </a:lnTo>
                  <a:lnTo>
                    <a:pt x="1304933" y="329511"/>
                  </a:lnTo>
                  <a:lnTo>
                    <a:pt x="1305583" y="340495"/>
                  </a:lnTo>
                  <a:lnTo>
                    <a:pt x="1306260" y="351479"/>
                  </a:lnTo>
                  <a:lnTo>
                    <a:pt x="1306975" y="362462"/>
                  </a:lnTo>
                  <a:lnTo>
                    <a:pt x="1307724" y="373446"/>
                  </a:lnTo>
                  <a:lnTo>
                    <a:pt x="1308499" y="384430"/>
                  </a:lnTo>
                  <a:lnTo>
                    <a:pt x="1309303" y="395413"/>
                  </a:lnTo>
                  <a:lnTo>
                    <a:pt x="1310149" y="406397"/>
                  </a:lnTo>
                  <a:lnTo>
                    <a:pt x="1311019" y="417381"/>
                  </a:lnTo>
                  <a:lnTo>
                    <a:pt x="1311915" y="428365"/>
                  </a:lnTo>
                  <a:lnTo>
                    <a:pt x="1312843" y="439348"/>
                  </a:lnTo>
                  <a:lnTo>
                    <a:pt x="1313801" y="450332"/>
                  </a:lnTo>
                  <a:lnTo>
                    <a:pt x="1314781" y="461316"/>
                  </a:lnTo>
                  <a:lnTo>
                    <a:pt x="1315781" y="472299"/>
                  </a:lnTo>
                  <a:lnTo>
                    <a:pt x="1316813" y="483283"/>
                  </a:lnTo>
                  <a:lnTo>
                    <a:pt x="1317862" y="494267"/>
                  </a:lnTo>
                  <a:lnTo>
                    <a:pt x="1318926" y="505251"/>
                  </a:lnTo>
                  <a:lnTo>
                    <a:pt x="1320009" y="516234"/>
                  </a:lnTo>
                  <a:lnTo>
                    <a:pt x="1321108" y="527218"/>
                  </a:lnTo>
                  <a:lnTo>
                    <a:pt x="1322215" y="538202"/>
                  </a:lnTo>
                  <a:lnTo>
                    <a:pt x="1323331" y="549185"/>
                  </a:lnTo>
                  <a:lnTo>
                    <a:pt x="1324456" y="560169"/>
                  </a:lnTo>
                  <a:lnTo>
                    <a:pt x="1325583" y="571153"/>
                  </a:lnTo>
                  <a:lnTo>
                    <a:pt x="1326710" y="582137"/>
                  </a:lnTo>
                  <a:lnTo>
                    <a:pt x="1327836" y="593120"/>
                  </a:lnTo>
                  <a:lnTo>
                    <a:pt x="1328956" y="604104"/>
                  </a:lnTo>
                  <a:lnTo>
                    <a:pt x="1330070" y="615088"/>
                  </a:lnTo>
                  <a:lnTo>
                    <a:pt x="1331175" y="626072"/>
                  </a:lnTo>
                  <a:lnTo>
                    <a:pt x="1332263" y="637055"/>
                  </a:lnTo>
                  <a:lnTo>
                    <a:pt x="1333337" y="648039"/>
                  </a:lnTo>
                  <a:lnTo>
                    <a:pt x="1334396" y="659023"/>
                  </a:lnTo>
                  <a:lnTo>
                    <a:pt x="1335436" y="670006"/>
                  </a:lnTo>
                  <a:lnTo>
                    <a:pt x="1336450" y="680990"/>
                  </a:lnTo>
                  <a:lnTo>
                    <a:pt x="1337444" y="691974"/>
                  </a:lnTo>
                  <a:lnTo>
                    <a:pt x="1338418" y="702958"/>
                  </a:lnTo>
                  <a:lnTo>
                    <a:pt x="1339361" y="713941"/>
                  </a:lnTo>
                  <a:lnTo>
                    <a:pt x="1340279" y="724925"/>
                  </a:lnTo>
                  <a:lnTo>
                    <a:pt x="1341176" y="735909"/>
                  </a:lnTo>
                  <a:lnTo>
                    <a:pt x="1342048" y="746892"/>
                  </a:lnTo>
                  <a:lnTo>
                    <a:pt x="1342890" y="757876"/>
                  </a:lnTo>
                  <a:lnTo>
                    <a:pt x="1343714" y="768860"/>
                  </a:lnTo>
                  <a:lnTo>
                    <a:pt x="1344520" y="779844"/>
                  </a:lnTo>
                  <a:lnTo>
                    <a:pt x="1345303" y="790827"/>
                  </a:lnTo>
                  <a:lnTo>
                    <a:pt x="1346072" y="801811"/>
                  </a:lnTo>
                  <a:lnTo>
                    <a:pt x="1346832" y="812795"/>
                  </a:lnTo>
                  <a:lnTo>
                    <a:pt x="1347585" y="823778"/>
                  </a:lnTo>
                  <a:lnTo>
                    <a:pt x="1348335" y="834762"/>
                  </a:lnTo>
                  <a:lnTo>
                    <a:pt x="1349089" y="845746"/>
                  </a:lnTo>
                  <a:lnTo>
                    <a:pt x="1349851" y="856730"/>
                  </a:lnTo>
                  <a:lnTo>
                    <a:pt x="1350631" y="867713"/>
                  </a:lnTo>
                  <a:lnTo>
                    <a:pt x="1351439" y="878697"/>
                  </a:lnTo>
                  <a:lnTo>
                    <a:pt x="1352275" y="889681"/>
                  </a:lnTo>
                  <a:lnTo>
                    <a:pt x="1353143" y="900664"/>
                  </a:lnTo>
                  <a:lnTo>
                    <a:pt x="1354079" y="911648"/>
                  </a:lnTo>
                  <a:lnTo>
                    <a:pt x="1355069" y="922632"/>
                  </a:lnTo>
                  <a:lnTo>
                    <a:pt x="1356117" y="933616"/>
                  </a:lnTo>
                  <a:lnTo>
                    <a:pt x="1357253" y="944599"/>
                  </a:lnTo>
                  <a:lnTo>
                    <a:pt x="1358492" y="955583"/>
                  </a:lnTo>
                  <a:lnTo>
                    <a:pt x="1359820" y="966567"/>
                  </a:lnTo>
                  <a:lnTo>
                    <a:pt x="1361241" y="977551"/>
                  </a:lnTo>
                  <a:lnTo>
                    <a:pt x="1362837" y="988534"/>
                  </a:lnTo>
                  <a:lnTo>
                    <a:pt x="1364555" y="999518"/>
                  </a:lnTo>
                  <a:lnTo>
                    <a:pt x="1366399" y="1010502"/>
                  </a:lnTo>
                  <a:lnTo>
                    <a:pt x="1368418" y="1021485"/>
                  </a:lnTo>
                  <a:lnTo>
                    <a:pt x="1370642" y="1032469"/>
                  </a:lnTo>
                  <a:lnTo>
                    <a:pt x="1373026" y="1043453"/>
                  </a:lnTo>
                  <a:lnTo>
                    <a:pt x="1375575" y="1054437"/>
                  </a:lnTo>
                  <a:lnTo>
                    <a:pt x="1378407" y="1065420"/>
                  </a:lnTo>
                  <a:lnTo>
                    <a:pt x="1381443" y="1076404"/>
                  </a:lnTo>
                  <a:lnTo>
                    <a:pt x="1384677" y="1087388"/>
                  </a:lnTo>
                  <a:lnTo>
                    <a:pt x="1388162" y="1098371"/>
                  </a:lnTo>
                  <a:lnTo>
                    <a:pt x="1391954" y="1109355"/>
                  </a:lnTo>
                  <a:lnTo>
                    <a:pt x="1395971" y="1120339"/>
                  </a:lnTo>
                  <a:lnTo>
                    <a:pt x="1400216" y="1131323"/>
                  </a:lnTo>
                  <a:lnTo>
                    <a:pt x="1404823" y="1142306"/>
                  </a:lnTo>
                  <a:lnTo>
                    <a:pt x="1409704" y="1153290"/>
                  </a:lnTo>
                  <a:lnTo>
                    <a:pt x="1414833" y="1164274"/>
                  </a:lnTo>
                  <a:lnTo>
                    <a:pt x="1420257" y="1175257"/>
                  </a:lnTo>
                  <a:lnTo>
                    <a:pt x="1426058" y="1186241"/>
                  </a:lnTo>
                  <a:lnTo>
                    <a:pt x="1432118" y="1197225"/>
                  </a:lnTo>
                  <a:lnTo>
                    <a:pt x="1438437" y="1208209"/>
                  </a:lnTo>
                  <a:lnTo>
                    <a:pt x="1445138" y="1219192"/>
                  </a:lnTo>
                  <a:lnTo>
                    <a:pt x="1452144" y="1230176"/>
                  </a:lnTo>
                  <a:lnTo>
                    <a:pt x="1459407" y="1241160"/>
                  </a:lnTo>
                  <a:lnTo>
                    <a:pt x="1466956" y="1252144"/>
                  </a:lnTo>
                  <a:lnTo>
                    <a:pt x="1474888" y="1263127"/>
                  </a:lnTo>
                  <a:lnTo>
                    <a:pt x="1483065" y="1274111"/>
                  </a:lnTo>
                  <a:lnTo>
                    <a:pt x="1491483" y="1285095"/>
                  </a:lnTo>
                  <a:lnTo>
                    <a:pt x="1500232" y="1296078"/>
                  </a:lnTo>
                  <a:lnTo>
                    <a:pt x="1509255" y="1307062"/>
                  </a:lnTo>
                  <a:lnTo>
                    <a:pt x="1518494" y="1318046"/>
                  </a:lnTo>
                  <a:lnTo>
                    <a:pt x="1527956" y="1329030"/>
                  </a:lnTo>
                  <a:lnTo>
                    <a:pt x="1537726" y="1340013"/>
                  </a:lnTo>
                  <a:lnTo>
                    <a:pt x="1547675" y="1350997"/>
                  </a:lnTo>
                  <a:lnTo>
                    <a:pt x="1557798" y="1361981"/>
                  </a:lnTo>
                  <a:lnTo>
                    <a:pt x="1568140" y="1372964"/>
                  </a:lnTo>
                  <a:lnTo>
                    <a:pt x="1578664" y="1383948"/>
                  </a:lnTo>
                  <a:lnTo>
                    <a:pt x="1589317" y="1394932"/>
                  </a:lnTo>
                  <a:lnTo>
                    <a:pt x="1600095" y="1405916"/>
                  </a:lnTo>
                  <a:lnTo>
                    <a:pt x="1611039" y="1416899"/>
                  </a:lnTo>
                  <a:lnTo>
                    <a:pt x="1622065" y="1427883"/>
                  </a:lnTo>
                  <a:lnTo>
                    <a:pt x="1633166" y="1438867"/>
                  </a:lnTo>
                  <a:lnTo>
                    <a:pt x="1644348" y="1449850"/>
                  </a:lnTo>
                  <a:lnTo>
                    <a:pt x="1655585" y="1460834"/>
                  </a:lnTo>
                  <a:lnTo>
                    <a:pt x="1666851" y="1471818"/>
                  </a:lnTo>
                  <a:lnTo>
                    <a:pt x="1678138" y="1482802"/>
                  </a:lnTo>
                  <a:lnTo>
                    <a:pt x="1689433" y="1493785"/>
                  </a:lnTo>
                  <a:lnTo>
                    <a:pt x="1700716" y="1504769"/>
                  </a:lnTo>
                  <a:lnTo>
                    <a:pt x="1711981" y="1515753"/>
                  </a:lnTo>
                  <a:lnTo>
                    <a:pt x="1723212" y="1526736"/>
                  </a:lnTo>
                  <a:lnTo>
                    <a:pt x="1734389" y="1537720"/>
                  </a:lnTo>
                  <a:lnTo>
                    <a:pt x="1745519" y="1548704"/>
                  </a:lnTo>
                  <a:lnTo>
                    <a:pt x="1756599" y="1559688"/>
                  </a:lnTo>
                  <a:lnTo>
                    <a:pt x="1767589" y="1570671"/>
                  </a:lnTo>
                  <a:lnTo>
                    <a:pt x="1778511" y="1581655"/>
                  </a:lnTo>
                  <a:lnTo>
                    <a:pt x="1789370" y="1592639"/>
                  </a:lnTo>
                  <a:lnTo>
                    <a:pt x="1800151" y="1603623"/>
                  </a:lnTo>
                  <a:lnTo>
                    <a:pt x="1810840" y="1614606"/>
                  </a:lnTo>
                  <a:lnTo>
                    <a:pt x="1821468" y="1625590"/>
                  </a:lnTo>
                  <a:lnTo>
                    <a:pt x="1832038" y="1636574"/>
                  </a:lnTo>
                  <a:lnTo>
                    <a:pt x="1842528" y="1647557"/>
                  </a:lnTo>
                  <a:lnTo>
                    <a:pt x="1852968" y="1658541"/>
                  </a:lnTo>
                  <a:lnTo>
                    <a:pt x="1863372" y="1669525"/>
                  </a:lnTo>
                  <a:lnTo>
                    <a:pt x="1873741" y="1680509"/>
                  </a:lnTo>
                  <a:lnTo>
                    <a:pt x="1884087" y="1691492"/>
                  </a:lnTo>
                  <a:lnTo>
                    <a:pt x="1894433" y="1702476"/>
                  </a:lnTo>
                  <a:lnTo>
                    <a:pt x="1904785" y="1713460"/>
                  </a:lnTo>
                  <a:lnTo>
                    <a:pt x="1915169" y="1724443"/>
                  </a:lnTo>
                  <a:lnTo>
                    <a:pt x="1925605" y="1735427"/>
                  </a:lnTo>
                  <a:lnTo>
                    <a:pt x="1936096" y="1746411"/>
                  </a:lnTo>
                  <a:lnTo>
                    <a:pt x="1946659" y="1757395"/>
                  </a:lnTo>
                  <a:lnTo>
                    <a:pt x="1957360" y="1768378"/>
                  </a:lnTo>
                  <a:lnTo>
                    <a:pt x="1968171" y="1779362"/>
                  </a:lnTo>
                  <a:lnTo>
                    <a:pt x="1979101" y="1790346"/>
                  </a:lnTo>
                  <a:lnTo>
                    <a:pt x="1990218" y="1801329"/>
                  </a:lnTo>
                  <a:lnTo>
                    <a:pt x="2001534" y="1812313"/>
                  </a:lnTo>
                  <a:lnTo>
                    <a:pt x="2013020" y="1823297"/>
                  </a:lnTo>
                  <a:lnTo>
                    <a:pt x="2024691" y="1834281"/>
                  </a:lnTo>
                  <a:lnTo>
                    <a:pt x="2036682" y="1845264"/>
                  </a:lnTo>
                  <a:lnTo>
                    <a:pt x="2048885" y="1856248"/>
                  </a:lnTo>
                  <a:lnTo>
                    <a:pt x="2061307" y="1867232"/>
                  </a:lnTo>
                  <a:lnTo>
                    <a:pt x="2074032" y="1878216"/>
                  </a:lnTo>
                  <a:lnTo>
                    <a:pt x="2087070" y="1889199"/>
                  </a:lnTo>
                  <a:lnTo>
                    <a:pt x="2100349" y="1900183"/>
                  </a:lnTo>
                  <a:lnTo>
                    <a:pt x="2113872" y="1911167"/>
                  </a:lnTo>
                  <a:lnTo>
                    <a:pt x="2127793" y="1922150"/>
                  </a:lnTo>
                  <a:lnTo>
                    <a:pt x="2141960" y="1933134"/>
                  </a:lnTo>
                  <a:lnTo>
                    <a:pt x="2156366" y="1944118"/>
                  </a:lnTo>
                  <a:lnTo>
                    <a:pt x="2171069" y="1955102"/>
                  </a:lnTo>
                  <a:lnTo>
                    <a:pt x="2186073" y="1966085"/>
                  </a:lnTo>
                  <a:lnTo>
                    <a:pt x="2201283" y="1977069"/>
                  </a:lnTo>
                  <a:lnTo>
                    <a:pt x="2216690" y="1988053"/>
                  </a:lnTo>
                  <a:lnTo>
                    <a:pt x="2232374" y="1999036"/>
                  </a:lnTo>
                  <a:lnTo>
                    <a:pt x="2248214" y="2010020"/>
                  </a:lnTo>
                  <a:lnTo>
                    <a:pt x="2264183" y="2021004"/>
                  </a:lnTo>
                  <a:lnTo>
                    <a:pt x="2280287" y="2031988"/>
                  </a:lnTo>
                  <a:lnTo>
                    <a:pt x="2296489" y="2042971"/>
                  </a:lnTo>
                  <a:lnTo>
                    <a:pt x="2312724" y="2053955"/>
                  </a:lnTo>
                  <a:lnTo>
                    <a:pt x="2328976" y="2064939"/>
                  </a:lnTo>
                  <a:lnTo>
                    <a:pt x="2345187" y="2075922"/>
                  </a:lnTo>
                  <a:lnTo>
                    <a:pt x="2361307" y="2086906"/>
                  </a:lnTo>
                  <a:lnTo>
                    <a:pt x="2377317" y="2097890"/>
                  </a:lnTo>
                  <a:lnTo>
                    <a:pt x="2393166" y="2108874"/>
                  </a:lnTo>
                  <a:lnTo>
                    <a:pt x="2408720" y="2119857"/>
                  </a:lnTo>
                  <a:lnTo>
                    <a:pt x="2424022" y="2130841"/>
                  </a:lnTo>
                  <a:lnTo>
                    <a:pt x="2439050" y="2141825"/>
                  </a:lnTo>
                  <a:lnTo>
                    <a:pt x="2453601" y="2152809"/>
                  </a:lnTo>
                  <a:lnTo>
                    <a:pt x="2467688" y="2163792"/>
                  </a:lnTo>
                  <a:lnTo>
                    <a:pt x="2481349" y="2174776"/>
                  </a:lnTo>
                  <a:lnTo>
                    <a:pt x="2494502" y="2185760"/>
                  </a:lnTo>
                  <a:lnTo>
                    <a:pt x="2506857" y="2196743"/>
                  </a:lnTo>
                  <a:lnTo>
                    <a:pt x="2518637" y="2207727"/>
                  </a:lnTo>
                  <a:lnTo>
                    <a:pt x="2529820" y="2218711"/>
                  </a:lnTo>
                  <a:lnTo>
                    <a:pt x="2540098" y="2229695"/>
                  </a:lnTo>
                  <a:lnTo>
                    <a:pt x="2549512" y="2240678"/>
                  </a:lnTo>
                  <a:lnTo>
                    <a:pt x="2558196" y="2251662"/>
                  </a:lnTo>
                  <a:lnTo>
                    <a:pt x="2566088" y="2262646"/>
                  </a:lnTo>
                  <a:lnTo>
                    <a:pt x="2572711" y="2273629"/>
                  </a:lnTo>
                  <a:lnTo>
                    <a:pt x="2578499" y="2284613"/>
                  </a:lnTo>
                  <a:lnTo>
                    <a:pt x="2583439" y="2295597"/>
                  </a:lnTo>
                  <a:lnTo>
                    <a:pt x="2587195" y="2306581"/>
                  </a:lnTo>
                  <a:lnTo>
                    <a:pt x="2589785" y="2317564"/>
                  </a:lnTo>
                  <a:lnTo>
                    <a:pt x="2591461" y="2328548"/>
                  </a:lnTo>
                  <a:lnTo>
                    <a:pt x="2592212" y="2339532"/>
                  </a:lnTo>
                  <a:lnTo>
                    <a:pt x="2591425" y="2350515"/>
                  </a:lnTo>
                  <a:lnTo>
                    <a:pt x="2589700" y="2361499"/>
                  </a:lnTo>
                  <a:lnTo>
                    <a:pt x="2587036" y="2372483"/>
                  </a:lnTo>
                  <a:lnTo>
                    <a:pt x="2583155" y="2383467"/>
                  </a:lnTo>
                  <a:lnTo>
                    <a:pt x="2578030" y="2394450"/>
                  </a:lnTo>
                  <a:lnTo>
                    <a:pt x="2571996" y="2405434"/>
                  </a:lnTo>
                  <a:lnTo>
                    <a:pt x="2565061" y="2416418"/>
                  </a:lnTo>
                  <a:lnTo>
                    <a:pt x="2556731" y="2427401"/>
                  </a:lnTo>
                  <a:lnTo>
                    <a:pt x="2547523" y="2438385"/>
                  </a:lnTo>
                  <a:lnTo>
                    <a:pt x="2537498" y="2449369"/>
                  </a:lnTo>
                  <a:lnTo>
                    <a:pt x="2526487" y="2460353"/>
                  </a:lnTo>
                  <a:lnTo>
                    <a:pt x="2514444" y="2471336"/>
                  </a:lnTo>
                  <a:lnTo>
                    <a:pt x="2501708" y="2482320"/>
                  </a:lnTo>
                  <a:lnTo>
                    <a:pt x="2488303" y="2493304"/>
                  </a:lnTo>
                  <a:lnTo>
                    <a:pt x="2473957" y="2504288"/>
                  </a:lnTo>
                  <a:lnTo>
                    <a:pt x="2459017" y="2515271"/>
                  </a:lnTo>
                  <a:lnTo>
                    <a:pt x="2443575" y="2526255"/>
                  </a:lnTo>
                  <a:lnTo>
                    <a:pt x="2427587" y="2537239"/>
                  </a:lnTo>
                  <a:lnTo>
                    <a:pt x="2411050" y="2548222"/>
                  </a:lnTo>
                  <a:lnTo>
                    <a:pt x="2394207" y="2559206"/>
                  </a:lnTo>
                  <a:lnTo>
                    <a:pt x="2377087" y="2570190"/>
                  </a:lnTo>
                  <a:lnTo>
                    <a:pt x="2359668" y="2581174"/>
                  </a:lnTo>
                  <a:lnTo>
                    <a:pt x="2342122" y="2592157"/>
                  </a:lnTo>
                  <a:lnTo>
                    <a:pt x="2324512" y="2603141"/>
                  </a:lnTo>
                  <a:lnTo>
                    <a:pt x="2306881" y="2614125"/>
                  </a:lnTo>
                  <a:lnTo>
                    <a:pt x="2289361" y="2625108"/>
                  </a:lnTo>
                  <a:lnTo>
                    <a:pt x="2271994" y="2636092"/>
                  </a:lnTo>
                  <a:lnTo>
                    <a:pt x="2254811" y="2647076"/>
                  </a:lnTo>
                  <a:lnTo>
                    <a:pt x="2237992" y="2658060"/>
                  </a:lnTo>
                  <a:lnTo>
                    <a:pt x="2221586" y="2669043"/>
                  </a:lnTo>
                  <a:lnTo>
                    <a:pt x="2205568" y="2680027"/>
                  </a:lnTo>
                  <a:lnTo>
                    <a:pt x="2190008" y="2691011"/>
                  </a:lnTo>
                  <a:lnTo>
                    <a:pt x="2175234" y="2701994"/>
                  </a:lnTo>
                  <a:lnTo>
                    <a:pt x="2161029" y="2712978"/>
                  </a:lnTo>
                  <a:lnTo>
                    <a:pt x="2147416" y="2723962"/>
                  </a:lnTo>
                  <a:lnTo>
                    <a:pt x="2134689" y="2734946"/>
                  </a:lnTo>
                  <a:lnTo>
                    <a:pt x="2122854" y="2745929"/>
                  </a:lnTo>
                  <a:lnTo>
                    <a:pt x="2111754" y="2756913"/>
                  </a:lnTo>
                  <a:lnTo>
                    <a:pt x="2101429" y="2767897"/>
                  </a:lnTo>
                  <a:lnTo>
                    <a:pt x="2092402" y="2778881"/>
                  </a:lnTo>
                  <a:lnTo>
                    <a:pt x="2084210" y="2789864"/>
                  </a:lnTo>
                  <a:lnTo>
                    <a:pt x="2076863" y="2800848"/>
                  </a:lnTo>
                  <a:lnTo>
                    <a:pt x="2070661" y="2811832"/>
                  </a:lnTo>
                  <a:lnTo>
                    <a:pt x="2065628" y="2822815"/>
                  </a:lnTo>
                  <a:lnTo>
                    <a:pt x="2061483" y="2833799"/>
                  </a:lnTo>
                  <a:lnTo>
                    <a:pt x="2058230" y="2844783"/>
                  </a:lnTo>
                  <a:lnTo>
                    <a:pt x="2056421" y="2855767"/>
                  </a:lnTo>
                  <a:lnTo>
                    <a:pt x="2055517" y="2866750"/>
                  </a:lnTo>
                  <a:lnTo>
                    <a:pt x="2055486" y="2877734"/>
                  </a:lnTo>
                  <a:lnTo>
                    <a:pt x="2056549" y="2888718"/>
                  </a:lnTo>
                  <a:lnTo>
                    <a:pt x="2058758" y="2899701"/>
                  </a:lnTo>
                  <a:lnTo>
                    <a:pt x="2061772" y="2910685"/>
                  </a:lnTo>
                  <a:lnTo>
                    <a:pt x="2065577" y="2921669"/>
                  </a:lnTo>
                  <a:lnTo>
                    <a:pt x="2070551" y="2932653"/>
                  </a:lnTo>
                  <a:lnTo>
                    <a:pt x="2076273" y="2943636"/>
                  </a:lnTo>
                  <a:lnTo>
                    <a:pt x="2082661" y="2954620"/>
                  </a:lnTo>
                  <a:lnTo>
                    <a:pt x="2089812" y="2965604"/>
                  </a:lnTo>
                  <a:lnTo>
                    <a:pt x="2097764" y="2976587"/>
                  </a:lnTo>
                  <a:lnTo>
                    <a:pt x="2106215" y="2987571"/>
                  </a:lnTo>
                  <a:lnTo>
                    <a:pt x="2115138" y="2998555"/>
                  </a:lnTo>
                  <a:lnTo>
                    <a:pt x="2124666" y="3009539"/>
                  </a:lnTo>
                  <a:lnTo>
                    <a:pt x="2134551" y="3020522"/>
                  </a:lnTo>
                  <a:lnTo>
                    <a:pt x="2144705" y="3031506"/>
                  </a:lnTo>
                  <a:lnTo>
                    <a:pt x="2155119" y="3042490"/>
                  </a:lnTo>
                  <a:lnTo>
                    <a:pt x="2165728" y="3053473"/>
                  </a:lnTo>
                  <a:lnTo>
                    <a:pt x="2176387" y="3064457"/>
                  </a:lnTo>
                  <a:lnTo>
                    <a:pt x="2187064" y="3075441"/>
                  </a:lnTo>
                  <a:lnTo>
                    <a:pt x="2197653" y="3086425"/>
                  </a:lnTo>
                  <a:lnTo>
                    <a:pt x="2208059" y="3097408"/>
                  </a:lnTo>
                  <a:lnTo>
                    <a:pt x="2218260" y="3108392"/>
                  </a:lnTo>
                  <a:lnTo>
                    <a:pt x="2228186" y="3119376"/>
                  </a:lnTo>
                  <a:lnTo>
                    <a:pt x="2237589" y="3130360"/>
                  </a:lnTo>
                  <a:lnTo>
                    <a:pt x="2246575" y="3141343"/>
                  </a:lnTo>
                  <a:lnTo>
                    <a:pt x="2255115" y="3152327"/>
                  </a:lnTo>
                  <a:lnTo>
                    <a:pt x="2262941" y="3163311"/>
                  </a:lnTo>
                  <a:lnTo>
                    <a:pt x="2270037" y="3174294"/>
                  </a:lnTo>
                  <a:lnTo>
                    <a:pt x="2276505" y="3185278"/>
                  </a:lnTo>
                  <a:lnTo>
                    <a:pt x="2282283" y="3196262"/>
                  </a:lnTo>
                  <a:lnTo>
                    <a:pt x="2286910" y="3207246"/>
                  </a:lnTo>
                  <a:lnTo>
                    <a:pt x="2290764" y="3218229"/>
                  </a:lnTo>
                  <a:lnTo>
                    <a:pt x="2293828" y="3229213"/>
                  </a:lnTo>
                  <a:lnTo>
                    <a:pt x="2295782" y="3240197"/>
                  </a:lnTo>
                  <a:lnTo>
                    <a:pt x="2296615" y="3251180"/>
                  </a:lnTo>
                  <a:lnTo>
                    <a:pt x="2296568" y="3262164"/>
                  </a:lnTo>
                  <a:lnTo>
                    <a:pt x="2295629" y="3273148"/>
                  </a:lnTo>
                  <a:lnTo>
                    <a:pt x="2293192" y="3284132"/>
                  </a:lnTo>
                  <a:lnTo>
                    <a:pt x="2289831" y="3295115"/>
                  </a:lnTo>
                  <a:lnTo>
                    <a:pt x="2285549" y="3306099"/>
                  </a:lnTo>
                  <a:lnTo>
                    <a:pt x="2280073" y="3317083"/>
                  </a:lnTo>
                  <a:lnTo>
                    <a:pt x="2273360" y="3328066"/>
                  </a:lnTo>
                  <a:lnTo>
                    <a:pt x="2265744" y="3339050"/>
                  </a:lnTo>
                  <a:lnTo>
                    <a:pt x="2257233" y="3350034"/>
                  </a:lnTo>
                  <a:lnTo>
                    <a:pt x="2247338" y="3361018"/>
                  </a:lnTo>
                  <a:lnTo>
                    <a:pt x="2236556" y="3372001"/>
                  </a:lnTo>
                  <a:lnTo>
                    <a:pt x="2224954" y="3382985"/>
                  </a:lnTo>
                  <a:lnTo>
                    <a:pt x="2212366" y="3393969"/>
                  </a:lnTo>
                  <a:lnTo>
                    <a:pt x="2198722" y="3404953"/>
                  </a:lnTo>
                  <a:lnTo>
                    <a:pt x="2184370" y="3415936"/>
                  </a:lnTo>
                  <a:lnTo>
                    <a:pt x="2169329" y="3426920"/>
                  </a:lnTo>
                  <a:lnTo>
                    <a:pt x="2153311" y="3437904"/>
                  </a:lnTo>
                  <a:lnTo>
                    <a:pt x="2136654" y="3448887"/>
                  </a:lnTo>
                  <a:lnTo>
                    <a:pt x="2119454" y="3459871"/>
                  </a:lnTo>
                  <a:lnTo>
                    <a:pt x="2101652" y="3470855"/>
                  </a:lnTo>
                  <a:lnTo>
                    <a:pt x="2083206" y="3481839"/>
                  </a:lnTo>
                  <a:lnTo>
                    <a:pt x="2064376" y="3492822"/>
                  </a:lnTo>
                  <a:lnTo>
                    <a:pt x="2045188" y="3503806"/>
                  </a:lnTo>
                  <a:lnTo>
                    <a:pt x="2025556" y="3514790"/>
                  </a:lnTo>
                  <a:lnTo>
                    <a:pt x="2005654" y="3525773"/>
                  </a:lnTo>
                  <a:lnTo>
                    <a:pt x="1985557" y="3536757"/>
                  </a:lnTo>
                  <a:lnTo>
                    <a:pt x="1965278" y="3547741"/>
                  </a:lnTo>
                  <a:lnTo>
                    <a:pt x="1944855" y="3558725"/>
                  </a:lnTo>
                  <a:lnTo>
                    <a:pt x="1924393" y="3569708"/>
                  </a:lnTo>
                  <a:lnTo>
                    <a:pt x="1903915" y="3580692"/>
                  </a:lnTo>
                  <a:lnTo>
                    <a:pt x="1883480" y="3591676"/>
                  </a:lnTo>
                  <a:lnTo>
                    <a:pt x="1863154" y="3602659"/>
                  </a:lnTo>
                  <a:lnTo>
                    <a:pt x="1842947" y="3613643"/>
                  </a:lnTo>
                  <a:lnTo>
                    <a:pt x="1822894" y="3624627"/>
                  </a:lnTo>
                  <a:lnTo>
                    <a:pt x="1803142" y="3635611"/>
                  </a:lnTo>
                  <a:lnTo>
                    <a:pt x="1783622" y="3646594"/>
                  </a:lnTo>
                  <a:lnTo>
                    <a:pt x="1764351" y="3657578"/>
                  </a:lnTo>
                  <a:lnTo>
                    <a:pt x="1745458" y="3668562"/>
                  </a:lnTo>
                  <a:lnTo>
                    <a:pt x="1726962" y="3679545"/>
                  </a:lnTo>
                  <a:lnTo>
                    <a:pt x="1708798" y="3690529"/>
                  </a:lnTo>
                  <a:lnTo>
                    <a:pt x="1690981" y="3701513"/>
                  </a:lnTo>
                  <a:lnTo>
                    <a:pt x="1673762" y="3712497"/>
                  </a:lnTo>
                  <a:lnTo>
                    <a:pt x="1656931" y="3723480"/>
                  </a:lnTo>
                  <a:lnTo>
                    <a:pt x="1640492" y="3734464"/>
                  </a:lnTo>
                  <a:lnTo>
                    <a:pt x="1624586" y="3745448"/>
                  </a:lnTo>
                  <a:lnTo>
                    <a:pt x="1609234" y="3756432"/>
                  </a:lnTo>
                  <a:lnTo>
                    <a:pt x="1594304" y="3767415"/>
                  </a:lnTo>
                  <a:lnTo>
                    <a:pt x="1579798" y="3778399"/>
                  </a:lnTo>
                  <a:lnTo>
                    <a:pt x="1565984" y="3789383"/>
                  </a:lnTo>
                  <a:lnTo>
                    <a:pt x="1552614" y="3800366"/>
                  </a:lnTo>
                  <a:lnTo>
                    <a:pt x="1539674" y="3811350"/>
                  </a:lnTo>
                  <a:lnTo>
                    <a:pt x="1527274" y="3822334"/>
                  </a:lnTo>
                  <a:lnTo>
                    <a:pt x="1515462" y="3833318"/>
                  </a:lnTo>
                  <a:lnTo>
                    <a:pt x="1504068" y="3844301"/>
                  </a:lnTo>
                  <a:lnTo>
                    <a:pt x="1493090" y="3855285"/>
                  </a:lnTo>
                  <a:lnTo>
                    <a:pt x="1482748" y="3866269"/>
                  </a:lnTo>
                  <a:lnTo>
                    <a:pt x="1472840" y="3877252"/>
                  </a:lnTo>
                  <a:lnTo>
                    <a:pt x="1463325" y="3888236"/>
                  </a:lnTo>
                  <a:lnTo>
                    <a:pt x="1454277" y="3899220"/>
                  </a:lnTo>
                  <a:lnTo>
                    <a:pt x="1445768" y="3910204"/>
                  </a:lnTo>
                  <a:lnTo>
                    <a:pt x="1437623" y="3921187"/>
                  </a:lnTo>
                  <a:lnTo>
                    <a:pt x="1429836" y="3932171"/>
                  </a:lnTo>
                  <a:lnTo>
                    <a:pt x="1422572" y="3943155"/>
                  </a:lnTo>
                  <a:lnTo>
                    <a:pt x="1415689" y="3954138"/>
                  </a:lnTo>
                  <a:lnTo>
                    <a:pt x="1409133" y="3965122"/>
                  </a:lnTo>
                  <a:lnTo>
                    <a:pt x="1402945" y="3976106"/>
                  </a:lnTo>
                  <a:lnTo>
                    <a:pt x="1397215" y="3987090"/>
                  </a:lnTo>
                  <a:lnTo>
                    <a:pt x="1391778" y="3998073"/>
                  </a:lnTo>
                  <a:lnTo>
                    <a:pt x="1386631" y="4009057"/>
                  </a:lnTo>
                  <a:lnTo>
                    <a:pt x="1381888" y="4020041"/>
                  </a:lnTo>
                  <a:lnTo>
                    <a:pt x="1377464" y="4031025"/>
                  </a:lnTo>
                  <a:lnTo>
                    <a:pt x="1373300" y="4042008"/>
                  </a:lnTo>
                  <a:lnTo>
                    <a:pt x="1369414" y="4052992"/>
                  </a:lnTo>
                  <a:lnTo>
                    <a:pt x="1365903" y="4063976"/>
                  </a:lnTo>
                  <a:lnTo>
                    <a:pt x="1362624" y="4074959"/>
                  </a:lnTo>
                  <a:lnTo>
                    <a:pt x="1359572" y="4085943"/>
                  </a:lnTo>
                  <a:lnTo>
                    <a:pt x="1356827" y="4096927"/>
                  </a:lnTo>
                  <a:lnTo>
                    <a:pt x="1354345" y="4107911"/>
                  </a:lnTo>
                  <a:lnTo>
                    <a:pt x="1352066" y="4118894"/>
                  </a:lnTo>
                  <a:lnTo>
                    <a:pt x="1349995" y="4129878"/>
                  </a:lnTo>
                  <a:lnTo>
                    <a:pt x="1348230" y="4140862"/>
                  </a:lnTo>
                  <a:lnTo>
                    <a:pt x="1346646" y="4151845"/>
                  </a:lnTo>
                  <a:lnTo>
                    <a:pt x="1345240" y="4162829"/>
                  </a:lnTo>
                  <a:lnTo>
                    <a:pt x="1344066" y="4173813"/>
                  </a:lnTo>
                  <a:lnTo>
                    <a:pt x="1343105" y="4184797"/>
                  </a:lnTo>
                  <a:lnTo>
                    <a:pt x="1342303" y="4195780"/>
                  </a:lnTo>
                  <a:lnTo>
                    <a:pt x="1341656" y="4206764"/>
                  </a:lnTo>
                  <a:lnTo>
                    <a:pt x="1341250" y="4217748"/>
                  </a:lnTo>
                  <a:lnTo>
                    <a:pt x="1340984" y="4228731"/>
                  </a:lnTo>
                  <a:lnTo>
                    <a:pt x="1340855" y="4239715"/>
                  </a:lnTo>
                  <a:lnTo>
                    <a:pt x="1340893" y="4250699"/>
                  </a:lnTo>
                  <a:lnTo>
                    <a:pt x="1341099" y="4261683"/>
                  </a:lnTo>
                  <a:lnTo>
                    <a:pt x="1341421" y="4272666"/>
                  </a:lnTo>
                  <a:lnTo>
                    <a:pt x="1341857" y="4283650"/>
                  </a:lnTo>
                  <a:lnTo>
                    <a:pt x="1342460" y="4294634"/>
                  </a:lnTo>
                  <a:lnTo>
                    <a:pt x="1343167" y="4305618"/>
                  </a:lnTo>
                  <a:lnTo>
                    <a:pt x="1343968" y="4316601"/>
                  </a:lnTo>
                  <a:lnTo>
                    <a:pt x="1344878" y="4327585"/>
                  </a:lnTo>
                  <a:lnTo>
                    <a:pt x="1345900" y="4338569"/>
                  </a:lnTo>
                  <a:lnTo>
                    <a:pt x="1346995" y="4349552"/>
                  </a:lnTo>
                  <a:lnTo>
                    <a:pt x="1348159" y="4360536"/>
                  </a:lnTo>
                  <a:lnTo>
                    <a:pt x="1349416" y="4371520"/>
                  </a:lnTo>
                  <a:lnTo>
                    <a:pt x="1350731" y="4382504"/>
                  </a:lnTo>
                  <a:lnTo>
                    <a:pt x="1352093" y="4393487"/>
                  </a:lnTo>
                  <a:lnTo>
                    <a:pt x="1353504" y="4404471"/>
                  </a:lnTo>
                  <a:lnTo>
                    <a:pt x="1354962" y="4415455"/>
                  </a:lnTo>
                  <a:lnTo>
                    <a:pt x="1356444" y="4426438"/>
                  </a:lnTo>
                  <a:lnTo>
                    <a:pt x="1357947" y="4437422"/>
                  </a:lnTo>
                  <a:lnTo>
                    <a:pt x="1359468" y="4448406"/>
                  </a:lnTo>
                  <a:lnTo>
                    <a:pt x="1360992" y="4459390"/>
                  </a:lnTo>
                  <a:lnTo>
                    <a:pt x="1362513" y="4470373"/>
                  </a:lnTo>
                  <a:lnTo>
                    <a:pt x="1364026" y="4481357"/>
                  </a:lnTo>
                  <a:lnTo>
                    <a:pt x="1365513" y="4492341"/>
                  </a:lnTo>
                  <a:lnTo>
                    <a:pt x="1366976" y="4503324"/>
                  </a:lnTo>
                  <a:lnTo>
                    <a:pt x="1368410" y="4514308"/>
                  </a:lnTo>
                  <a:lnTo>
                    <a:pt x="1369793" y="4525292"/>
                  </a:lnTo>
                  <a:lnTo>
                    <a:pt x="1371123" y="4536276"/>
                  </a:lnTo>
                  <a:lnTo>
                    <a:pt x="1372404" y="4547259"/>
                  </a:lnTo>
                  <a:lnTo>
                    <a:pt x="1373629" y="4558243"/>
                  </a:lnTo>
                  <a:lnTo>
                    <a:pt x="1374760" y="4569227"/>
                  </a:lnTo>
                  <a:lnTo>
                    <a:pt x="1375823" y="4580210"/>
                  </a:lnTo>
                  <a:lnTo>
                    <a:pt x="1376818" y="4591194"/>
                  </a:lnTo>
                  <a:lnTo>
                    <a:pt x="1377712" y="4602178"/>
                  </a:lnTo>
                  <a:lnTo>
                    <a:pt x="1378504" y="4613162"/>
                  </a:lnTo>
                  <a:lnTo>
                    <a:pt x="1379213" y="4624145"/>
                  </a:lnTo>
                  <a:lnTo>
                    <a:pt x="1379837" y="4635129"/>
                  </a:lnTo>
                  <a:lnTo>
                    <a:pt x="1380316" y="4646113"/>
                  </a:lnTo>
                  <a:lnTo>
                    <a:pt x="1380702" y="4657097"/>
                  </a:lnTo>
                  <a:lnTo>
                    <a:pt x="1380995" y="4668080"/>
                  </a:lnTo>
                  <a:lnTo>
                    <a:pt x="1381164" y="4679064"/>
                  </a:lnTo>
                  <a:lnTo>
                    <a:pt x="1381204" y="4690048"/>
                  </a:lnTo>
                  <a:lnTo>
                    <a:pt x="1381146" y="4701031"/>
                  </a:lnTo>
                  <a:lnTo>
                    <a:pt x="1380992" y="4712015"/>
                  </a:lnTo>
                  <a:lnTo>
                    <a:pt x="1380681" y="4722999"/>
                  </a:lnTo>
                  <a:lnTo>
                    <a:pt x="1380270" y="4733983"/>
                  </a:lnTo>
                  <a:lnTo>
                    <a:pt x="1379764" y="4744966"/>
                  </a:lnTo>
                  <a:lnTo>
                    <a:pt x="1379139" y="4755950"/>
                  </a:lnTo>
                  <a:lnTo>
                    <a:pt x="1378386" y="4766934"/>
                  </a:lnTo>
                  <a:lnTo>
                    <a:pt x="1377544" y="4777917"/>
                  </a:lnTo>
                  <a:lnTo>
                    <a:pt x="1376614" y="4788901"/>
                  </a:lnTo>
                  <a:lnTo>
                    <a:pt x="1375553" y="4799885"/>
                  </a:lnTo>
                  <a:lnTo>
                    <a:pt x="1374405" y="4810869"/>
                  </a:lnTo>
                  <a:lnTo>
                    <a:pt x="1373179" y="4821852"/>
                  </a:lnTo>
                  <a:lnTo>
                    <a:pt x="1371865" y="4832836"/>
                  </a:lnTo>
                  <a:lnTo>
                    <a:pt x="1370451" y="4843820"/>
                  </a:lnTo>
                  <a:lnTo>
                    <a:pt x="1368974" y="4854803"/>
                  </a:lnTo>
                  <a:lnTo>
                    <a:pt x="1367436" y="4865787"/>
                  </a:lnTo>
                  <a:lnTo>
                    <a:pt x="1365814" y="4876771"/>
                  </a:lnTo>
                  <a:lnTo>
                    <a:pt x="1364137" y="4887755"/>
                  </a:lnTo>
                  <a:lnTo>
                    <a:pt x="1362414" y="4898738"/>
                  </a:lnTo>
                  <a:lnTo>
                    <a:pt x="1360644" y="4909722"/>
                  </a:lnTo>
                  <a:lnTo>
                    <a:pt x="1358823" y="4920706"/>
                  </a:lnTo>
                  <a:lnTo>
                    <a:pt x="1356973" y="4931690"/>
                  </a:lnTo>
                  <a:lnTo>
                    <a:pt x="1355097" y="4942673"/>
                  </a:lnTo>
                  <a:lnTo>
                    <a:pt x="1353193" y="4953657"/>
                  </a:lnTo>
                  <a:lnTo>
                    <a:pt x="1351272" y="4964641"/>
                  </a:lnTo>
                  <a:lnTo>
                    <a:pt x="1349343" y="4975624"/>
                  </a:lnTo>
                  <a:lnTo>
                    <a:pt x="1347407" y="4986608"/>
                  </a:lnTo>
                  <a:lnTo>
                    <a:pt x="1345471" y="4997592"/>
                  </a:lnTo>
                  <a:lnTo>
                    <a:pt x="1343541" y="5008576"/>
                  </a:lnTo>
                  <a:lnTo>
                    <a:pt x="1341619" y="5019559"/>
                  </a:lnTo>
                  <a:lnTo>
                    <a:pt x="1339715" y="5030543"/>
                  </a:lnTo>
                  <a:lnTo>
                    <a:pt x="1337833" y="5041527"/>
                  </a:lnTo>
                  <a:lnTo>
                    <a:pt x="1335971" y="5052510"/>
                  </a:lnTo>
                  <a:lnTo>
                    <a:pt x="1334134" y="5063494"/>
                  </a:lnTo>
                  <a:lnTo>
                    <a:pt x="1332340" y="5074478"/>
                  </a:lnTo>
                  <a:lnTo>
                    <a:pt x="1330577" y="5085462"/>
                  </a:lnTo>
                  <a:lnTo>
                    <a:pt x="1328847" y="5096445"/>
                  </a:lnTo>
                  <a:lnTo>
                    <a:pt x="1327163" y="5107429"/>
                  </a:lnTo>
                  <a:lnTo>
                    <a:pt x="1325529" y="5118413"/>
                  </a:lnTo>
                  <a:lnTo>
                    <a:pt x="1323934" y="5129396"/>
                  </a:lnTo>
                  <a:lnTo>
                    <a:pt x="1322379" y="5140380"/>
                  </a:lnTo>
                  <a:lnTo>
                    <a:pt x="1320893" y="5151364"/>
                  </a:lnTo>
                  <a:lnTo>
                    <a:pt x="1319452" y="5162348"/>
                  </a:lnTo>
                  <a:lnTo>
                    <a:pt x="1318055" y="5173331"/>
                  </a:lnTo>
                  <a:lnTo>
                    <a:pt x="1316714" y="5184315"/>
                  </a:lnTo>
                  <a:lnTo>
                    <a:pt x="1315436" y="5195299"/>
                  </a:lnTo>
                  <a:lnTo>
                    <a:pt x="1314203" y="5206282"/>
                  </a:lnTo>
                  <a:lnTo>
                    <a:pt x="1313016" y="5217266"/>
                  </a:lnTo>
                  <a:lnTo>
                    <a:pt x="1311900" y="5228250"/>
                  </a:lnTo>
                  <a:lnTo>
                    <a:pt x="1310832" y="5239234"/>
                  </a:lnTo>
                  <a:lnTo>
                    <a:pt x="1309809" y="5250217"/>
                  </a:lnTo>
                  <a:lnTo>
                    <a:pt x="1308840" y="5261201"/>
                  </a:lnTo>
                  <a:lnTo>
                    <a:pt x="1307931" y="5272185"/>
                  </a:lnTo>
                  <a:lnTo>
                    <a:pt x="1307064" y="5283169"/>
                  </a:lnTo>
                  <a:lnTo>
                    <a:pt x="1306239" y="5294152"/>
                  </a:lnTo>
                  <a:lnTo>
                    <a:pt x="1305474" y="5305136"/>
                  </a:lnTo>
                  <a:lnTo>
                    <a:pt x="1304753" y="5316120"/>
                  </a:lnTo>
                  <a:lnTo>
                    <a:pt x="1304069" y="5327103"/>
                  </a:lnTo>
                  <a:lnTo>
                    <a:pt x="1303428" y="5338087"/>
                  </a:lnTo>
                  <a:lnTo>
                    <a:pt x="1302838" y="5349071"/>
                  </a:lnTo>
                  <a:lnTo>
                    <a:pt x="1302280" y="5360055"/>
                  </a:lnTo>
                  <a:lnTo>
                    <a:pt x="1301755" y="5371038"/>
                  </a:lnTo>
                  <a:lnTo>
                    <a:pt x="1301275" y="5382022"/>
                  </a:lnTo>
                  <a:lnTo>
                    <a:pt x="1300829" y="5393006"/>
                  </a:lnTo>
                  <a:lnTo>
                    <a:pt x="1300410" y="5403989"/>
                  </a:lnTo>
                  <a:lnTo>
                    <a:pt x="1300021" y="5414973"/>
                  </a:lnTo>
                  <a:lnTo>
                    <a:pt x="1299670" y="5425957"/>
                  </a:lnTo>
                  <a:lnTo>
                    <a:pt x="1299341" y="5436941"/>
                  </a:lnTo>
                  <a:lnTo>
                    <a:pt x="1299035" y="5447924"/>
                  </a:lnTo>
                  <a:lnTo>
                    <a:pt x="1298758" y="5458908"/>
                  </a:lnTo>
                  <a:lnTo>
                    <a:pt x="1298505" y="5469892"/>
                  </a:lnTo>
                  <a:lnTo>
                    <a:pt x="1298269" y="5480875"/>
                  </a:lnTo>
                  <a:close/>
                </a:path>
              </a:pathLst>
            </a:custGeom>
            <a:solidFill>
              <a:srgbClr val="B8D5B8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71259" y="3750932"/>
              <a:ext cx="2204533" cy="0"/>
            </a:xfrm>
            <a:custGeom>
              <a:avLst/>
              <a:pathLst>
                <a:path w="2204533" h="0">
                  <a:moveTo>
                    <a:pt x="0" y="0"/>
                  </a:moveTo>
                  <a:lnTo>
                    <a:pt x="22045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5801999" y="4940750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765113" y="2661639"/>
              <a:ext cx="117404" cy="117405"/>
            </a:xfrm>
            <a:custGeom>
              <a:avLst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625568" y="3537248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5855627" y="4475139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052693" y="3295951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968911" y="2811213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570819" y="3052532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835556" y="3451899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653806" y="369426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412870" y="3626846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5674370" y="4455376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150820" y="3446546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5459558" y="5919533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66779" y="3408680"/>
              <a:ext cx="117405" cy="1174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945530" y="4129503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575762" y="4355321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04965" y="344764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584797" y="3445841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25927" y="3445888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11958" y="3421998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66805" y="340998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368035" y="4355376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5997149" y="4711344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5367603" y="441469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5486584" y="2851583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5507675" y="3592325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5131150" y="4079248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5092343" y="445335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996489" y="4434760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900784" y="3068645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5664711" y="2644646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513216" y="2718815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894557" y="441481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5519680" y="4477593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5190700" y="441298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770112" y="447720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4703118" y="3689403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5557988" y="4476006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582033" y="4475948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4718501" y="3687395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5075869" y="3674129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63505" y="3747833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004196" y="4357836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542973" y="3501244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306992" y="4355988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897960" y="4354813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437122" y="4357174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689189" y="443269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571166" y="3540172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4597769" y="3455181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092783" y="3178177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111972" y="3500013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601788" y="3374274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847691" y="3592702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5827940" y="3813128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4966961" y="4182987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4516227" y="3297238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5680735" y="4652374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5755543" y="2828528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944207" y="2792325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5715361" y="3676830"/>
              <a:ext cx="117404" cy="117404"/>
            </a:xfrm>
            <a:custGeom>
              <a:avLst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5104244" y="1929832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129615" y="3305572"/>
              <a:ext cx="117405" cy="11740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647823" y="5737889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448439" y="4354799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130235" y="2876860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145167" y="3212600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144441" y="3541433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121099" y="2877173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363187" y="3214152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852361" y="3540633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2048107" y="270786"/>
              <a:ext cx="74552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National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836852" y="268206"/>
              <a:ext cx="1073348" cy="1504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Subnational</a:t>
              </a:r>
            </a:p>
          </p:txBody>
        </p:sp>
        <p:sp>
          <p:nvSpPr>
            <p:cNvPr id="90" name="pl90"/>
            <p:cNvSpPr/>
            <p:nvPr/>
          </p:nvSpPr>
          <p:spPr>
            <a:xfrm>
              <a:off x="995155" y="520980"/>
              <a:ext cx="0" cy="6457600"/>
            </a:xfrm>
            <a:custGeom>
              <a:avLst/>
              <a:pathLst>
                <a:path w="0"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tx91"/>
            <p:cNvSpPr/>
            <p:nvPr/>
          </p:nvSpPr>
          <p:spPr>
            <a:xfrm>
              <a:off x="805173" y="6614496"/>
              <a:ext cx="98883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706289" y="5146289"/>
              <a:ext cx="1977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07405" y="3680253"/>
              <a:ext cx="29665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08521" y="2214216"/>
              <a:ext cx="395535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09637" y="748179"/>
              <a:ext cx="494419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-874460" y="3654430"/>
              <a:ext cx="2190750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facilities (log)</a:t>
              </a:r>
            </a:p>
          </p:txBody>
        </p:sp>
        <p:sp>
          <p:nvSpPr>
            <p:cNvPr id="97" name="pg97"/>
            <p:cNvSpPr/>
            <p:nvPr/>
          </p:nvSpPr>
          <p:spPr>
            <a:xfrm>
              <a:off x="7859057" y="1406338"/>
              <a:ext cx="2638221" cy="4602303"/>
            </a:xfrm>
            <a:custGeom>
              <a:avLst/>
              <a:pathLst>
                <a:path w="2638221" h="4602303">
                  <a:moveTo>
                    <a:pt x="1316094" y="4602303"/>
                  </a:moveTo>
                  <a:lnTo>
                    <a:pt x="1315605" y="4593297"/>
                  </a:lnTo>
                  <a:lnTo>
                    <a:pt x="1315051" y="4584290"/>
                  </a:lnTo>
                  <a:lnTo>
                    <a:pt x="1314429" y="4575284"/>
                  </a:lnTo>
                  <a:lnTo>
                    <a:pt x="1313735" y="4566277"/>
                  </a:lnTo>
                  <a:lnTo>
                    <a:pt x="1312934" y="4557271"/>
                  </a:lnTo>
                  <a:lnTo>
                    <a:pt x="1312027" y="4548264"/>
                  </a:lnTo>
                  <a:lnTo>
                    <a:pt x="1311020" y="4539258"/>
                  </a:lnTo>
                  <a:lnTo>
                    <a:pt x="1309906" y="4530252"/>
                  </a:lnTo>
                  <a:lnTo>
                    <a:pt x="1308649" y="4521245"/>
                  </a:lnTo>
                  <a:lnTo>
                    <a:pt x="1307232" y="4512239"/>
                  </a:lnTo>
                  <a:lnTo>
                    <a:pt x="1305673" y="4503232"/>
                  </a:lnTo>
                  <a:lnTo>
                    <a:pt x="1303967" y="4494226"/>
                  </a:lnTo>
                  <a:lnTo>
                    <a:pt x="1302079" y="4485219"/>
                  </a:lnTo>
                  <a:lnTo>
                    <a:pt x="1299963" y="4476213"/>
                  </a:lnTo>
                  <a:lnTo>
                    <a:pt x="1297661" y="4467206"/>
                  </a:lnTo>
                  <a:lnTo>
                    <a:pt x="1295165" y="4458200"/>
                  </a:lnTo>
                  <a:lnTo>
                    <a:pt x="1292456" y="4449193"/>
                  </a:lnTo>
                  <a:lnTo>
                    <a:pt x="1289443" y="4440187"/>
                  </a:lnTo>
                  <a:lnTo>
                    <a:pt x="1286201" y="4431180"/>
                  </a:lnTo>
                  <a:lnTo>
                    <a:pt x="1282723" y="4422174"/>
                  </a:lnTo>
                  <a:lnTo>
                    <a:pt x="1279003" y="4413167"/>
                  </a:lnTo>
                  <a:lnTo>
                    <a:pt x="1274924" y="4404161"/>
                  </a:lnTo>
                  <a:lnTo>
                    <a:pt x="1270575" y="4395155"/>
                  </a:lnTo>
                  <a:lnTo>
                    <a:pt x="1265963" y="4386148"/>
                  </a:lnTo>
                  <a:lnTo>
                    <a:pt x="1261084" y="4377142"/>
                  </a:lnTo>
                  <a:lnTo>
                    <a:pt x="1255842" y="4368135"/>
                  </a:lnTo>
                  <a:lnTo>
                    <a:pt x="1250299" y="4359129"/>
                  </a:lnTo>
                  <a:lnTo>
                    <a:pt x="1244488" y="4350122"/>
                  </a:lnTo>
                  <a:lnTo>
                    <a:pt x="1238412" y="4341116"/>
                  </a:lnTo>
                  <a:lnTo>
                    <a:pt x="1232010" y="4332109"/>
                  </a:lnTo>
                  <a:lnTo>
                    <a:pt x="1225310" y="4323103"/>
                  </a:lnTo>
                  <a:lnTo>
                    <a:pt x="1218374" y="4314096"/>
                  </a:lnTo>
                  <a:lnTo>
                    <a:pt x="1211211" y="4305090"/>
                  </a:lnTo>
                  <a:lnTo>
                    <a:pt x="1203799" y="4296083"/>
                  </a:lnTo>
                  <a:lnTo>
                    <a:pt x="1196145" y="4287077"/>
                  </a:lnTo>
                  <a:lnTo>
                    <a:pt x="1188327" y="4278071"/>
                  </a:lnTo>
                  <a:lnTo>
                    <a:pt x="1180361" y="4269064"/>
                  </a:lnTo>
                  <a:lnTo>
                    <a:pt x="1172258" y="4260058"/>
                  </a:lnTo>
                  <a:lnTo>
                    <a:pt x="1164031" y="4251051"/>
                  </a:lnTo>
                  <a:lnTo>
                    <a:pt x="1155750" y="4242045"/>
                  </a:lnTo>
                  <a:lnTo>
                    <a:pt x="1147437" y="4233038"/>
                  </a:lnTo>
                  <a:lnTo>
                    <a:pt x="1139116" y="4224032"/>
                  </a:lnTo>
                  <a:lnTo>
                    <a:pt x="1130848" y="4215025"/>
                  </a:lnTo>
                  <a:lnTo>
                    <a:pt x="1122662" y="4206019"/>
                  </a:lnTo>
                  <a:lnTo>
                    <a:pt x="1114581" y="4197012"/>
                  </a:lnTo>
                  <a:lnTo>
                    <a:pt x="1106633" y="4188006"/>
                  </a:lnTo>
                  <a:lnTo>
                    <a:pt x="1098921" y="4178999"/>
                  </a:lnTo>
                  <a:lnTo>
                    <a:pt x="1091444" y="4169993"/>
                  </a:lnTo>
                  <a:lnTo>
                    <a:pt x="1084209" y="4160986"/>
                  </a:lnTo>
                  <a:lnTo>
                    <a:pt x="1077238" y="4151980"/>
                  </a:lnTo>
                  <a:lnTo>
                    <a:pt x="1070646" y="4142974"/>
                  </a:lnTo>
                  <a:lnTo>
                    <a:pt x="1064435" y="4133967"/>
                  </a:lnTo>
                  <a:lnTo>
                    <a:pt x="1058571" y="4124961"/>
                  </a:lnTo>
                  <a:lnTo>
                    <a:pt x="1053066" y="4115954"/>
                  </a:lnTo>
                  <a:lnTo>
                    <a:pt x="1048009" y="4106948"/>
                  </a:lnTo>
                  <a:lnTo>
                    <a:pt x="1043438" y="4097941"/>
                  </a:lnTo>
                  <a:lnTo>
                    <a:pt x="1039258" y="4088935"/>
                  </a:lnTo>
                  <a:lnTo>
                    <a:pt x="1035467" y="4079928"/>
                  </a:lnTo>
                  <a:lnTo>
                    <a:pt x="1032110" y="4070922"/>
                  </a:lnTo>
                  <a:lnTo>
                    <a:pt x="1029257" y="4061915"/>
                  </a:lnTo>
                  <a:lnTo>
                    <a:pt x="1026761" y="4052909"/>
                  </a:lnTo>
                  <a:lnTo>
                    <a:pt x="1024608" y="4043902"/>
                  </a:lnTo>
                  <a:lnTo>
                    <a:pt x="1022791" y="4034896"/>
                  </a:lnTo>
                  <a:lnTo>
                    <a:pt x="1021385" y="4025889"/>
                  </a:lnTo>
                  <a:lnTo>
                    <a:pt x="1020221" y="4016883"/>
                  </a:lnTo>
                  <a:lnTo>
                    <a:pt x="1019274" y="4007877"/>
                  </a:lnTo>
                  <a:lnTo>
                    <a:pt x="1018513" y="3998870"/>
                  </a:lnTo>
                  <a:lnTo>
                    <a:pt x="1017935" y="3989864"/>
                  </a:lnTo>
                  <a:lnTo>
                    <a:pt x="1017428" y="3980857"/>
                  </a:lnTo>
                  <a:lnTo>
                    <a:pt x="1016948" y="3971851"/>
                  </a:lnTo>
                  <a:lnTo>
                    <a:pt x="1016457" y="3962844"/>
                  </a:lnTo>
                  <a:lnTo>
                    <a:pt x="1015871" y="3953838"/>
                  </a:lnTo>
                  <a:lnTo>
                    <a:pt x="1015123" y="3944831"/>
                  </a:lnTo>
                  <a:lnTo>
                    <a:pt x="1014182" y="3935825"/>
                  </a:lnTo>
                  <a:lnTo>
                    <a:pt x="1013010" y="3926818"/>
                  </a:lnTo>
                  <a:lnTo>
                    <a:pt x="1011485" y="3917812"/>
                  </a:lnTo>
                  <a:lnTo>
                    <a:pt x="1009528" y="3908805"/>
                  </a:lnTo>
                  <a:lnTo>
                    <a:pt x="1007169" y="3899799"/>
                  </a:lnTo>
                  <a:lnTo>
                    <a:pt x="1004375" y="3890792"/>
                  </a:lnTo>
                  <a:lnTo>
                    <a:pt x="1001035" y="3881786"/>
                  </a:lnTo>
                  <a:lnTo>
                    <a:pt x="997004" y="3872780"/>
                  </a:lnTo>
                  <a:lnTo>
                    <a:pt x="992407" y="3863773"/>
                  </a:lnTo>
                  <a:lnTo>
                    <a:pt x="987223" y="3854767"/>
                  </a:lnTo>
                  <a:lnTo>
                    <a:pt x="981389" y="3845760"/>
                  </a:lnTo>
                  <a:lnTo>
                    <a:pt x="974665" y="3836754"/>
                  </a:lnTo>
                  <a:lnTo>
                    <a:pt x="967283" y="3827747"/>
                  </a:lnTo>
                  <a:lnTo>
                    <a:pt x="959236" y="3818741"/>
                  </a:lnTo>
                  <a:lnTo>
                    <a:pt x="950517" y="3809734"/>
                  </a:lnTo>
                  <a:lnTo>
                    <a:pt x="940831" y="3800728"/>
                  </a:lnTo>
                  <a:lnTo>
                    <a:pt x="930463" y="3791721"/>
                  </a:lnTo>
                  <a:lnTo>
                    <a:pt x="919433" y="3782715"/>
                  </a:lnTo>
                  <a:lnTo>
                    <a:pt x="907750" y="3773708"/>
                  </a:lnTo>
                  <a:lnTo>
                    <a:pt x="895211" y="3764702"/>
                  </a:lnTo>
                  <a:lnTo>
                    <a:pt x="882000" y="3755696"/>
                  </a:lnTo>
                  <a:lnTo>
                    <a:pt x="868204" y="3746689"/>
                  </a:lnTo>
                  <a:lnTo>
                    <a:pt x="853841" y="3737683"/>
                  </a:lnTo>
                  <a:lnTo>
                    <a:pt x="838801" y="3728676"/>
                  </a:lnTo>
                  <a:lnTo>
                    <a:pt x="823172" y="3719670"/>
                  </a:lnTo>
                  <a:lnTo>
                    <a:pt x="807083" y="3710663"/>
                  </a:lnTo>
                  <a:lnTo>
                    <a:pt x="790559" y="3701657"/>
                  </a:lnTo>
                  <a:lnTo>
                    <a:pt x="773560" y="3692650"/>
                  </a:lnTo>
                  <a:lnTo>
                    <a:pt x="756111" y="3683644"/>
                  </a:lnTo>
                  <a:lnTo>
                    <a:pt x="738349" y="3674637"/>
                  </a:lnTo>
                  <a:lnTo>
                    <a:pt x="720301" y="3665631"/>
                  </a:lnTo>
                  <a:lnTo>
                    <a:pt x="701972" y="3656624"/>
                  </a:lnTo>
                  <a:lnTo>
                    <a:pt x="683360" y="3647618"/>
                  </a:lnTo>
                  <a:lnTo>
                    <a:pt x="664582" y="3638611"/>
                  </a:lnTo>
                  <a:lnTo>
                    <a:pt x="645662" y="3629605"/>
                  </a:lnTo>
                  <a:lnTo>
                    <a:pt x="626623" y="3620599"/>
                  </a:lnTo>
                  <a:lnTo>
                    <a:pt x="607477" y="3611592"/>
                  </a:lnTo>
                  <a:lnTo>
                    <a:pt x="588296" y="3602586"/>
                  </a:lnTo>
                  <a:lnTo>
                    <a:pt x="569101" y="3593579"/>
                  </a:lnTo>
                  <a:lnTo>
                    <a:pt x="549914" y="3584573"/>
                  </a:lnTo>
                  <a:lnTo>
                    <a:pt x="530784" y="3575566"/>
                  </a:lnTo>
                  <a:lnTo>
                    <a:pt x="511735" y="3566560"/>
                  </a:lnTo>
                  <a:lnTo>
                    <a:pt x="492783" y="3557553"/>
                  </a:lnTo>
                  <a:lnTo>
                    <a:pt x="473945" y="3548547"/>
                  </a:lnTo>
                  <a:lnTo>
                    <a:pt x="455289" y="3539540"/>
                  </a:lnTo>
                  <a:lnTo>
                    <a:pt x="436832" y="3530534"/>
                  </a:lnTo>
                  <a:lnTo>
                    <a:pt x="418567" y="3521527"/>
                  </a:lnTo>
                  <a:lnTo>
                    <a:pt x="400510" y="3512521"/>
                  </a:lnTo>
                  <a:lnTo>
                    <a:pt x="382731" y="3503514"/>
                  </a:lnTo>
                  <a:lnTo>
                    <a:pt x="365272" y="3494508"/>
                  </a:lnTo>
                  <a:lnTo>
                    <a:pt x="348091" y="3485502"/>
                  </a:lnTo>
                  <a:lnTo>
                    <a:pt x="331202" y="3476495"/>
                  </a:lnTo>
                  <a:lnTo>
                    <a:pt x="314662" y="3467489"/>
                  </a:lnTo>
                  <a:lnTo>
                    <a:pt x="298566" y="3458482"/>
                  </a:lnTo>
                  <a:lnTo>
                    <a:pt x="282824" y="3449476"/>
                  </a:lnTo>
                  <a:lnTo>
                    <a:pt x="267448" y="3440469"/>
                  </a:lnTo>
                  <a:lnTo>
                    <a:pt x="252465" y="3431463"/>
                  </a:lnTo>
                  <a:lnTo>
                    <a:pt x="238043" y="3422456"/>
                  </a:lnTo>
                  <a:lnTo>
                    <a:pt x="224033" y="3413450"/>
                  </a:lnTo>
                  <a:lnTo>
                    <a:pt x="210442" y="3404443"/>
                  </a:lnTo>
                  <a:lnTo>
                    <a:pt x="197275" y="3395437"/>
                  </a:lnTo>
                  <a:lnTo>
                    <a:pt x="184722" y="3386430"/>
                  </a:lnTo>
                  <a:lnTo>
                    <a:pt x="172627" y="3377424"/>
                  </a:lnTo>
                  <a:lnTo>
                    <a:pt x="160972" y="3368418"/>
                  </a:lnTo>
                  <a:lnTo>
                    <a:pt x="149756" y="3359411"/>
                  </a:lnTo>
                  <a:lnTo>
                    <a:pt x="139119" y="3350405"/>
                  </a:lnTo>
                  <a:lnTo>
                    <a:pt x="128966" y="3341398"/>
                  </a:lnTo>
                  <a:lnTo>
                    <a:pt x="119235" y="3332392"/>
                  </a:lnTo>
                  <a:lnTo>
                    <a:pt x="109919" y="3323385"/>
                  </a:lnTo>
                  <a:lnTo>
                    <a:pt x="101103" y="3314379"/>
                  </a:lnTo>
                  <a:lnTo>
                    <a:pt x="92754" y="3305372"/>
                  </a:lnTo>
                  <a:lnTo>
                    <a:pt x="84776" y="3296366"/>
                  </a:lnTo>
                  <a:lnTo>
                    <a:pt x="77158" y="3287359"/>
                  </a:lnTo>
                  <a:lnTo>
                    <a:pt x="69939" y="3278353"/>
                  </a:lnTo>
                  <a:lnTo>
                    <a:pt x="63144" y="3269346"/>
                  </a:lnTo>
                  <a:lnTo>
                    <a:pt x="56658" y="3260340"/>
                  </a:lnTo>
                  <a:lnTo>
                    <a:pt x="50473" y="3251333"/>
                  </a:lnTo>
                  <a:lnTo>
                    <a:pt x="44601" y="3242327"/>
                  </a:lnTo>
                  <a:lnTo>
                    <a:pt x="39116" y="3233321"/>
                  </a:lnTo>
                  <a:lnTo>
                    <a:pt x="33907" y="3224314"/>
                  </a:lnTo>
                  <a:lnTo>
                    <a:pt x="28972" y="3215308"/>
                  </a:lnTo>
                  <a:lnTo>
                    <a:pt x="24313" y="3206301"/>
                  </a:lnTo>
                  <a:lnTo>
                    <a:pt x="20066" y="3197295"/>
                  </a:lnTo>
                  <a:lnTo>
                    <a:pt x="16125" y="3188288"/>
                  </a:lnTo>
                  <a:lnTo>
                    <a:pt x="12501" y="3179282"/>
                  </a:lnTo>
                  <a:lnTo>
                    <a:pt x="9211" y="3170275"/>
                  </a:lnTo>
                  <a:lnTo>
                    <a:pt x="6418" y="3161269"/>
                  </a:lnTo>
                  <a:lnTo>
                    <a:pt x="4077" y="3152262"/>
                  </a:lnTo>
                  <a:lnTo>
                    <a:pt x="2184" y="3143256"/>
                  </a:lnTo>
                  <a:lnTo>
                    <a:pt x="769" y="3134249"/>
                  </a:lnTo>
                  <a:lnTo>
                    <a:pt x="29" y="3125243"/>
                  </a:lnTo>
                  <a:lnTo>
                    <a:pt x="0" y="3116236"/>
                  </a:lnTo>
                  <a:lnTo>
                    <a:pt x="625" y="3107230"/>
                  </a:lnTo>
                  <a:lnTo>
                    <a:pt x="1948" y="3098224"/>
                  </a:lnTo>
                  <a:lnTo>
                    <a:pt x="4169" y="3089217"/>
                  </a:lnTo>
                  <a:lnTo>
                    <a:pt x="7452" y="3080211"/>
                  </a:lnTo>
                  <a:lnTo>
                    <a:pt x="11637" y="3071204"/>
                  </a:lnTo>
                  <a:lnTo>
                    <a:pt x="16767" y="3062198"/>
                  </a:lnTo>
                  <a:lnTo>
                    <a:pt x="22996" y="3053191"/>
                  </a:lnTo>
                  <a:lnTo>
                    <a:pt x="30671" y="3044185"/>
                  </a:lnTo>
                  <a:lnTo>
                    <a:pt x="39474" y="3035178"/>
                  </a:lnTo>
                  <a:lnTo>
                    <a:pt x="49435" y="3026172"/>
                  </a:lnTo>
                  <a:lnTo>
                    <a:pt x="60607" y="3017165"/>
                  </a:lnTo>
                  <a:lnTo>
                    <a:pt x="73555" y="3008159"/>
                  </a:lnTo>
                  <a:lnTo>
                    <a:pt x="87767" y="2999152"/>
                  </a:lnTo>
                  <a:lnTo>
                    <a:pt x="103251" y="2990146"/>
                  </a:lnTo>
                  <a:lnTo>
                    <a:pt x="120014" y="2981140"/>
                  </a:lnTo>
                  <a:lnTo>
                    <a:pt x="138557" y="2972133"/>
                  </a:lnTo>
                  <a:lnTo>
                    <a:pt x="158445" y="2963127"/>
                  </a:lnTo>
                  <a:lnTo>
                    <a:pt x="179574" y="2954120"/>
                  </a:lnTo>
                  <a:lnTo>
                    <a:pt x="201923" y="2945114"/>
                  </a:lnTo>
                  <a:lnTo>
                    <a:pt x="225806" y="2936107"/>
                  </a:lnTo>
                  <a:lnTo>
                    <a:pt x="250965" y="2927101"/>
                  </a:lnTo>
                  <a:lnTo>
                    <a:pt x="277174" y="2918094"/>
                  </a:lnTo>
                  <a:lnTo>
                    <a:pt x="304384" y="2909088"/>
                  </a:lnTo>
                  <a:lnTo>
                    <a:pt x="332725" y="2900081"/>
                  </a:lnTo>
                  <a:lnTo>
                    <a:pt x="362076" y="2891075"/>
                  </a:lnTo>
                  <a:lnTo>
                    <a:pt x="392150" y="2882068"/>
                  </a:lnTo>
                  <a:lnTo>
                    <a:pt x="422878" y="2873062"/>
                  </a:lnTo>
                  <a:lnTo>
                    <a:pt x="454249" y="2864055"/>
                  </a:lnTo>
                  <a:lnTo>
                    <a:pt x="486192" y="2855049"/>
                  </a:lnTo>
                  <a:lnTo>
                    <a:pt x="518446" y="2846043"/>
                  </a:lnTo>
                  <a:lnTo>
                    <a:pt x="550935" y="2837036"/>
                  </a:lnTo>
                  <a:lnTo>
                    <a:pt x="583585" y="2828030"/>
                  </a:lnTo>
                  <a:lnTo>
                    <a:pt x="616253" y="2819023"/>
                  </a:lnTo>
                  <a:lnTo>
                    <a:pt x="648805" y="2810017"/>
                  </a:lnTo>
                  <a:lnTo>
                    <a:pt x="681170" y="2801010"/>
                  </a:lnTo>
                  <a:lnTo>
                    <a:pt x="713278" y="2792004"/>
                  </a:lnTo>
                  <a:lnTo>
                    <a:pt x="744849" y="2782997"/>
                  </a:lnTo>
                  <a:lnTo>
                    <a:pt x="775913" y="2773991"/>
                  </a:lnTo>
                  <a:lnTo>
                    <a:pt x="806425" y="2764984"/>
                  </a:lnTo>
                  <a:lnTo>
                    <a:pt x="836331" y="2755978"/>
                  </a:lnTo>
                  <a:lnTo>
                    <a:pt x="865318" y="2746971"/>
                  </a:lnTo>
                  <a:lnTo>
                    <a:pt x="893443" y="2737965"/>
                  </a:lnTo>
                  <a:lnTo>
                    <a:pt x="920756" y="2728958"/>
                  </a:lnTo>
                  <a:lnTo>
                    <a:pt x="947221" y="2719952"/>
                  </a:lnTo>
                  <a:lnTo>
                    <a:pt x="972572" y="2710946"/>
                  </a:lnTo>
                  <a:lnTo>
                    <a:pt x="996798" y="2701939"/>
                  </a:lnTo>
                  <a:lnTo>
                    <a:pt x="1020069" y="2692933"/>
                  </a:lnTo>
                  <a:lnTo>
                    <a:pt x="1042373" y="2683926"/>
                  </a:lnTo>
                  <a:lnTo>
                    <a:pt x="1063535" y="2674920"/>
                  </a:lnTo>
                  <a:lnTo>
                    <a:pt x="1083425" y="2665913"/>
                  </a:lnTo>
                  <a:lnTo>
                    <a:pt x="1102334" y="2656907"/>
                  </a:lnTo>
                  <a:lnTo>
                    <a:pt x="1120267" y="2647900"/>
                  </a:lnTo>
                  <a:lnTo>
                    <a:pt x="1137155" y="2638894"/>
                  </a:lnTo>
                  <a:lnTo>
                    <a:pt x="1152743" y="2629887"/>
                  </a:lnTo>
                  <a:lnTo>
                    <a:pt x="1167413" y="2620881"/>
                  </a:lnTo>
                  <a:lnTo>
                    <a:pt x="1181185" y="2611874"/>
                  </a:lnTo>
                  <a:lnTo>
                    <a:pt x="1194077" y="2602868"/>
                  </a:lnTo>
                  <a:lnTo>
                    <a:pt x="1205750" y="2593861"/>
                  </a:lnTo>
                  <a:lnTo>
                    <a:pt x="1216625" y="2584855"/>
                  </a:lnTo>
                  <a:lnTo>
                    <a:pt x="1226731" y="2575849"/>
                  </a:lnTo>
                  <a:lnTo>
                    <a:pt x="1236093" y="2566842"/>
                  </a:lnTo>
                  <a:lnTo>
                    <a:pt x="1244497" y="2557836"/>
                  </a:lnTo>
                  <a:lnTo>
                    <a:pt x="1252193" y="2548829"/>
                  </a:lnTo>
                  <a:lnTo>
                    <a:pt x="1259269" y="2539823"/>
                  </a:lnTo>
                  <a:lnTo>
                    <a:pt x="1265752" y="2530816"/>
                  </a:lnTo>
                  <a:lnTo>
                    <a:pt x="1271524" y="2521810"/>
                  </a:lnTo>
                  <a:lnTo>
                    <a:pt x="1276701" y="2512803"/>
                  </a:lnTo>
                  <a:lnTo>
                    <a:pt x="1281402" y="2503797"/>
                  </a:lnTo>
                  <a:lnTo>
                    <a:pt x="1285651" y="2494790"/>
                  </a:lnTo>
                  <a:lnTo>
                    <a:pt x="1289395" y="2485784"/>
                  </a:lnTo>
                  <a:lnTo>
                    <a:pt x="1292657" y="2476777"/>
                  </a:lnTo>
                  <a:lnTo>
                    <a:pt x="1295564" y="2467771"/>
                  </a:lnTo>
                  <a:lnTo>
                    <a:pt x="1298135" y="2458765"/>
                  </a:lnTo>
                  <a:lnTo>
                    <a:pt x="1300355" y="2449758"/>
                  </a:lnTo>
                  <a:lnTo>
                    <a:pt x="1302189" y="2440752"/>
                  </a:lnTo>
                  <a:lnTo>
                    <a:pt x="1303758" y="2431745"/>
                  </a:lnTo>
                  <a:lnTo>
                    <a:pt x="1305072" y="2422739"/>
                  </a:lnTo>
                  <a:lnTo>
                    <a:pt x="1306139" y="2413732"/>
                  </a:lnTo>
                  <a:lnTo>
                    <a:pt x="1306884" y="2404726"/>
                  </a:lnTo>
                  <a:lnTo>
                    <a:pt x="1307419" y="2395719"/>
                  </a:lnTo>
                  <a:lnTo>
                    <a:pt x="1307748" y="2386713"/>
                  </a:lnTo>
                  <a:lnTo>
                    <a:pt x="1307876" y="2377706"/>
                  </a:lnTo>
                  <a:lnTo>
                    <a:pt x="1307734" y="2368700"/>
                  </a:lnTo>
                  <a:lnTo>
                    <a:pt x="1307391" y="2359693"/>
                  </a:lnTo>
                  <a:lnTo>
                    <a:pt x="1306858" y="2350687"/>
                  </a:lnTo>
                  <a:lnTo>
                    <a:pt x="1306135" y="2341680"/>
                  </a:lnTo>
                  <a:lnTo>
                    <a:pt x="1305162" y="2332674"/>
                  </a:lnTo>
                  <a:lnTo>
                    <a:pt x="1303964" y="2323668"/>
                  </a:lnTo>
                  <a:lnTo>
                    <a:pt x="1302567" y="2314661"/>
                  </a:lnTo>
                  <a:lnTo>
                    <a:pt x="1300966" y="2305655"/>
                  </a:lnTo>
                  <a:lnTo>
                    <a:pt x="1299107" y="2296648"/>
                  </a:lnTo>
                  <a:lnTo>
                    <a:pt x="1296976" y="2287642"/>
                  </a:lnTo>
                  <a:lnTo>
                    <a:pt x="1294617" y="2278635"/>
                  </a:lnTo>
                  <a:lnTo>
                    <a:pt x="1292022" y="2269629"/>
                  </a:lnTo>
                  <a:lnTo>
                    <a:pt x="1289149" y="2260622"/>
                  </a:lnTo>
                  <a:lnTo>
                    <a:pt x="1285940" y="2251616"/>
                  </a:lnTo>
                  <a:lnTo>
                    <a:pt x="1282465" y="2242609"/>
                  </a:lnTo>
                  <a:lnTo>
                    <a:pt x="1278717" y="2233603"/>
                  </a:lnTo>
                  <a:lnTo>
                    <a:pt x="1274672" y="2224596"/>
                  </a:lnTo>
                  <a:lnTo>
                    <a:pt x="1270220" y="2215590"/>
                  </a:lnTo>
                  <a:lnTo>
                    <a:pt x="1265468" y="2206583"/>
                  </a:lnTo>
                  <a:lnTo>
                    <a:pt x="1260411" y="2197577"/>
                  </a:lnTo>
                  <a:lnTo>
                    <a:pt x="1255045" y="2188571"/>
                  </a:lnTo>
                  <a:lnTo>
                    <a:pt x="1249228" y="2179564"/>
                  </a:lnTo>
                  <a:lnTo>
                    <a:pt x="1243084" y="2170558"/>
                  </a:lnTo>
                  <a:lnTo>
                    <a:pt x="1236621" y="2161551"/>
                  </a:lnTo>
                  <a:lnTo>
                    <a:pt x="1229840" y="2152545"/>
                  </a:lnTo>
                  <a:lnTo>
                    <a:pt x="1222633" y="2143538"/>
                  </a:lnTo>
                  <a:lnTo>
                    <a:pt x="1215080" y="2134532"/>
                  </a:lnTo>
                  <a:lnTo>
                    <a:pt x="1207224" y="2125525"/>
                  </a:lnTo>
                  <a:lnTo>
                    <a:pt x="1199070" y="2116519"/>
                  </a:lnTo>
                  <a:lnTo>
                    <a:pt x="1190554" y="2107512"/>
                  </a:lnTo>
                  <a:lnTo>
                    <a:pt x="1181714" y="2098506"/>
                  </a:lnTo>
                  <a:lnTo>
                    <a:pt x="1172621" y="2089499"/>
                  </a:lnTo>
                  <a:lnTo>
                    <a:pt x="1163286" y="2080493"/>
                  </a:lnTo>
                  <a:lnTo>
                    <a:pt x="1153688" y="2071487"/>
                  </a:lnTo>
                  <a:lnTo>
                    <a:pt x="1143840" y="2062480"/>
                  </a:lnTo>
                  <a:lnTo>
                    <a:pt x="1133822" y="2053474"/>
                  </a:lnTo>
                  <a:lnTo>
                    <a:pt x="1123653" y="2044467"/>
                  </a:lnTo>
                  <a:lnTo>
                    <a:pt x="1113344" y="2035461"/>
                  </a:lnTo>
                  <a:lnTo>
                    <a:pt x="1102909" y="2026454"/>
                  </a:lnTo>
                  <a:lnTo>
                    <a:pt x="1092418" y="2017448"/>
                  </a:lnTo>
                  <a:lnTo>
                    <a:pt x="1081892" y="2008441"/>
                  </a:lnTo>
                  <a:lnTo>
                    <a:pt x="1071354" y="1999435"/>
                  </a:lnTo>
                  <a:lnTo>
                    <a:pt x="1060859" y="1990428"/>
                  </a:lnTo>
                  <a:lnTo>
                    <a:pt x="1050435" y="1981422"/>
                  </a:lnTo>
                  <a:lnTo>
                    <a:pt x="1040105" y="1972415"/>
                  </a:lnTo>
                  <a:lnTo>
                    <a:pt x="1029891" y="1963409"/>
                  </a:lnTo>
                  <a:lnTo>
                    <a:pt x="1019890" y="1954402"/>
                  </a:lnTo>
                  <a:lnTo>
                    <a:pt x="1010098" y="1945396"/>
                  </a:lnTo>
                  <a:lnTo>
                    <a:pt x="1000525" y="1936390"/>
                  </a:lnTo>
                  <a:lnTo>
                    <a:pt x="991191" y="1927383"/>
                  </a:lnTo>
                  <a:lnTo>
                    <a:pt x="982203" y="1918377"/>
                  </a:lnTo>
                  <a:lnTo>
                    <a:pt x="973568" y="1909370"/>
                  </a:lnTo>
                  <a:lnTo>
                    <a:pt x="965257" y="1900364"/>
                  </a:lnTo>
                  <a:lnTo>
                    <a:pt x="957287" y="1891357"/>
                  </a:lnTo>
                  <a:lnTo>
                    <a:pt x="949753" y="1882351"/>
                  </a:lnTo>
                  <a:lnTo>
                    <a:pt x="942705" y="1873344"/>
                  </a:lnTo>
                  <a:lnTo>
                    <a:pt x="936061" y="1864338"/>
                  </a:lnTo>
                  <a:lnTo>
                    <a:pt x="929833" y="1855331"/>
                  </a:lnTo>
                  <a:lnTo>
                    <a:pt x="924087" y="1846325"/>
                  </a:lnTo>
                  <a:lnTo>
                    <a:pt x="918936" y="1837318"/>
                  </a:lnTo>
                  <a:lnTo>
                    <a:pt x="914244" y="1828312"/>
                  </a:lnTo>
                  <a:lnTo>
                    <a:pt x="910017" y="1819305"/>
                  </a:lnTo>
                  <a:lnTo>
                    <a:pt x="906279" y="1810299"/>
                  </a:lnTo>
                  <a:lnTo>
                    <a:pt x="903224" y="1801293"/>
                  </a:lnTo>
                  <a:lnTo>
                    <a:pt x="900658" y="1792286"/>
                  </a:lnTo>
                  <a:lnTo>
                    <a:pt x="898583" y="1783280"/>
                  </a:lnTo>
                  <a:lnTo>
                    <a:pt x="897001" y="1774273"/>
                  </a:lnTo>
                  <a:lnTo>
                    <a:pt x="896120" y="1765267"/>
                  </a:lnTo>
                  <a:lnTo>
                    <a:pt x="895763" y="1756260"/>
                  </a:lnTo>
                  <a:lnTo>
                    <a:pt x="895905" y="1747254"/>
                  </a:lnTo>
                  <a:lnTo>
                    <a:pt x="896547" y="1738247"/>
                  </a:lnTo>
                  <a:lnTo>
                    <a:pt x="897847" y="1729241"/>
                  </a:lnTo>
                  <a:lnTo>
                    <a:pt x="899710" y="1720234"/>
                  </a:lnTo>
                  <a:lnTo>
                    <a:pt x="902066" y="1711228"/>
                  </a:lnTo>
                  <a:lnTo>
                    <a:pt x="904910" y="1702221"/>
                  </a:lnTo>
                  <a:lnTo>
                    <a:pt x="908354" y="1693215"/>
                  </a:lnTo>
                  <a:lnTo>
                    <a:pt x="912379" y="1684209"/>
                  </a:lnTo>
                  <a:lnTo>
                    <a:pt x="916872" y="1675202"/>
                  </a:lnTo>
                  <a:lnTo>
                    <a:pt x="921826" y="1666196"/>
                  </a:lnTo>
                  <a:lnTo>
                    <a:pt x="927301" y="1657189"/>
                  </a:lnTo>
                  <a:lnTo>
                    <a:pt x="933346" y="1648183"/>
                  </a:lnTo>
                  <a:lnTo>
                    <a:pt x="939812" y="1639176"/>
                  </a:lnTo>
                  <a:lnTo>
                    <a:pt x="946688" y="1630170"/>
                  </a:lnTo>
                  <a:lnTo>
                    <a:pt x="953987" y="1621163"/>
                  </a:lnTo>
                  <a:lnTo>
                    <a:pt x="961805" y="1612157"/>
                  </a:lnTo>
                  <a:lnTo>
                    <a:pt x="969971" y="1603150"/>
                  </a:lnTo>
                  <a:lnTo>
                    <a:pt x="978469" y="1594144"/>
                  </a:lnTo>
                  <a:lnTo>
                    <a:pt x="987282" y="1585137"/>
                  </a:lnTo>
                  <a:lnTo>
                    <a:pt x="996502" y="1576131"/>
                  </a:lnTo>
                  <a:lnTo>
                    <a:pt x="1005975" y="1567124"/>
                  </a:lnTo>
                  <a:lnTo>
                    <a:pt x="1015675" y="1558118"/>
                  </a:lnTo>
                  <a:lnTo>
                    <a:pt x="1025581" y="1549112"/>
                  </a:lnTo>
                  <a:lnTo>
                    <a:pt x="1035720" y="1540105"/>
                  </a:lnTo>
                  <a:lnTo>
                    <a:pt x="1046002" y="1531099"/>
                  </a:lnTo>
                  <a:lnTo>
                    <a:pt x="1056389" y="1522092"/>
                  </a:lnTo>
                  <a:lnTo>
                    <a:pt x="1066856" y="1513086"/>
                  </a:lnTo>
                  <a:lnTo>
                    <a:pt x="1077384" y="1504079"/>
                  </a:lnTo>
                  <a:lnTo>
                    <a:pt x="1087917" y="1495073"/>
                  </a:lnTo>
                  <a:lnTo>
                    <a:pt x="1098426" y="1486066"/>
                  </a:lnTo>
                  <a:lnTo>
                    <a:pt x="1108889" y="1477060"/>
                  </a:lnTo>
                  <a:lnTo>
                    <a:pt x="1119262" y="1468053"/>
                  </a:lnTo>
                  <a:lnTo>
                    <a:pt x="1129490" y="1459047"/>
                  </a:lnTo>
                  <a:lnTo>
                    <a:pt x="1139575" y="1450040"/>
                  </a:lnTo>
                  <a:lnTo>
                    <a:pt x="1149500" y="1441034"/>
                  </a:lnTo>
                  <a:lnTo>
                    <a:pt x="1159224" y="1432027"/>
                  </a:lnTo>
                  <a:lnTo>
                    <a:pt x="1168661" y="1423021"/>
                  </a:lnTo>
                  <a:lnTo>
                    <a:pt x="1177862" y="1414015"/>
                  </a:lnTo>
                  <a:lnTo>
                    <a:pt x="1186814" y="1405008"/>
                  </a:lnTo>
                  <a:lnTo>
                    <a:pt x="1195503" y="1396002"/>
                  </a:lnTo>
                  <a:lnTo>
                    <a:pt x="1203787" y="1386995"/>
                  </a:lnTo>
                  <a:lnTo>
                    <a:pt x="1211777" y="1377989"/>
                  </a:lnTo>
                  <a:lnTo>
                    <a:pt x="1219467" y="1368982"/>
                  </a:lnTo>
                  <a:lnTo>
                    <a:pt x="1226851" y="1359976"/>
                  </a:lnTo>
                  <a:lnTo>
                    <a:pt x="1233801" y="1350969"/>
                  </a:lnTo>
                  <a:lnTo>
                    <a:pt x="1240412" y="1341963"/>
                  </a:lnTo>
                  <a:lnTo>
                    <a:pt x="1246706" y="1332956"/>
                  </a:lnTo>
                  <a:lnTo>
                    <a:pt x="1252684" y="1323950"/>
                  </a:lnTo>
                  <a:lnTo>
                    <a:pt x="1258254" y="1314943"/>
                  </a:lnTo>
                  <a:lnTo>
                    <a:pt x="1263468" y="1305937"/>
                  </a:lnTo>
                  <a:lnTo>
                    <a:pt x="1268379" y="1296930"/>
                  </a:lnTo>
                  <a:lnTo>
                    <a:pt x="1272993" y="1287924"/>
                  </a:lnTo>
                  <a:lnTo>
                    <a:pt x="1277255" y="1278918"/>
                  </a:lnTo>
                  <a:lnTo>
                    <a:pt x="1281172" y="1269911"/>
                  </a:lnTo>
                  <a:lnTo>
                    <a:pt x="1284823" y="1260905"/>
                  </a:lnTo>
                  <a:lnTo>
                    <a:pt x="1288214" y="1251898"/>
                  </a:lnTo>
                  <a:lnTo>
                    <a:pt x="1291323" y="1242892"/>
                  </a:lnTo>
                  <a:lnTo>
                    <a:pt x="1294120" y="1233885"/>
                  </a:lnTo>
                  <a:lnTo>
                    <a:pt x="1296695" y="1224879"/>
                  </a:lnTo>
                  <a:lnTo>
                    <a:pt x="1299058" y="1215872"/>
                  </a:lnTo>
                  <a:lnTo>
                    <a:pt x="1301206" y="1206866"/>
                  </a:lnTo>
                  <a:lnTo>
                    <a:pt x="1303087" y="1197859"/>
                  </a:lnTo>
                  <a:lnTo>
                    <a:pt x="1304792" y="1188853"/>
                  </a:lnTo>
                  <a:lnTo>
                    <a:pt x="1306327" y="1179846"/>
                  </a:lnTo>
                  <a:lnTo>
                    <a:pt x="1307701" y="1170840"/>
                  </a:lnTo>
                  <a:lnTo>
                    <a:pt x="1308863" y="1161834"/>
                  </a:lnTo>
                  <a:lnTo>
                    <a:pt x="1309880" y="1152827"/>
                  </a:lnTo>
                  <a:lnTo>
                    <a:pt x="1310764" y="1143821"/>
                  </a:lnTo>
                  <a:lnTo>
                    <a:pt x="1311520" y="1134814"/>
                  </a:lnTo>
                  <a:lnTo>
                    <a:pt x="1312114" y="1125808"/>
                  </a:lnTo>
                  <a:lnTo>
                    <a:pt x="1312579" y="1116801"/>
                  </a:lnTo>
                  <a:lnTo>
                    <a:pt x="1312933" y="1107795"/>
                  </a:lnTo>
                  <a:lnTo>
                    <a:pt x="1313178" y="1098788"/>
                  </a:lnTo>
                  <a:lnTo>
                    <a:pt x="1313289" y="1089782"/>
                  </a:lnTo>
                  <a:lnTo>
                    <a:pt x="1313274" y="1080775"/>
                  </a:lnTo>
                  <a:lnTo>
                    <a:pt x="1313153" y="1071769"/>
                  </a:lnTo>
                  <a:lnTo>
                    <a:pt x="1312926" y="1062762"/>
                  </a:lnTo>
                  <a:lnTo>
                    <a:pt x="1312574" y="1053756"/>
                  </a:lnTo>
                  <a:lnTo>
                    <a:pt x="1312078" y="1044749"/>
                  </a:lnTo>
                  <a:lnTo>
                    <a:pt x="1311466" y="1035743"/>
                  </a:lnTo>
                  <a:lnTo>
                    <a:pt x="1310735" y="1026737"/>
                  </a:lnTo>
                  <a:lnTo>
                    <a:pt x="1309870" y="1017730"/>
                  </a:lnTo>
                  <a:lnTo>
                    <a:pt x="1308824" y="1008724"/>
                  </a:lnTo>
                  <a:lnTo>
                    <a:pt x="1307636" y="999717"/>
                  </a:lnTo>
                  <a:lnTo>
                    <a:pt x="1306301" y="990711"/>
                  </a:lnTo>
                  <a:lnTo>
                    <a:pt x="1304814" y="981704"/>
                  </a:lnTo>
                  <a:lnTo>
                    <a:pt x="1303089" y="972698"/>
                  </a:lnTo>
                  <a:lnTo>
                    <a:pt x="1301186" y="963691"/>
                  </a:lnTo>
                  <a:lnTo>
                    <a:pt x="1299099" y="954685"/>
                  </a:lnTo>
                  <a:lnTo>
                    <a:pt x="1296820" y="945678"/>
                  </a:lnTo>
                  <a:lnTo>
                    <a:pt x="1294266" y="936672"/>
                  </a:lnTo>
                  <a:lnTo>
                    <a:pt x="1291475" y="927665"/>
                  </a:lnTo>
                  <a:lnTo>
                    <a:pt x="1288460" y="918659"/>
                  </a:lnTo>
                  <a:lnTo>
                    <a:pt x="1285216" y="909652"/>
                  </a:lnTo>
                  <a:lnTo>
                    <a:pt x="1281665" y="900646"/>
                  </a:lnTo>
                  <a:lnTo>
                    <a:pt x="1277819" y="891640"/>
                  </a:lnTo>
                  <a:lnTo>
                    <a:pt x="1273718" y="882633"/>
                  </a:lnTo>
                  <a:lnTo>
                    <a:pt x="1269356" y="873627"/>
                  </a:lnTo>
                  <a:lnTo>
                    <a:pt x="1264680" y="864620"/>
                  </a:lnTo>
                  <a:lnTo>
                    <a:pt x="1259664" y="855614"/>
                  </a:lnTo>
                  <a:lnTo>
                    <a:pt x="1254381" y="846607"/>
                  </a:lnTo>
                  <a:lnTo>
                    <a:pt x="1248830" y="837601"/>
                  </a:lnTo>
                  <a:lnTo>
                    <a:pt x="1242985" y="828594"/>
                  </a:lnTo>
                  <a:lnTo>
                    <a:pt x="1236791" y="819588"/>
                  </a:lnTo>
                  <a:lnTo>
                    <a:pt x="1230349" y="810581"/>
                  </a:lnTo>
                  <a:lnTo>
                    <a:pt x="1223666" y="801575"/>
                  </a:lnTo>
                  <a:lnTo>
                    <a:pt x="1216746" y="792568"/>
                  </a:lnTo>
                  <a:lnTo>
                    <a:pt x="1209523" y="783562"/>
                  </a:lnTo>
                  <a:lnTo>
                    <a:pt x="1202111" y="774556"/>
                  </a:lnTo>
                  <a:lnTo>
                    <a:pt x="1194529" y="765549"/>
                  </a:lnTo>
                  <a:lnTo>
                    <a:pt x="1186791" y="756543"/>
                  </a:lnTo>
                  <a:lnTo>
                    <a:pt x="1178881" y="747536"/>
                  </a:lnTo>
                  <a:lnTo>
                    <a:pt x="1170881" y="738530"/>
                  </a:lnTo>
                  <a:lnTo>
                    <a:pt x="1162823" y="729523"/>
                  </a:lnTo>
                  <a:lnTo>
                    <a:pt x="1154729" y="720517"/>
                  </a:lnTo>
                  <a:lnTo>
                    <a:pt x="1146641" y="711510"/>
                  </a:lnTo>
                  <a:lnTo>
                    <a:pt x="1138615" y="702504"/>
                  </a:lnTo>
                  <a:lnTo>
                    <a:pt x="1130677" y="693497"/>
                  </a:lnTo>
                  <a:lnTo>
                    <a:pt x="1122858" y="684491"/>
                  </a:lnTo>
                  <a:lnTo>
                    <a:pt x="1115232" y="675484"/>
                  </a:lnTo>
                  <a:lnTo>
                    <a:pt x="1107869" y="666478"/>
                  </a:lnTo>
                  <a:lnTo>
                    <a:pt x="1100759" y="657471"/>
                  </a:lnTo>
                  <a:lnTo>
                    <a:pt x="1093933" y="648465"/>
                  </a:lnTo>
                  <a:lnTo>
                    <a:pt x="1087471" y="639459"/>
                  </a:lnTo>
                  <a:lnTo>
                    <a:pt x="1081496" y="630452"/>
                  </a:lnTo>
                  <a:lnTo>
                    <a:pt x="1075933" y="621446"/>
                  </a:lnTo>
                  <a:lnTo>
                    <a:pt x="1070804" y="612439"/>
                  </a:lnTo>
                  <a:lnTo>
                    <a:pt x="1066162" y="603433"/>
                  </a:lnTo>
                  <a:lnTo>
                    <a:pt x="1062223" y="594426"/>
                  </a:lnTo>
                  <a:lnTo>
                    <a:pt x="1058815" y="585420"/>
                  </a:lnTo>
                  <a:lnTo>
                    <a:pt x="1055955" y="576413"/>
                  </a:lnTo>
                  <a:lnTo>
                    <a:pt x="1053656" y="567407"/>
                  </a:lnTo>
                  <a:lnTo>
                    <a:pt x="1052185" y="558400"/>
                  </a:lnTo>
                  <a:lnTo>
                    <a:pt x="1051327" y="549394"/>
                  </a:lnTo>
                  <a:lnTo>
                    <a:pt x="1051066" y="540387"/>
                  </a:lnTo>
                  <a:lnTo>
                    <a:pt x="1051404" y="531381"/>
                  </a:lnTo>
                  <a:lnTo>
                    <a:pt x="1052541" y="522374"/>
                  </a:lnTo>
                  <a:lnTo>
                    <a:pt x="1054335" y="513368"/>
                  </a:lnTo>
                  <a:lnTo>
                    <a:pt x="1056704" y="504362"/>
                  </a:lnTo>
                  <a:lnTo>
                    <a:pt x="1059637" y="495355"/>
                  </a:lnTo>
                  <a:lnTo>
                    <a:pt x="1063255" y="486349"/>
                  </a:lnTo>
                  <a:lnTo>
                    <a:pt x="1067490" y="477342"/>
                  </a:lnTo>
                  <a:lnTo>
                    <a:pt x="1072212" y="468336"/>
                  </a:lnTo>
                  <a:lnTo>
                    <a:pt x="1077399" y="459329"/>
                  </a:lnTo>
                  <a:lnTo>
                    <a:pt x="1083095" y="450323"/>
                  </a:lnTo>
                  <a:lnTo>
                    <a:pt x="1089292" y="441316"/>
                  </a:lnTo>
                  <a:lnTo>
                    <a:pt x="1095836" y="432310"/>
                  </a:lnTo>
                  <a:lnTo>
                    <a:pt x="1102700" y="423303"/>
                  </a:lnTo>
                  <a:lnTo>
                    <a:pt x="1109875" y="414297"/>
                  </a:lnTo>
                  <a:lnTo>
                    <a:pt x="1117370" y="405290"/>
                  </a:lnTo>
                  <a:lnTo>
                    <a:pt x="1125050" y="396284"/>
                  </a:lnTo>
                  <a:lnTo>
                    <a:pt x="1132884" y="387278"/>
                  </a:lnTo>
                  <a:lnTo>
                    <a:pt x="1140844" y="378271"/>
                  </a:lnTo>
                  <a:lnTo>
                    <a:pt x="1148910" y="369265"/>
                  </a:lnTo>
                  <a:lnTo>
                    <a:pt x="1157000" y="360258"/>
                  </a:lnTo>
                  <a:lnTo>
                    <a:pt x="1165087" y="351252"/>
                  </a:lnTo>
                  <a:lnTo>
                    <a:pt x="1173146" y="342245"/>
                  </a:lnTo>
                  <a:lnTo>
                    <a:pt x="1181110" y="333239"/>
                  </a:lnTo>
                  <a:lnTo>
                    <a:pt x="1188957" y="324232"/>
                  </a:lnTo>
                  <a:lnTo>
                    <a:pt x="1196672" y="315226"/>
                  </a:lnTo>
                  <a:lnTo>
                    <a:pt x="1204238" y="306219"/>
                  </a:lnTo>
                  <a:lnTo>
                    <a:pt x="1211577" y="297213"/>
                  </a:lnTo>
                  <a:lnTo>
                    <a:pt x="1218680" y="288206"/>
                  </a:lnTo>
                  <a:lnTo>
                    <a:pt x="1225564" y="279200"/>
                  </a:lnTo>
                  <a:lnTo>
                    <a:pt x="1232219" y="270193"/>
                  </a:lnTo>
                  <a:lnTo>
                    <a:pt x="1238585" y="261187"/>
                  </a:lnTo>
                  <a:lnTo>
                    <a:pt x="1244631" y="252181"/>
                  </a:lnTo>
                  <a:lnTo>
                    <a:pt x="1250416" y="243174"/>
                  </a:lnTo>
                  <a:lnTo>
                    <a:pt x="1255938" y="234168"/>
                  </a:lnTo>
                  <a:lnTo>
                    <a:pt x="1261162" y="225161"/>
                  </a:lnTo>
                  <a:lnTo>
                    <a:pt x="1266027" y="216155"/>
                  </a:lnTo>
                  <a:lnTo>
                    <a:pt x="1270627" y="207148"/>
                  </a:lnTo>
                  <a:lnTo>
                    <a:pt x="1274966" y="198142"/>
                  </a:lnTo>
                  <a:lnTo>
                    <a:pt x="1279037" y="189135"/>
                  </a:lnTo>
                  <a:lnTo>
                    <a:pt x="1282751" y="180129"/>
                  </a:lnTo>
                  <a:lnTo>
                    <a:pt x="1286223" y="171122"/>
                  </a:lnTo>
                  <a:lnTo>
                    <a:pt x="1289461" y="162116"/>
                  </a:lnTo>
                  <a:lnTo>
                    <a:pt x="1292470" y="153109"/>
                  </a:lnTo>
                  <a:lnTo>
                    <a:pt x="1295177" y="144103"/>
                  </a:lnTo>
                  <a:lnTo>
                    <a:pt x="1297670" y="135096"/>
                  </a:lnTo>
                  <a:lnTo>
                    <a:pt x="1299970" y="126090"/>
                  </a:lnTo>
                  <a:lnTo>
                    <a:pt x="1302085" y="117084"/>
                  </a:lnTo>
                  <a:lnTo>
                    <a:pt x="1303971" y="108077"/>
                  </a:lnTo>
                  <a:lnTo>
                    <a:pt x="1305677" y="99071"/>
                  </a:lnTo>
                  <a:lnTo>
                    <a:pt x="1307235" y="90064"/>
                  </a:lnTo>
                  <a:lnTo>
                    <a:pt x="1308651" y="81058"/>
                  </a:lnTo>
                  <a:lnTo>
                    <a:pt x="1309908" y="72051"/>
                  </a:lnTo>
                  <a:lnTo>
                    <a:pt x="1311022" y="63045"/>
                  </a:lnTo>
                  <a:lnTo>
                    <a:pt x="1312028" y="54038"/>
                  </a:lnTo>
                  <a:lnTo>
                    <a:pt x="1312935" y="45032"/>
                  </a:lnTo>
                  <a:lnTo>
                    <a:pt x="1313736" y="36025"/>
                  </a:lnTo>
                  <a:lnTo>
                    <a:pt x="1314430" y="27019"/>
                  </a:lnTo>
                  <a:lnTo>
                    <a:pt x="1315051" y="18012"/>
                  </a:lnTo>
                  <a:lnTo>
                    <a:pt x="1315606" y="9006"/>
                  </a:lnTo>
                  <a:lnTo>
                    <a:pt x="1316094" y="0"/>
                  </a:lnTo>
                  <a:lnTo>
                    <a:pt x="1322127" y="0"/>
                  </a:lnTo>
                  <a:lnTo>
                    <a:pt x="1322615" y="9006"/>
                  </a:lnTo>
                  <a:lnTo>
                    <a:pt x="1323169" y="18012"/>
                  </a:lnTo>
                  <a:lnTo>
                    <a:pt x="1323791" y="27019"/>
                  </a:lnTo>
                  <a:lnTo>
                    <a:pt x="1324485" y="36025"/>
                  </a:lnTo>
                  <a:lnTo>
                    <a:pt x="1325286" y="45032"/>
                  </a:lnTo>
                  <a:lnTo>
                    <a:pt x="1326192" y="54038"/>
                  </a:lnTo>
                  <a:lnTo>
                    <a:pt x="1327199" y="63045"/>
                  </a:lnTo>
                  <a:lnTo>
                    <a:pt x="1328313" y="72051"/>
                  </a:lnTo>
                  <a:lnTo>
                    <a:pt x="1329569" y="81058"/>
                  </a:lnTo>
                  <a:lnTo>
                    <a:pt x="1330986" y="90064"/>
                  </a:lnTo>
                  <a:lnTo>
                    <a:pt x="1332544" y="99071"/>
                  </a:lnTo>
                  <a:lnTo>
                    <a:pt x="1334250" y="108077"/>
                  </a:lnTo>
                  <a:lnTo>
                    <a:pt x="1336136" y="117084"/>
                  </a:lnTo>
                  <a:lnTo>
                    <a:pt x="1338251" y="126090"/>
                  </a:lnTo>
                  <a:lnTo>
                    <a:pt x="1340551" y="135096"/>
                  </a:lnTo>
                  <a:lnTo>
                    <a:pt x="1343044" y="144103"/>
                  </a:lnTo>
                  <a:lnTo>
                    <a:pt x="1345751" y="153109"/>
                  </a:lnTo>
                  <a:lnTo>
                    <a:pt x="1348760" y="162116"/>
                  </a:lnTo>
                  <a:lnTo>
                    <a:pt x="1351998" y="171122"/>
                  </a:lnTo>
                  <a:lnTo>
                    <a:pt x="1355470" y="180129"/>
                  </a:lnTo>
                  <a:lnTo>
                    <a:pt x="1359184" y="189135"/>
                  </a:lnTo>
                  <a:lnTo>
                    <a:pt x="1363255" y="198142"/>
                  </a:lnTo>
                  <a:lnTo>
                    <a:pt x="1367593" y="207148"/>
                  </a:lnTo>
                  <a:lnTo>
                    <a:pt x="1372194" y="216155"/>
                  </a:lnTo>
                  <a:lnTo>
                    <a:pt x="1377059" y="225161"/>
                  </a:lnTo>
                  <a:lnTo>
                    <a:pt x="1382283" y="234168"/>
                  </a:lnTo>
                  <a:lnTo>
                    <a:pt x="1387805" y="243174"/>
                  </a:lnTo>
                  <a:lnTo>
                    <a:pt x="1393590" y="252181"/>
                  </a:lnTo>
                  <a:lnTo>
                    <a:pt x="1399636" y="261187"/>
                  </a:lnTo>
                  <a:lnTo>
                    <a:pt x="1406002" y="270193"/>
                  </a:lnTo>
                  <a:lnTo>
                    <a:pt x="1412657" y="279200"/>
                  </a:lnTo>
                  <a:lnTo>
                    <a:pt x="1419541" y="288206"/>
                  </a:lnTo>
                  <a:lnTo>
                    <a:pt x="1426644" y="297213"/>
                  </a:lnTo>
                  <a:lnTo>
                    <a:pt x="1433983" y="306219"/>
                  </a:lnTo>
                  <a:lnTo>
                    <a:pt x="1441549" y="315226"/>
                  </a:lnTo>
                  <a:lnTo>
                    <a:pt x="1449264" y="324232"/>
                  </a:lnTo>
                  <a:lnTo>
                    <a:pt x="1457111" y="333239"/>
                  </a:lnTo>
                  <a:lnTo>
                    <a:pt x="1465075" y="342245"/>
                  </a:lnTo>
                  <a:lnTo>
                    <a:pt x="1473134" y="351252"/>
                  </a:lnTo>
                  <a:lnTo>
                    <a:pt x="1481221" y="360258"/>
                  </a:lnTo>
                  <a:lnTo>
                    <a:pt x="1489310" y="369265"/>
                  </a:lnTo>
                  <a:lnTo>
                    <a:pt x="1497377" y="378271"/>
                  </a:lnTo>
                  <a:lnTo>
                    <a:pt x="1505337" y="387278"/>
                  </a:lnTo>
                  <a:lnTo>
                    <a:pt x="1513171" y="396284"/>
                  </a:lnTo>
                  <a:lnTo>
                    <a:pt x="1520851" y="405290"/>
                  </a:lnTo>
                  <a:lnTo>
                    <a:pt x="1528346" y="414297"/>
                  </a:lnTo>
                  <a:lnTo>
                    <a:pt x="1535521" y="423303"/>
                  </a:lnTo>
                  <a:lnTo>
                    <a:pt x="1542385" y="432310"/>
                  </a:lnTo>
                  <a:lnTo>
                    <a:pt x="1548929" y="441316"/>
                  </a:lnTo>
                  <a:lnTo>
                    <a:pt x="1555126" y="450323"/>
                  </a:lnTo>
                  <a:lnTo>
                    <a:pt x="1560822" y="459329"/>
                  </a:lnTo>
                  <a:lnTo>
                    <a:pt x="1566009" y="468336"/>
                  </a:lnTo>
                  <a:lnTo>
                    <a:pt x="1570731" y="477342"/>
                  </a:lnTo>
                  <a:lnTo>
                    <a:pt x="1574966" y="486349"/>
                  </a:lnTo>
                  <a:lnTo>
                    <a:pt x="1578584" y="495355"/>
                  </a:lnTo>
                  <a:lnTo>
                    <a:pt x="1581517" y="504362"/>
                  </a:lnTo>
                  <a:lnTo>
                    <a:pt x="1583886" y="513368"/>
                  </a:lnTo>
                  <a:lnTo>
                    <a:pt x="1585679" y="522374"/>
                  </a:lnTo>
                  <a:lnTo>
                    <a:pt x="1586817" y="531381"/>
                  </a:lnTo>
                  <a:lnTo>
                    <a:pt x="1587155" y="540387"/>
                  </a:lnTo>
                  <a:lnTo>
                    <a:pt x="1586894" y="549394"/>
                  </a:lnTo>
                  <a:lnTo>
                    <a:pt x="1586036" y="558400"/>
                  </a:lnTo>
                  <a:lnTo>
                    <a:pt x="1584565" y="567407"/>
                  </a:lnTo>
                  <a:lnTo>
                    <a:pt x="1582266" y="576413"/>
                  </a:lnTo>
                  <a:lnTo>
                    <a:pt x="1579406" y="585420"/>
                  </a:lnTo>
                  <a:lnTo>
                    <a:pt x="1575998" y="594426"/>
                  </a:lnTo>
                  <a:lnTo>
                    <a:pt x="1572059" y="603433"/>
                  </a:lnTo>
                  <a:lnTo>
                    <a:pt x="1567417" y="612439"/>
                  </a:lnTo>
                  <a:lnTo>
                    <a:pt x="1562288" y="621446"/>
                  </a:lnTo>
                  <a:lnTo>
                    <a:pt x="1556725" y="630452"/>
                  </a:lnTo>
                  <a:lnTo>
                    <a:pt x="1550750" y="639459"/>
                  </a:lnTo>
                  <a:lnTo>
                    <a:pt x="1544287" y="648465"/>
                  </a:lnTo>
                  <a:lnTo>
                    <a:pt x="1537462" y="657471"/>
                  </a:lnTo>
                  <a:lnTo>
                    <a:pt x="1530352" y="666478"/>
                  </a:lnTo>
                  <a:lnTo>
                    <a:pt x="1522989" y="675484"/>
                  </a:lnTo>
                  <a:lnTo>
                    <a:pt x="1515363" y="684491"/>
                  </a:lnTo>
                  <a:lnTo>
                    <a:pt x="1507543" y="693497"/>
                  </a:lnTo>
                  <a:lnTo>
                    <a:pt x="1499606" y="702504"/>
                  </a:lnTo>
                  <a:lnTo>
                    <a:pt x="1491580" y="711510"/>
                  </a:lnTo>
                  <a:lnTo>
                    <a:pt x="1483492" y="720517"/>
                  </a:lnTo>
                  <a:lnTo>
                    <a:pt x="1475398" y="729523"/>
                  </a:lnTo>
                  <a:lnTo>
                    <a:pt x="1467340" y="738530"/>
                  </a:lnTo>
                  <a:lnTo>
                    <a:pt x="1459340" y="747536"/>
                  </a:lnTo>
                  <a:lnTo>
                    <a:pt x="1451430" y="756543"/>
                  </a:lnTo>
                  <a:lnTo>
                    <a:pt x="1443692" y="765549"/>
                  </a:lnTo>
                  <a:lnTo>
                    <a:pt x="1436109" y="774556"/>
                  </a:lnTo>
                  <a:lnTo>
                    <a:pt x="1428698" y="783562"/>
                  </a:lnTo>
                  <a:lnTo>
                    <a:pt x="1421474" y="792568"/>
                  </a:lnTo>
                  <a:lnTo>
                    <a:pt x="1414555" y="801575"/>
                  </a:lnTo>
                  <a:lnTo>
                    <a:pt x="1407872" y="810581"/>
                  </a:lnTo>
                  <a:lnTo>
                    <a:pt x="1401430" y="819588"/>
                  </a:lnTo>
                  <a:lnTo>
                    <a:pt x="1395236" y="828594"/>
                  </a:lnTo>
                  <a:lnTo>
                    <a:pt x="1389391" y="837601"/>
                  </a:lnTo>
                  <a:lnTo>
                    <a:pt x="1383840" y="846607"/>
                  </a:lnTo>
                  <a:lnTo>
                    <a:pt x="1378557" y="855614"/>
                  </a:lnTo>
                  <a:lnTo>
                    <a:pt x="1373541" y="864620"/>
                  </a:lnTo>
                  <a:lnTo>
                    <a:pt x="1368865" y="873627"/>
                  </a:lnTo>
                  <a:lnTo>
                    <a:pt x="1364503" y="882633"/>
                  </a:lnTo>
                  <a:lnTo>
                    <a:pt x="1360402" y="891640"/>
                  </a:lnTo>
                  <a:lnTo>
                    <a:pt x="1356556" y="900646"/>
                  </a:lnTo>
                  <a:lnTo>
                    <a:pt x="1353005" y="909652"/>
                  </a:lnTo>
                  <a:lnTo>
                    <a:pt x="1349760" y="918659"/>
                  </a:lnTo>
                  <a:lnTo>
                    <a:pt x="1346746" y="927665"/>
                  </a:lnTo>
                  <a:lnTo>
                    <a:pt x="1343955" y="936672"/>
                  </a:lnTo>
                  <a:lnTo>
                    <a:pt x="1341400" y="945678"/>
                  </a:lnTo>
                  <a:lnTo>
                    <a:pt x="1339122" y="954685"/>
                  </a:lnTo>
                  <a:lnTo>
                    <a:pt x="1337035" y="963691"/>
                  </a:lnTo>
                  <a:lnTo>
                    <a:pt x="1335131" y="972698"/>
                  </a:lnTo>
                  <a:lnTo>
                    <a:pt x="1333407" y="981704"/>
                  </a:lnTo>
                  <a:lnTo>
                    <a:pt x="1331919" y="990711"/>
                  </a:lnTo>
                  <a:lnTo>
                    <a:pt x="1330585" y="999717"/>
                  </a:lnTo>
                  <a:lnTo>
                    <a:pt x="1329397" y="1008724"/>
                  </a:lnTo>
                  <a:lnTo>
                    <a:pt x="1328351" y="1017730"/>
                  </a:lnTo>
                  <a:lnTo>
                    <a:pt x="1327486" y="1026737"/>
                  </a:lnTo>
                  <a:lnTo>
                    <a:pt x="1326755" y="1035743"/>
                  </a:lnTo>
                  <a:lnTo>
                    <a:pt x="1326143" y="1044749"/>
                  </a:lnTo>
                  <a:lnTo>
                    <a:pt x="1325647" y="1053756"/>
                  </a:lnTo>
                  <a:lnTo>
                    <a:pt x="1325295" y="1062762"/>
                  </a:lnTo>
                  <a:lnTo>
                    <a:pt x="1325068" y="1071769"/>
                  </a:lnTo>
                  <a:lnTo>
                    <a:pt x="1324947" y="1080775"/>
                  </a:lnTo>
                  <a:lnTo>
                    <a:pt x="1324931" y="1089782"/>
                  </a:lnTo>
                  <a:lnTo>
                    <a:pt x="1325043" y="1098788"/>
                  </a:lnTo>
                  <a:lnTo>
                    <a:pt x="1325288" y="1107795"/>
                  </a:lnTo>
                  <a:lnTo>
                    <a:pt x="1325642" y="1116801"/>
                  </a:lnTo>
                  <a:lnTo>
                    <a:pt x="1326107" y="1125808"/>
                  </a:lnTo>
                  <a:lnTo>
                    <a:pt x="1326701" y="1134814"/>
                  </a:lnTo>
                  <a:lnTo>
                    <a:pt x="1327457" y="1143821"/>
                  </a:lnTo>
                  <a:lnTo>
                    <a:pt x="1328341" y="1152827"/>
                  </a:lnTo>
                  <a:lnTo>
                    <a:pt x="1329358" y="1161834"/>
                  </a:lnTo>
                  <a:lnTo>
                    <a:pt x="1330519" y="1170840"/>
                  </a:lnTo>
                  <a:lnTo>
                    <a:pt x="1331893" y="1179846"/>
                  </a:lnTo>
                  <a:lnTo>
                    <a:pt x="1333429" y="1188853"/>
                  </a:lnTo>
                  <a:lnTo>
                    <a:pt x="1335134" y="1197859"/>
                  </a:lnTo>
                  <a:lnTo>
                    <a:pt x="1337014" y="1206866"/>
                  </a:lnTo>
                  <a:lnTo>
                    <a:pt x="1339163" y="1215872"/>
                  </a:lnTo>
                  <a:lnTo>
                    <a:pt x="1341525" y="1224879"/>
                  </a:lnTo>
                  <a:lnTo>
                    <a:pt x="1344101" y="1233885"/>
                  </a:lnTo>
                  <a:lnTo>
                    <a:pt x="1346898" y="1242892"/>
                  </a:lnTo>
                  <a:lnTo>
                    <a:pt x="1350007" y="1251898"/>
                  </a:lnTo>
                  <a:lnTo>
                    <a:pt x="1353398" y="1260905"/>
                  </a:lnTo>
                  <a:lnTo>
                    <a:pt x="1357049" y="1269911"/>
                  </a:lnTo>
                  <a:lnTo>
                    <a:pt x="1360966" y="1278918"/>
                  </a:lnTo>
                  <a:lnTo>
                    <a:pt x="1365228" y="1287924"/>
                  </a:lnTo>
                  <a:lnTo>
                    <a:pt x="1369842" y="1296930"/>
                  </a:lnTo>
                  <a:lnTo>
                    <a:pt x="1374753" y="1305937"/>
                  </a:lnTo>
                  <a:lnTo>
                    <a:pt x="1379967" y="1314943"/>
                  </a:lnTo>
                  <a:lnTo>
                    <a:pt x="1385537" y="1323950"/>
                  </a:lnTo>
                  <a:lnTo>
                    <a:pt x="1391515" y="1332956"/>
                  </a:lnTo>
                  <a:lnTo>
                    <a:pt x="1397809" y="1341963"/>
                  </a:lnTo>
                  <a:lnTo>
                    <a:pt x="1404420" y="1350969"/>
                  </a:lnTo>
                  <a:lnTo>
                    <a:pt x="1411370" y="1359976"/>
                  </a:lnTo>
                  <a:lnTo>
                    <a:pt x="1418754" y="1368982"/>
                  </a:lnTo>
                  <a:lnTo>
                    <a:pt x="1426444" y="1377989"/>
                  </a:lnTo>
                  <a:lnTo>
                    <a:pt x="1434434" y="1386995"/>
                  </a:lnTo>
                  <a:lnTo>
                    <a:pt x="1442718" y="1396002"/>
                  </a:lnTo>
                  <a:lnTo>
                    <a:pt x="1451407" y="1405008"/>
                  </a:lnTo>
                  <a:lnTo>
                    <a:pt x="1460359" y="1414015"/>
                  </a:lnTo>
                  <a:lnTo>
                    <a:pt x="1469560" y="1423021"/>
                  </a:lnTo>
                  <a:lnTo>
                    <a:pt x="1478997" y="1432027"/>
                  </a:lnTo>
                  <a:lnTo>
                    <a:pt x="1488721" y="1441034"/>
                  </a:lnTo>
                  <a:lnTo>
                    <a:pt x="1498646" y="1450040"/>
                  </a:lnTo>
                  <a:lnTo>
                    <a:pt x="1508731" y="1459047"/>
                  </a:lnTo>
                  <a:lnTo>
                    <a:pt x="1518959" y="1468053"/>
                  </a:lnTo>
                  <a:lnTo>
                    <a:pt x="1529332" y="1477060"/>
                  </a:lnTo>
                  <a:lnTo>
                    <a:pt x="1539794" y="1486066"/>
                  </a:lnTo>
                  <a:lnTo>
                    <a:pt x="1550303" y="1495073"/>
                  </a:lnTo>
                  <a:lnTo>
                    <a:pt x="1560837" y="1504079"/>
                  </a:lnTo>
                  <a:lnTo>
                    <a:pt x="1571364" y="1513086"/>
                  </a:lnTo>
                  <a:lnTo>
                    <a:pt x="1581832" y="1522092"/>
                  </a:lnTo>
                  <a:lnTo>
                    <a:pt x="1592219" y="1531099"/>
                  </a:lnTo>
                  <a:lnTo>
                    <a:pt x="1602501" y="1540105"/>
                  </a:lnTo>
                  <a:lnTo>
                    <a:pt x="1612640" y="1549112"/>
                  </a:lnTo>
                  <a:lnTo>
                    <a:pt x="1622546" y="1558118"/>
                  </a:lnTo>
                  <a:lnTo>
                    <a:pt x="1632246" y="1567124"/>
                  </a:lnTo>
                  <a:lnTo>
                    <a:pt x="1641719" y="1576131"/>
                  </a:lnTo>
                  <a:lnTo>
                    <a:pt x="1650939" y="1585137"/>
                  </a:lnTo>
                  <a:lnTo>
                    <a:pt x="1659752" y="1594144"/>
                  </a:lnTo>
                  <a:lnTo>
                    <a:pt x="1668250" y="1603150"/>
                  </a:lnTo>
                  <a:lnTo>
                    <a:pt x="1676415" y="1612157"/>
                  </a:lnTo>
                  <a:lnTo>
                    <a:pt x="1684234" y="1621163"/>
                  </a:lnTo>
                  <a:lnTo>
                    <a:pt x="1691533" y="1630170"/>
                  </a:lnTo>
                  <a:lnTo>
                    <a:pt x="1698409" y="1639176"/>
                  </a:lnTo>
                  <a:lnTo>
                    <a:pt x="1704875" y="1648183"/>
                  </a:lnTo>
                  <a:lnTo>
                    <a:pt x="1710920" y="1657189"/>
                  </a:lnTo>
                  <a:lnTo>
                    <a:pt x="1716395" y="1666196"/>
                  </a:lnTo>
                  <a:lnTo>
                    <a:pt x="1721349" y="1675202"/>
                  </a:lnTo>
                  <a:lnTo>
                    <a:pt x="1725842" y="1684209"/>
                  </a:lnTo>
                  <a:lnTo>
                    <a:pt x="1729866" y="1693215"/>
                  </a:lnTo>
                  <a:lnTo>
                    <a:pt x="1733311" y="1702221"/>
                  </a:lnTo>
                  <a:lnTo>
                    <a:pt x="1736155" y="1711228"/>
                  </a:lnTo>
                  <a:lnTo>
                    <a:pt x="1738511" y="1720234"/>
                  </a:lnTo>
                  <a:lnTo>
                    <a:pt x="1740374" y="1729241"/>
                  </a:lnTo>
                  <a:lnTo>
                    <a:pt x="1741674" y="1738247"/>
                  </a:lnTo>
                  <a:lnTo>
                    <a:pt x="1742316" y="1747254"/>
                  </a:lnTo>
                  <a:lnTo>
                    <a:pt x="1742458" y="1756260"/>
                  </a:lnTo>
                  <a:lnTo>
                    <a:pt x="1742101" y="1765267"/>
                  </a:lnTo>
                  <a:lnTo>
                    <a:pt x="1741220" y="1774273"/>
                  </a:lnTo>
                  <a:lnTo>
                    <a:pt x="1739638" y="1783280"/>
                  </a:lnTo>
                  <a:lnTo>
                    <a:pt x="1737563" y="1792286"/>
                  </a:lnTo>
                  <a:lnTo>
                    <a:pt x="1734997" y="1801293"/>
                  </a:lnTo>
                  <a:lnTo>
                    <a:pt x="1731942" y="1810299"/>
                  </a:lnTo>
                  <a:lnTo>
                    <a:pt x="1728204" y="1819305"/>
                  </a:lnTo>
                  <a:lnTo>
                    <a:pt x="1723977" y="1828312"/>
                  </a:lnTo>
                  <a:lnTo>
                    <a:pt x="1719285" y="1837318"/>
                  </a:lnTo>
                  <a:lnTo>
                    <a:pt x="1714134" y="1846325"/>
                  </a:lnTo>
                  <a:lnTo>
                    <a:pt x="1708388" y="1855331"/>
                  </a:lnTo>
                  <a:lnTo>
                    <a:pt x="1702160" y="1864338"/>
                  </a:lnTo>
                  <a:lnTo>
                    <a:pt x="1695516" y="1873344"/>
                  </a:lnTo>
                  <a:lnTo>
                    <a:pt x="1688467" y="1882351"/>
                  </a:lnTo>
                  <a:lnTo>
                    <a:pt x="1680934" y="1891357"/>
                  </a:lnTo>
                  <a:lnTo>
                    <a:pt x="1672964" y="1900364"/>
                  </a:lnTo>
                  <a:lnTo>
                    <a:pt x="1664653" y="1909370"/>
                  </a:lnTo>
                  <a:lnTo>
                    <a:pt x="1656018" y="1918377"/>
                  </a:lnTo>
                  <a:lnTo>
                    <a:pt x="1647030" y="1927383"/>
                  </a:lnTo>
                  <a:lnTo>
                    <a:pt x="1637696" y="1936390"/>
                  </a:lnTo>
                  <a:lnTo>
                    <a:pt x="1628122" y="1945396"/>
                  </a:lnTo>
                  <a:lnTo>
                    <a:pt x="1618331" y="1954402"/>
                  </a:lnTo>
                  <a:lnTo>
                    <a:pt x="1608330" y="1963409"/>
                  </a:lnTo>
                  <a:lnTo>
                    <a:pt x="1598116" y="1972415"/>
                  </a:lnTo>
                  <a:lnTo>
                    <a:pt x="1587786" y="1981422"/>
                  </a:lnTo>
                  <a:lnTo>
                    <a:pt x="1577362" y="1990428"/>
                  </a:lnTo>
                  <a:lnTo>
                    <a:pt x="1566867" y="1999435"/>
                  </a:lnTo>
                  <a:lnTo>
                    <a:pt x="1556329" y="2008441"/>
                  </a:lnTo>
                  <a:lnTo>
                    <a:pt x="1545803" y="2017448"/>
                  </a:lnTo>
                  <a:lnTo>
                    <a:pt x="1535312" y="2026454"/>
                  </a:lnTo>
                  <a:lnTo>
                    <a:pt x="1524877" y="2035461"/>
                  </a:lnTo>
                  <a:lnTo>
                    <a:pt x="1514567" y="2044467"/>
                  </a:lnTo>
                  <a:lnTo>
                    <a:pt x="1504399" y="2053474"/>
                  </a:lnTo>
                  <a:lnTo>
                    <a:pt x="1494381" y="2062480"/>
                  </a:lnTo>
                  <a:lnTo>
                    <a:pt x="1484533" y="2071487"/>
                  </a:lnTo>
                  <a:lnTo>
                    <a:pt x="1474935" y="2080493"/>
                  </a:lnTo>
                  <a:lnTo>
                    <a:pt x="1465600" y="2089499"/>
                  </a:lnTo>
                  <a:lnTo>
                    <a:pt x="1456507" y="2098506"/>
                  </a:lnTo>
                  <a:lnTo>
                    <a:pt x="1447667" y="2107512"/>
                  </a:lnTo>
                  <a:lnTo>
                    <a:pt x="1439151" y="2116519"/>
                  </a:lnTo>
                  <a:lnTo>
                    <a:pt x="1430997" y="2125525"/>
                  </a:lnTo>
                  <a:lnTo>
                    <a:pt x="1423140" y="2134532"/>
                  </a:lnTo>
                  <a:lnTo>
                    <a:pt x="1415588" y="2143538"/>
                  </a:lnTo>
                  <a:lnTo>
                    <a:pt x="1408381" y="2152545"/>
                  </a:lnTo>
                  <a:lnTo>
                    <a:pt x="1401600" y="2161551"/>
                  </a:lnTo>
                  <a:lnTo>
                    <a:pt x="1395137" y="2170558"/>
                  </a:lnTo>
                  <a:lnTo>
                    <a:pt x="1388993" y="2179564"/>
                  </a:lnTo>
                  <a:lnTo>
                    <a:pt x="1383176" y="2188571"/>
                  </a:lnTo>
                  <a:lnTo>
                    <a:pt x="1377810" y="2197577"/>
                  </a:lnTo>
                  <a:lnTo>
                    <a:pt x="1372753" y="2206583"/>
                  </a:lnTo>
                  <a:lnTo>
                    <a:pt x="1368001" y="2215590"/>
                  </a:lnTo>
                  <a:lnTo>
                    <a:pt x="1363549" y="2224596"/>
                  </a:lnTo>
                  <a:lnTo>
                    <a:pt x="1359504" y="2233603"/>
                  </a:lnTo>
                  <a:lnTo>
                    <a:pt x="1355756" y="2242609"/>
                  </a:lnTo>
                  <a:lnTo>
                    <a:pt x="1352281" y="2251616"/>
                  </a:lnTo>
                  <a:lnTo>
                    <a:pt x="1349072" y="2260622"/>
                  </a:lnTo>
                  <a:lnTo>
                    <a:pt x="1346199" y="2269629"/>
                  </a:lnTo>
                  <a:lnTo>
                    <a:pt x="1343604" y="2278635"/>
                  </a:lnTo>
                  <a:lnTo>
                    <a:pt x="1341245" y="2287642"/>
                  </a:lnTo>
                  <a:lnTo>
                    <a:pt x="1339114" y="2296648"/>
                  </a:lnTo>
                  <a:lnTo>
                    <a:pt x="1337255" y="2305655"/>
                  </a:lnTo>
                  <a:lnTo>
                    <a:pt x="1335653" y="2314661"/>
                  </a:lnTo>
                  <a:lnTo>
                    <a:pt x="1334256" y="2323668"/>
                  </a:lnTo>
                  <a:lnTo>
                    <a:pt x="1333059" y="2332674"/>
                  </a:lnTo>
                  <a:lnTo>
                    <a:pt x="1332086" y="2341680"/>
                  </a:lnTo>
                  <a:lnTo>
                    <a:pt x="1331363" y="2350687"/>
                  </a:lnTo>
                  <a:lnTo>
                    <a:pt x="1330830" y="2359693"/>
                  </a:lnTo>
                  <a:lnTo>
                    <a:pt x="1330487" y="2368700"/>
                  </a:lnTo>
                  <a:lnTo>
                    <a:pt x="1330345" y="2377706"/>
                  </a:lnTo>
                  <a:lnTo>
                    <a:pt x="1330473" y="2386713"/>
                  </a:lnTo>
                  <a:lnTo>
                    <a:pt x="1330802" y="2395719"/>
                  </a:lnTo>
                  <a:lnTo>
                    <a:pt x="1331336" y="2404726"/>
                  </a:lnTo>
                  <a:lnTo>
                    <a:pt x="1332082" y="2413732"/>
                  </a:lnTo>
                  <a:lnTo>
                    <a:pt x="1333149" y="2422739"/>
                  </a:lnTo>
                  <a:lnTo>
                    <a:pt x="1334463" y="2431745"/>
                  </a:lnTo>
                  <a:lnTo>
                    <a:pt x="1336032" y="2440752"/>
                  </a:lnTo>
                  <a:lnTo>
                    <a:pt x="1337865" y="2449758"/>
                  </a:lnTo>
                  <a:lnTo>
                    <a:pt x="1340086" y="2458765"/>
                  </a:lnTo>
                  <a:lnTo>
                    <a:pt x="1342657" y="2467771"/>
                  </a:lnTo>
                  <a:lnTo>
                    <a:pt x="1345564" y="2476777"/>
                  </a:lnTo>
                  <a:lnTo>
                    <a:pt x="1348826" y="2485784"/>
                  </a:lnTo>
                  <a:lnTo>
                    <a:pt x="1352570" y="2494790"/>
                  </a:lnTo>
                  <a:lnTo>
                    <a:pt x="1356819" y="2503797"/>
                  </a:lnTo>
                  <a:lnTo>
                    <a:pt x="1361520" y="2512803"/>
                  </a:lnTo>
                  <a:lnTo>
                    <a:pt x="1366696" y="2521810"/>
                  </a:lnTo>
                  <a:lnTo>
                    <a:pt x="1372469" y="2530816"/>
                  </a:lnTo>
                  <a:lnTo>
                    <a:pt x="1378952" y="2539823"/>
                  </a:lnTo>
                  <a:lnTo>
                    <a:pt x="1386028" y="2548829"/>
                  </a:lnTo>
                  <a:lnTo>
                    <a:pt x="1393724" y="2557836"/>
                  </a:lnTo>
                  <a:lnTo>
                    <a:pt x="1402128" y="2566842"/>
                  </a:lnTo>
                  <a:lnTo>
                    <a:pt x="1411490" y="2575849"/>
                  </a:lnTo>
                  <a:lnTo>
                    <a:pt x="1421596" y="2584855"/>
                  </a:lnTo>
                  <a:lnTo>
                    <a:pt x="1432470" y="2593861"/>
                  </a:lnTo>
                  <a:lnTo>
                    <a:pt x="1444144" y="2602868"/>
                  </a:lnTo>
                  <a:lnTo>
                    <a:pt x="1457036" y="2611874"/>
                  </a:lnTo>
                  <a:lnTo>
                    <a:pt x="1470808" y="2620881"/>
                  </a:lnTo>
                  <a:lnTo>
                    <a:pt x="1485478" y="2629887"/>
                  </a:lnTo>
                  <a:lnTo>
                    <a:pt x="1501066" y="2638894"/>
                  </a:lnTo>
                  <a:lnTo>
                    <a:pt x="1517954" y="2647900"/>
                  </a:lnTo>
                  <a:lnTo>
                    <a:pt x="1535887" y="2656907"/>
                  </a:lnTo>
                  <a:lnTo>
                    <a:pt x="1554795" y="2665913"/>
                  </a:lnTo>
                  <a:lnTo>
                    <a:pt x="1574685" y="2674920"/>
                  </a:lnTo>
                  <a:lnTo>
                    <a:pt x="1595848" y="2683926"/>
                  </a:lnTo>
                  <a:lnTo>
                    <a:pt x="1618152" y="2692933"/>
                  </a:lnTo>
                  <a:lnTo>
                    <a:pt x="1641423" y="2701939"/>
                  </a:lnTo>
                  <a:lnTo>
                    <a:pt x="1665649" y="2710946"/>
                  </a:lnTo>
                  <a:lnTo>
                    <a:pt x="1691000" y="2719952"/>
                  </a:lnTo>
                  <a:lnTo>
                    <a:pt x="1717465" y="2728958"/>
                  </a:lnTo>
                  <a:lnTo>
                    <a:pt x="1744778" y="2737965"/>
                  </a:lnTo>
                  <a:lnTo>
                    <a:pt x="1772903" y="2746971"/>
                  </a:lnTo>
                  <a:lnTo>
                    <a:pt x="1801890" y="2755978"/>
                  </a:lnTo>
                  <a:lnTo>
                    <a:pt x="1831796" y="2764984"/>
                  </a:lnTo>
                  <a:lnTo>
                    <a:pt x="1862308" y="2773991"/>
                  </a:lnTo>
                  <a:lnTo>
                    <a:pt x="1893371" y="2782997"/>
                  </a:lnTo>
                  <a:lnTo>
                    <a:pt x="1924943" y="2792004"/>
                  </a:lnTo>
                  <a:lnTo>
                    <a:pt x="1957051" y="2801010"/>
                  </a:lnTo>
                  <a:lnTo>
                    <a:pt x="1989416" y="2810017"/>
                  </a:lnTo>
                  <a:lnTo>
                    <a:pt x="2021968" y="2819023"/>
                  </a:lnTo>
                  <a:lnTo>
                    <a:pt x="2054636" y="2828030"/>
                  </a:lnTo>
                  <a:lnTo>
                    <a:pt x="2087286" y="2837036"/>
                  </a:lnTo>
                  <a:lnTo>
                    <a:pt x="2119775" y="2846043"/>
                  </a:lnTo>
                  <a:lnTo>
                    <a:pt x="2152029" y="2855049"/>
                  </a:lnTo>
                  <a:lnTo>
                    <a:pt x="2183971" y="2864055"/>
                  </a:lnTo>
                  <a:lnTo>
                    <a:pt x="2215343" y="2873062"/>
                  </a:lnTo>
                  <a:lnTo>
                    <a:pt x="2246071" y="2882068"/>
                  </a:lnTo>
                  <a:lnTo>
                    <a:pt x="2276145" y="2891075"/>
                  </a:lnTo>
                  <a:lnTo>
                    <a:pt x="2305496" y="2900081"/>
                  </a:lnTo>
                  <a:lnTo>
                    <a:pt x="2333837" y="2909088"/>
                  </a:lnTo>
                  <a:lnTo>
                    <a:pt x="2361047" y="2918094"/>
                  </a:lnTo>
                  <a:lnTo>
                    <a:pt x="2387256" y="2927101"/>
                  </a:lnTo>
                  <a:lnTo>
                    <a:pt x="2412415" y="2936107"/>
                  </a:lnTo>
                  <a:lnTo>
                    <a:pt x="2436298" y="2945114"/>
                  </a:lnTo>
                  <a:lnTo>
                    <a:pt x="2458647" y="2954120"/>
                  </a:lnTo>
                  <a:lnTo>
                    <a:pt x="2479776" y="2963127"/>
                  </a:lnTo>
                  <a:lnTo>
                    <a:pt x="2499664" y="2972133"/>
                  </a:lnTo>
                  <a:lnTo>
                    <a:pt x="2518206" y="2981140"/>
                  </a:lnTo>
                  <a:lnTo>
                    <a:pt x="2534970" y="2990146"/>
                  </a:lnTo>
                  <a:lnTo>
                    <a:pt x="2550454" y="2999152"/>
                  </a:lnTo>
                  <a:lnTo>
                    <a:pt x="2564666" y="3008159"/>
                  </a:lnTo>
                  <a:lnTo>
                    <a:pt x="2577614" y="3017165"/>
                  </a:lnTo>
                  <a:lnTo>
                    <a:pt x="2588786" y="3026172"/>
                  </a:lnTo>
                  <a:lnTo>
                    <a:pt x="2598747" y="3035178"/>
                  </a:lnTo>
                  <a:lnTo>
                    <a:pt x="2607550" y="3044185"/>
                  </a:lnTo>
                  <a:lnTo>
                    <a:pt x="2615225" y="3053191"/>
                  </a:lnTo>
                  <a:lnTo>
                    <a:pt x="2621454" y="3062198"/>
                  </a:lnTo>
                  <a:lnTo>
                    <a:pt x="2626584" y="3071204"/>
                  </a:lnTo>
                  <a:lnTo>
                    <a:pt x="2630769" y="3080211"/>
                  </a:lnTo>
                  <a:lnTo>
                    <a:pt x="2634052" y="3089217"/>
                  </a:lnTo>
                  <a:lnTo>
                    <a:pt x="2636273" y="3098224"/>
                  </a:lnTo>
                  <a:lnTo>
                    <a:pt x="2637596" y="3107230"/>
                  </a:lnTo>
                  <a:lnTo>
                    <a:pt x="2638221" y="3116236"/>
                  </a:lnTo>
                  <a:lnTo>
                    <a:pt x="2638192" y="3125243"/>
                  </a:lnTo>
                  <a:lnTo>
                    <a:pt x="2637452" y="3134249"/>
                  </a:lnTo>
                  <a:lnTo>
                    <a:pt x="2636037" y="3143256"/>
                  </a:lnTo>
                  <a:lnTo>
                    <a:pt x="2634144" y="3152262"/>
                  </a:lnTo>
                  <a:lnTo>
                    <a:pt x="2631803" y="3161269"/>
                  </a:lnTo>
                  <a:lnTo>
                    <a:pt x="2629010" y="3170275"/>
                  </a:lnTo>
                  <a:lnTo>
                    <a:pt x="2625719" y="3179282"/>
                  </a:lnTo>
                  <a:lnTo>
                    <a:pt x="2622096" y="3188288"/>
                  </a:lnTo>
                  <a:lnTo>
                    <a:pt x="2618155" y="3197295"/>
                  </a:lnTo>
                  <a:lnTo>
                    <a:pt x="2613908" y="3206301"/>
                  </a:lnTo>
                  <a:lnTo>
                    <a:pt x="2609249" y="3215308"/>
                  </a:lnTo>
                  <a:lnTo>
                    <a:pt x="2604314" y="3224314"/>
                  </a:lnTo>
                  <a:lnTo>
                    <a:pt x="2599105" y="3233321"/>
                  </a:lnTo>
                  <a:lnTo>
                    <a:pt x="2593620" y="3242327"/>
                  </a:lnTo>
                  <a:lnTo>
                    <a:pt x="2587748" y="3251333"/>
                  </a:lnTo>
                  <a:lnTo>
                    <a:pt x="2581563" y="3260340"/>
                  </a:lnTo>
                  <a:lnTo>
                    <a:pt x="2575077" y="3269346"/>
                  </a:lnTo>
                  <a:lnTo>
                    <a:pt x="2568281" y="3278353"/>
                  </a:lnTo>
                  <a:lnTo>
                    <a:pt x="2561063" y="3287359"/>
                  </a:lnTo>
                  <a:lnTo>
                    <a:pt x="2553445" y="3296366"/>
                  </a:lnTo>
                  <a:lnTo>
                    <a:pt x="2545467" y="3305372"/>
                  </a:lnTo>
                  <a:lnTo>
                    <a:pt x="2537118" y="3314379"/>
                  </a:lnTo>
                  <a:lnTo>
                    <a:pt x="2528302" y="3323385"/>
                  </a:lnTo>
                  <a:lnTo>
                    <a:pt x="2518985" y="3332392"/>
                  </a:lnTo>
                  <a:lnTo>
                    <a:pt x="2509254" y="3341398"/>
                  </a:lnTo>
                  <a:lnTo>
                    <a:pt x="2499102" y="3350405"/>
                  </a:lnTo>
                  <a:lnTo>
                    <a:pt x="2488465" y="3359411"/>
                  </a:lnTo>
                  <a:lnTo>
                    <a:pt x="2477249" y="3368418"/>
                  </a:lnTo>
                  <a:lnTo>
                    <a:pt x="2465594" y="3377424"/>
                  </a:lnTo>
                  <a:lnTo>
                    <a:pt x="2453499" y="3386430"/>
                  </a:lnTo>
                  <a:lnTo>
                    <a:pt x="2440945" y="3395437"/>
                  </a:lnTo>
                  <a:lnTo>
                    <a:pt x="2427779" y="3404443"/>
                  </a:lnTo>
                  <a:lnTo>
                    <a:pt x="2414188" y="3413450"/>
                  </a:lnTo>
                  <a:lnTo>
                    <a:pt x="2400178" y="3422456"/>
                  </a:lnTo>
                  <a:lnTo>
                    <a:pt x="2385756" y="3431463"/>
                  </a:lnTo>
                  <a:lnTo>
                    <a:pt x="2370773" y="3440469"/>
                  </a:lnTo>
                  <a:lnTo>
                    <a:pt x="2355397" y="3449476"/>
                  </a:lnTo>
                  <a:lnTo>
                    <a:pt x="2339655" y="3458482"/>
                  </a:lnTo>
                  <a:lnTo>
                    <a:pt x="2323559" y="3467489"/>
                  </a:lnTo>
                  <a:lnTo>
                    <a:pt x="2307019" y="3476495"/>
                  </a:lnTo>
                  <a:lnTo>
                    <a:pt x="2290130" y="3485502"/>
                  </a:lnTo>
                  <a:lnTo>
                    <a:pt x="2272949" y="3494508"/>
                  </a:lnTo>
                  <a:lnTo>
                    <a:pt x="2255490" y="3503514"/>
                  </a:lnTo>
                  <a:lnTo>
                    <a:pt x="2237711" y="3512521"/>
                  </a:lnTo>
                  <a:lnTo>
                    <a:pt x="2219654" y="3521527"/>
                  </a:lnTo>
                  <a:lnTo>
                    <a:pt x="2201389" y="3530534"/>
                  </a:lnTo>
                  <a:lnTo>
                    <a:pt x="2182932" y="3539540"/>
                  </a:lnTo>
                  <a:lnTo>
                    <a:pt x="2164276" y="3548547"/>
                  </a:lnTo>
                  <a:lnTo>
                    <a:pt x="2145438" y="3557553"/>
                  </a:lnTo>
                  <a:lnTo>
                    <a:pt x="2126486" y="3566560"/>
                  </a:lnTo>
                  <a:lnTo>
                    <a:pt x="2107437" y="3575566"/>
                  </a:lnTo>
                  <a:lnTo>
                    <a:pt x="2088307" y="3584573"/>
                  </a:lnTo>
                  <a:lnTo>
                    <a:pt x="2069120" y="3593579"/>
                  </a:lnTo>
                  <a:lnTo>
                    <a:pt x="2049925" y="3602586"/>
                  </a:lnTo>
                  <a:lnTo>
                    <a:pt x="2030744" y="3611592"/>
                  </a:lnTo>
                  <a:lnTo>
                    <a:pt x="2011598" y="3620599"/>
                  </a:lnTo>
                  <a:lnTo>
                    <a:pt x="1992559" y="3629605"/>
                  </a:lnTo>
                  <a:lnTo>
                    <a:pt x="1973639" y="3638611"/>
                  </a:lnTo>
                  <a:lnTo>
                    <a:pt x="1954861" y="3647618"/>
                  </a:lnTo>
                  <a:lnTo>
                    <a:pt x="1936249" y="3656624"/>
                  </a:lnTo>
                  <a:lnTo>
                    <a:pt x="1917920" y="3665631"/>
                  </a:lnTo>
                  <a:lnTo>
                    <a:pt x="1899872" y="3674637"/>
                  </a:lnTo>
                  <a:lnTo>
                    <a:pt x="1882110" y="3683644"/>
                  </a:lnTo>
                  <a:lnTo>
                    <a:pt x="1864660" y="3692650"/>
                  </a:lnTo>
                  <a:lnTo>
                    <a:pt x="1847662" y="3701657"/>
                  </a:lnTo>
                  <a:lnTo>
                    <a:pt x="1831138" y="3710663"/>
                  </a:lnTo>
                  <a:lnTo>
                    <a:pt x="1815048" y="3719670"/>
                  </a:lnTo>
                  <a:lnTo>
                    <a:pt x="1799420" y="3728676"/>
                  </a:lnTo>
                  <a:lnTo>
                    <a:pt x="1784379" y="3737683"/>
                  </a:lnTo>
                  <a:lnTo>
                    <a:pt x="1770017" y="3746689"/>
                  </a:lnTo>
                  <a:lnTo>
                    <a:pt x="1756221" y="3755696"/>
                  </a:lnTo>
                  <a:lnTo>
                    <a:pt x="1743010" y="3764702"/>
                  </a:lnTo>
                  <a:lnTo>
                    <a:pt x="1730471" y="3773708"/>
                  </a:lnTo>
                  <a:lnTo>
                    <a:pt x="1718788" y="3782715"/>
                  </a:lnTo>
                  <a:lnTo>
                    <a:pt x="1707758" y="3791721"/>
                  </a:lnTo>
                  <a:lnTo>
                    <a:pt x="1697389" y="3800728"/>
                  </a:lnTo>
                  <a:lnTo>
                    <a:pt x="1687704" y="3809734"/>
                  </a:lnTo>
                  <a:lnTo>
                    <a:pt x="1678985" y="3818741"/>
                  </a:lnTo>
                  <a:lnTo>
                    <a:pt x="1670938" y="3827747"/>
                  </a:lnTo>
                  <a:lnTo>
                    <a:pt x="1663556" y="3836754"/>
                  </a:lnTo>
                  <a:lnTo>
                    <a:pt x="1656831" y="3845760"/>
                  </a:lnTo>
                  <a:lnTo>
                    <a:pt x="1650998" y="3854767"/>
                  </a:lnTo>
                  <a:lnTo>
                    <a:pt x="1645814" y="3863773"/>
                  </a:lnTo>
                  <a:lnTo>
                    <a:pt x="1641217" y="3872780"/>
                  </a:lnTo>
                  <a:lnTo>
                    <a:pt x="1637186" y="3881786"/>
                  </a:lnTo>
                  <a:lnTo>
                    <a:pt x="1633845" y="3890792"/>
                  </a:lnTo>
                  <a:lnTo>
                    <a:pt x="1631051" y="3899799"/>
                  </a:lnTo>
                  <a:lnTo>
                    <a:pt x="1628692" y="3908805"/>
                  </a:lnTo>
                  <a:lnTo>
                    <a:pt x="1626736" y="3917812"/>
                  </a:lnTo>
                  <a:lnTo>
                    <a:pt x="1625211" y="3926818"/>
                  </a:lnTo>
                  <a:lnTo>
                    <a:pt x="1624039" y="3935825"/>
                  </a:lnTo>
                  <a:lnTo>
                    <a:pt x="1623098" y="3944831"/>
                  </a:lnTo>
                  <a:lnTo>
                    <a:pt x="1622349" y="3953838"/>
                  </a:lnTo>
                  <a:lnTo>
                    <a:pt x="1621764" y="3962844"/>
                  </a:lnTo>
                  <a:lnTo>
                    <a:pt x="1621273" y="3971851"/>
                  </a:lnTo>
                  <a:lnTo>
                    <a:pt x="1620793" y="3980857"/>
                  </a:lnTo>
                  <a:lnTo>
                    <a:pt x="1620286" y="3989864"/>
                  </a:lnTo>
                  <a:lnTo>
                    <a:pt x="1619708" y="3998870"/>
                  </a:lnTo>
                  <a:lnTo>
                    <a:pt x="1618947" y="4007877"/>
                  </a:lnTo>
                  <a:lnTo>
                    <a:pt x="1617999" y="4016883"/>
                  </a:lnTo>
                  <a:lnTo>
                    <a:pt x="1616836" y="4025889"/>
                  </a:lnTo>
                  <a:lnTo>
                    <a:pt x="1615429" y="4034896"/>
                  </a:lnTo>
                  <a:lnTo>
                    <a:pt x="1613612" y="4043902"/>
                  </a:lnTo>
                  <a:lnTo>
                    <a:pt x="1611459" y="4052909"/>
                  </a:lnTo>
                  <a:lnTo>
                    <a:pt x="1608964" y="4061915"/>
                  </a:lnTo>
                  <a:lnTo>
                    <a:pt x="1606111" y="4070922"/>
                  </a:lnTo>
                  <a:lnTo>
                    <a:pt x="1602754" y="4079928"/>
                  </a:lnTo>
                  <a:lnTo>
                    <a:pt x="1598963" y="4088935"/>
                  </a:lnTo>
                  <a:lnTo>
                    <a:pt x="1594783" y="4097941"/>
                  </a:lnTo>
                  <a:lnTo>
                    <a:pt x="1590211" y="4106948"/>
                  </a:lnTo>
                  <a:lnTo>
                    <a:pt x="1585155" y="4115954"/>
                  </a:lnTo>
                  <a:lnTo>
                    <a:pt x="1579650" y="4124961"/>
                  </a:lnTo>
                  <a:lnTo>
                    <a:pt x="1573785" y="4133967"/>
                  </a:lnTo>
                  <a:lnTo>
                    <a:pt x="1567575" y="4142974"/>
                  </a:lnTo>
                  <a:lnTo>
                    <a:pt x="1560983" y="4151980"/>
                  </a:lnTo>
                  <a:lnTo>
                    <a:pt x="1554012" y="4160986"/>
                  </a:lnTo>
                  <a:lnTo>
                    <a:pt x="1546777" y="4169993"/>
                  </a:lnTo>
                  <a:lnTo>
                    <a:pt x="1539300" y="4178999"/>
                  </a:lnTo>
                  <a:lnTo>
                    <a:pt x="1531588" y="4188006"/>
                  </a:lnTo>
                  <a:lnTo>
                    <a:pt x="1523639" y="4197012"/>
                  </a:lnTo>
                  <a:lnTo>
                    <a:pt x="1515559" y="4206019"/>
                  </a:lnTo>
                  <a:lnTo>
                    <a:pt x="1507373" y="4215025"/>
                  </a:lnTo>
                  <a:lnTo>
                    <a:pt x="1499104" y="4224032"/>
                  </a:lnTo>
                  <a:lnTo>
                    <a:pt x="1490784" y="4233038"/>
                  </a:lnTo>
                  <a:lnTo>
                    <a:pt x="1482471" y="4242045"/>
                  </a:lnTo>
                  <a:lnTo>
                    <a:pt x="1474190" y="4251051"/>
                  </a:lnTo>
                  <a:lnTo>
                    <a:pt x="1465963" y="4260058"/>
                  </a:lnTo>
                  <a:lnTo>
                    <a:pt x="1457859" y="4269064"/>
                  </a:lnTo>
                  <a:lnTo>
                    <a:pt x="1449894" y="4278071"/>
                  </a:lnTo>
                  <a:lnTo>
                    <a:pt x="1442076" y="4287077"/>
                  </a:lnTo>
                  <a:lnTo>
                    <a:pt x="1434422" y="4296083"/>
                  </a:lnTo>
                  <a:lnTo>
                    <a:pt x="1427010" y="4305090"/>
                  </a:lnTo>
                  <a:lnTo>
                    <a:pt x="1419847" y="4314096"/>
                  </a:lnTo>
                  <a:lnTo>
                    <a:pt x="1412910" y="4323103"/>
                  </a:lnTo>
                  <a:lnTo>
                    <a:pt x="1406211" y="4332109"/>
                  </a:lnTo>
                  <a:lnTo>
                    <a:pt x="1399809" y="4341116"/>
                  </a:lnTo>
                  <a:lnTo>
                    <a:pt x="1393733" y="4350122"/>
                  </a:lnTo>
                  <a:lnTo>
                    <a:pt x="1387922" y="4359129"/>
                  </a:lnTo>
                  <a:lnTo>
                    <a:pt x="1382379" y="4368135"/>
                  </a:lnTo>
                  <a:lnTo>
                    <a:pt x="1377137" y="4377142"/>
                  </a:lnTo>
                  <a:lnTo>
                    <a:pt x="1372258" y="4386148"/>
                  </a:lnTo>
                  <a:lnTo>
                    <a:pt x="1367645" y="4395155"/>
                  </a:lnTo>
                  <a:lnTo>
                    <a:pt x="1363297" y="4404161"/>
                  </a:lnTo>
                  <a:lnTo>
                    <a:pt x="1359217" y="4413167"/>
                  </a:lnTo>
                  <a:lnTo>
                    <a:pt x="1355498" y="4422174"/>
                  </a:lnTo>
                  <a:lnTo>
                    <a:pt x="1352020" y="4431180"/>
                  </a:lnTo>
                  <a:lnTo>
                    <a:pt x="1348778" y="4440187"/>
                  </a:lnTo>
                  <a:lnTo>
                    <a:pt x="1345765" y="4449193"/>
                  </a:lnTo>
                  <a:lnTo>
                    <a:pt x="1343055" y="4458200"/>
                  </a:lnTo>
                  <a:lnTo>
                    <a:pt x="1340560" y="4467206"/>
                  </a:lnTo>
                  <a:lnTo>
                    <a:pt x="1338258" y="4476213"/>
                  </a:lnTo>
                  <a:lnTo>
                    <a:pt x="1336142" y="4485219"/>
                  </a:lnTo>
                  <a:lnTo>
                    <a:pt x="1334254" y="4494226"/>
                  </a:lnTo>
                  <a:lnTo>
                    <a:pt x="1332547" y="4503232"/>
                  </a:lnTo>
                  <a:lnTo>
                    <a:pt x="1330989" y="4512239"/>
                  </a:lnTo>
                  <a:lnTo>
                    <a:pt x="1329572" y="4521245"/>
                  </a:lnTo>
                  <a:lnTo>
                    <a:pt x="1328315" y="4530252"/>
                  </a:lnTo>
                  <a:lnTo>
                    <a:pt x="1327201" y="4539258"/>
                  </a:lnTo>
                  <a:lnTo>
                    <a:pt x="1326193" y="4548264"/>
                  </a:lnTo>
                  <a:lnTo>
                    <a:pt x="1325287" y="4557271"/>
                  </a:lnTo>
                  <a:lnTo>
                    <a:pt x="1324486" y="4566277"/>
                  </a:lnTo>
                  <a:lnTo>
                    <a:pt x="1323792" y="4575284"/>
                  </a:lnTo>
                  <a:lnTo>
                    <a:pt x="1323170" y="4584290"/>
                  </a:lnTo>
                  <a:lnTo>
                    <a:pt x="1322616" y="4593297"/>
                  </a:lnTo>
                  <a:lnTo>
                    <a:pt x="1322127" y="4602303"/>
                  </a:lnTo>
                  <a:close/>
                </a:path>
              </a:pathLst>
            </a:custGeom>
            <a:solidFill>
              <a:srgbClr val="F47C5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859083" y="4530579"/>
              <a:ext cx="2638169" cy="0"/>
            </a:xfrm>
            <a:custGeom>
              <a:avLst/>
              <a:pathLst>
                <a:path w="2638169" h="0">
                  <a:moveTo>
                    <a:pt x="0" y="0"/>
                  </a:moveTo>
                  <a:lnTo>
                    <a:pt x="26381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9520158" y="4621269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9079243" y="4711033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882307" y="3239161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9479465" y="4855886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9445915" y="2981774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91908" y="1892435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952993" y="4376062"/>
              <a:ext cx="117405" cy="11740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9177013" y="436113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8710805" y="538517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901515" y="5005855"/>
              <a:ext cx="117405" cy="11740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802755" y="4338608"/>
              <a:ext cx="117405" cy="11740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8944333" y="424354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9365463" y="4648490"/>
              <a:ext cx="117405" cy="11740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7862279" y="227923"/>
              <a:ext cx="263177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Hospital or group of hospitals</a:t>
              </a:r>
            </a:p>
          </p:txBody>
        </p:sp>
        <p:sp>
          <p:nvSpPr>
            <p:cNvPr id="113" name="pl113"/>
            <p:cNvSpPr/>
            <p:nvPr/>
          </p:nvSpPr>
          <p:spPr>
            <a:xfrm>
              <a:off x="7727146" y="520980"/>
              <a:ext cx="0" cy="6457600"/>
            </a:xfrm>
            <a:custGeom>
              <a:avLst/>
              <a:pathLst>
                <a:path w="0"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7438280" y="6618725"/>
              <a:ext cx="1977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339396" y="3683452"/>
              <a:ext cx="29665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240512" y="748179"/>
              <a:ext cx="395535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17" name="tx117"/>
            <p:cNvSpPr/>
            <p:nvPr/>
          </p:nvSpPr>
          <p:spPr>
            <a:xfrm rot="-5400000">
              <a:off x="6103159" y="3654430"/>
              <a:ext cx="1897260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units (log)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2026-01-07T16:54:01Z</dcterms:modified>
  <cp:category/>
</cp:coreProperties>
</file>
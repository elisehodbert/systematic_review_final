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0800000" cy="7200000"/>
            <a:chOff x="0" y="0"/>
            <a:chExt cx="10800000" cy="7200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0800000" cy="720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g4"/>
            <p:cNvSpPr/>
            <p:nvPr/>
          </p:nvSpPr>
          <p:spPr>
            <a:xfrm>
              <a:off x="2262551" y="724191"/>
              <a:ext cx="2664072" cy="5204017"/>
            </a:xfrm>
            <a:custGeom>
              <a:avLst/>
              <a:pathLst>
                <a:path w="2664072" h="5204017">
                  <a:moveTo>
                    <a:pt x="1328301" y="5204017"/>
                  </a:moveTo>
                  <a:lnTo>
                    <a:pt x="1328015" y="5193833"/>
                  </a:lnTo>
                  <a:lnTo>
                    <a:pt x="1327716" y="5183649"/>
                  </a:lnTo>
                  <a:lnTo>
                    <a:pt x="1327398" y="5173465"/>
                  </a:lnTo>
                  <a:lnTo>
                    <a:pt x="1327053" y="5163281"/>
                  </a:lnTo>
                  <a:lnTo>
                    <a:pt x="1326696" y="5153097"/>
                  </a:lnTo>
                  <a:lnTo>
                    <a:pt x="1326301" y="5142913"/>
                  </a:lnTo>
                  <a:lnTo>
                    <a:pt x="1325890" y="5132729"/>
                  </a:lnTo>
                  <a:lnTo>
                    <a:pt x="1325450" y="5122545"/>
                  </a:lnTo>
                  <a:lnTo>
                    <a:pt x="1324979" y="5112361"/>
                  </a:lnTo>
                  <a:lnTo>
                    <a:pt x="1324491" y="5102177"/>
                  </a:lnTo>
                  <a:lnTo>
                    <a:pt x="1323952" y="5091993"/>
                  </a:lnTo>
                  <a:lnTo>
                    <a:pt x="1323395" y="5081809"/>
                  </a:lnTo>
                  <a:lnTo>
                    <a:pt x="1322796" y="5071625"/>
                  </a:lnTo>
                  <a:lnTo>
                    <a:pt x="1322160" y="5061441"/>
                  </a:lnTo>
                  <a:lnTo>
                    <a:pt x="1321499" y="5051257"/>
                  </a:lnTo>
                  <a:lnTo>
                    <a:pt x="1320775" y="5041073"/>
                  </a:lnTo>
                  <a:lnTo>
                    <a:pt x="1320029" y="5030889"/>
                  </a:lnTo>
                  <a:lnTo>
                    <a:pt x="1319225" y="5020705"/>
                  </a:lnTo>
                  <a:lnTo>
                    <a:pt x="1318378" y="5010521"/>
                  </a:lnTo>
                  <a:lnTo>
                    <a:pt x="1317494" y="5000337"/>
                  </a:lnTo>
                  <a:lnTo>
                    <a:pt x="1316536" y="4990153"/>
                  </a:lnTo>
                  <a:lnTo>
                    <a:pt x="1315549" y="4979969"/>
                  </a:lnTo>
                  <a:lnTo>
                    <a:pt x="1314483" y="4969785"/>
                  </a:lnTo>
                  <a:lnTo>
                    <a:pt x="1313369" y="4959601"/>
                  </a:lnTo>
                  <a:lnTo>
                    <a:pt x="1312202" y="4949417"/>
                  </a:lnTo>
                  <a:lnTo>
                    <a:pt x="1310949" y="4939233"/>
                  </a:lnTo>
                  <a:lnTo>
                    <a:pt x="1309661" y="4929049"/>
                  </a:lnTo>
                  <a:lnTo>
                    <a:pt x="1308267" y="4918865"/>
                  </a:lnTo>
                  <a:lnTo>
                    <a:pt x="1306821" y="4908681"/>
                  </a:lnTo>
                  <a:lnTo>
                    <a:pt x="1305301" y="4898497"/>
                  </a:lnTo>
                  <a:lnTo>
                    <a:pt x="1303683" y="4888313"/>
                  </a:lnTo>
                  <a:lnTo>
                    <a:pt x="1302023" y="4878129"/>
                  </a:lnTo>
                  <a:lnTo>
                    <a:pt x="1300224" y="4867945"/>
                  </a:lnTo>
                  <a:lnTo>
                    <a:pt x="1298371" y="4857761"/>
                  </a:lnTo>
                  <a:lnTo>
                    <a:pt x="1296418" y="4847577"/>
                  </a:lnTo>
                  <a:lnTo>
                    <a:pt x="1294356" y="4837393"/>
                  </a:lnTo>
                  <a:lnTo>
                    <a:pt x="1292239" y="4827209"/>
                  </a:lnTo>
                  <a:lnTo>
                    <a:pt x="1289953" y="4817025"/>
                  </a:lnTo>
                  <a:lnTo>
                    <a:pt x="1287608" y="4806841"/>
                  </a:lnTo>
                  <a:lnTo>
                    <a:pt x="1285132" y="4796657"/>
                  </a:lnTo>
                  <a:lnTo>
                    <a:pt x="1282539" y="4786473"/>
                  </a:lnTo>
                  <a:lnTo>
                    <a:pt x="1279867" y="4776289"/>
                  </a:lnTo>
                  <a:lnTo>
                    <a:pt x="1277006" y="4766105"/>
                  </a:lnTo>
                  <a:lnTo>
                    <a:pt x="1274079" y="4755921"/>
                  </a:lnTo>
                  <a:lnTo>
                    <a:pt x="1270981" y="4745737"/>
                  </a:lnTo>
                  <a:lnTo>
                    <a:pt x="1267761" y="4735553"/>
                  </a:lnTo>
                  <a:lnTo>
                    <a:pt x="1264434" y="4725369"/>
                  </a:lnTo>
                  <a:lnTo>
                    <a:pt x="1260902" y="4715185"/>
                  </a:lnTo>
                  <a:lnTo>
                    <a:pt x="1257293" y="4705001"/>
                  </a:lnTo>
                  <a:lnTo>
                    <a:pt x="1253471" y="4694817"/>
                  </a:lnTo>
                  <a:lnTo>
                    <a:pt x="1249524" y="4684633"/>
                  </a:lnTo>
                  <a:lnTo>
                    <a:pt x="1245437" y="4674449"/>
                  </a:lnTo>
                  <a:lnTo>
                    <a:pt x="1241133" y="4664265"/>
                  </a:lnTo>
                  <a:lnTo>
                    <a:pt x="1236741" y="4654081"/>
                  </a:lnTo>
                  <a:lnTo>
                    <a:pt x="1232090" y="4643897"/>
                  </a:lnTo>
                  <a:lnTo>
                    <a:pt x="1227314" y="4633713"/>
                  </a:lnTo>
                  <a:lnTo>
                    <a:pt x="1222363" y="4623529"/>
                  </a:lnTo>
                  <a:lnTo>
                    <a:pt x="1217186" y="4613345"/>
                  </a:lnTo>
                  <a:lnTo>
                    <a:pt x="1211911" y="4603161"/>
                  </a:lnTo>
                  <a:lnTo>
                    <a:pt x="1206327" y="4592977"/>
                  </a:lnTo>
                  <a:lnTo>
                    <a:pt x="1200626" y="4582794"/>
                  </a:lnTo>
                  <a:lnTo>
                    <a:pt x="1194710" y="4572610"/>
                  </a:lnTo>
                  <a:lnTo>
                    <a:pt x="1188565" y="4562426"/>
                  </a:lnTo>
                  <a:lnTo>
                    <a:pt x="1182306" y="4552242"/>
                  </a:lnTo>
                  <a:lnTo>
                    <a:pt x="1175702" y="4542058"/>
                  </a:lnTo>
                  <a:lnTo>
                    <a:pt x="1168986" y="4531874"/>
                  </a:lnTo>
                  <a:lnTo>
                    <a:pt x="1162013" y="4521690"/>
                  </a:lnTo>
                  <a:lnTo>
                    <a:pt x="1154818" y="4511506"/>
                  </a:lnTo>
                  <a:lnTo>
                    <a:pt x="1147476" y="4501322"/>
                  </a:lnTo>
                  <a:lnTo>
                    <a:pt x="1139788" y="4491138"/>
                  </a:lnTo>
                  <a:lnTo>
                    <a:pt x="1131981" y="4480954"/>
                  </a:lnTo>
                  <a:lnTo>
                    <a:pt x="1123879" y="4470770"/>
                  </a:lnTo>
                  <a:lnTo>
                    <a:pt x="1115566" y="4460586"/>
                  </a:lnTo>
                  <a:lnTo>
                    <a:pt x="1107075" y="4450402"/>
                  </a:lnTo>
                  <a:lnTo>
                    <a:pt x="1098247" y="4440218"/>
                  </a:lnTo>
                  <a:lnTo>
                    <a:pt x="1089295" y="4430034"/>
                  </a:lnTo>
                  <a:lnTo>
                    <a:pt x="1080014" y="4419850"/>
                  </a:lnTo>
                  <a:lnTo>
                    <a:pt x="1070540" y="4409666"/>
                  </a:lnTo>
                  <a:lnTo>
                    <a:pt x="1060860" y="4399482"/>
                  </a:lnTo>
                  <a:lnTo>
                    <a:pt x="1050861" y="4389298"/>
                  </a:lnTo>
                  <a:lnTo>
                    <a:pt x="1040738" y="4379114"/>
                  </a:lnTo>
                  <a:lnTo>
                    <a:pt x="1030259" y="4368930"/>
                  </a:lnTo>
                  <a:lnTo>
                    <a:pt x="1019612" y="4358746"/>
                  </a:lnTo>
                  <a:lnTo>
                    <a:pt x="1008735" y="4348562"/>
                  </a:lnTo>
                  <a:lnTo>
                    <a:pt x="997570" y="4338378"/>
                  </a:lnTo>
                  <a:lnTo>
                    <a:pt x="986281" y="4328194"/>
                  </a:lnTo>
                  <a:lnTo>
                    <a:pt x="974622" y="4318010"/>
                  </a:lnTo>
                  <a:lnTo>
                    <a:pt x="962826" y="4307826"/>
                  </a:lnTo>
                  <a:lnTo>
                    <a:pt x="950786" y="4297642"/>
                  </a:lnTo>
                  <a:lnTo>
                    <a:pt x="938494" y="4287458"/>
                  </a:lnTo>
                  <a:lnTo>
                    <a:pt x="926081" y="4277274"/>
                  </a:lnTo>
                  <a:lnTo>
                    <a:pt x="913310" y="4267090"/>
                  </a:lnTo>
                  <a:lnTo>
                    <a:pt x="900428" y="4256906"/>
                  </a:lnTo>
                  <a:lnTo>
                    <a:pt x="887301" y="4246722"/>
                  </a:lnTo>
                  <a:lnTo>
                    <a:pt x="873967" y="4236538"/>
                  </a:lnTo>
                  <a:lnTo>
                    <a:pt x="860503" y="4226354"/>
                  </a:lnTo>
                  <a:lnTo>
                    <a:pt x="846741" y="4216170"/>
                  </a:lnTo>
                  <a:lnTo>
                    <a:pt x="832883" y="4205986"/>
                  </a:lnTo>
                  <a:lnTo>
                    <a:pt x="818793" y="4195802"/>
                  </a:lnTo>
                  <a:lnTo>
                    <a:pt x="804546" y="4185618"/>
                  </a:lnTo>
                  <a:lnTo>
                    <a:pt x="790171" y="4175434"/>
                  </a:lnTo>
                  <a:lnTo>
                    <a:pt x="775568" y="4165250"/>
                  </a:lnTo>
                  <a:lnTo>
                    <a:pt x="760887" y="4155066"/>
                  </a:lnTo>
                  <a:lnTo>
                    <a:pt x="746007" y="4144882"/>
                  </a:lnTo>
                  <a:lnTo>
                    <a:pt x="731020" y="4134698"/>
                  </a:lnTo>
                  <a:lnTo>
                    <a:pt x="715923" y="4124514"/>
                  </a:lnTo>
                  <a:lnTo>
                    <a:pt x="700672" y="4114330"/>
                  </a:lnTo>
                  <a:lnTo>
                    <a:pt x="685365" y="4104146"/>
                  </a:lnTo>
                  <a:lnTo>
                    <a:pt x="669914" y="4093962"/>
                  </a:lnTo>
                  <a:lnTo>
                    <a:pt x="654404" y="4083778"/>
                  </a:lnTo>
                  <a:lnTo>
                    <a:pt x="638818" y="4073594"/>
                  </a:lnTo>
                  <a:lnTo>
                    <a:pt x="623155" y="4063410"/>
                  </a:lnTo>
                  <a:lnTo>
                    <a:pt x="607461" y="4053226"/>
                  </a:lnTo>
                  <a:lnTo>
                    <a:pt x="591698" y="4043042"/>
                  </a:lnTo>
                  <a:lnTo>
                    <a:pt x="575920" y="4032858"/>
                  </a:lnTo>
                  <a:lnTo>
                    <a:pt x="560118" y="4022674"/>
                  </a:lnTo>
                  <a:lnTo>
                    <a:pt x="544311" y="4012490"/>
                  </a:lnTo>
                  <a:lnTo>
                    <a:pt x="528502" y="4002306"/>
                  </a:lnTo>
                  <a:lnTo>
                    <a:pt x="512722" y="3992122"/>
                  </a:lnTo>
                  <a:lnTo>
                    <a:pt x="496962" y="3981938"/>
                  </a:lnTo>
                  <a:lnTo>
                    <a:pt x="481246" y="3971754"/>
                  </a:lnTo>
                  <a:lnTo>
                    <a:pt x="465592" y="3961570"/>
                  </a:lnTo>
                  <a:lnTo>
                    <a:pt x="449976" y="3951386"/>
                  </a:lnTo>
                  <a:lnTo>
                    <a:pt x="434488" y="3941202"/>
                  </a:lnTo>
                  <a:lnTo>
                    <a:pt x="419051" y="3931018"/>
                  </a:lnTo>
                  <a:lnTo>
                    <a:pt x="403745" y="3920834"/>
                  </a:lnTo>
                  <a:lnTo>
                    <a:pt x="388556" y="3910650"/>
                  </a:lnTo>
                  <a:lnTo>
                    <a:pt x="373460" y="3900466"/>
                  </a:lnTo>
                  <a:lnTo>
                    <a:pt x="358578" y="3890282"/>
                  </a:lnTo>
                  <a:lnTo>
                    <a:pt x="343781" y="3880098"/>
                  </a:lnTo>
                  <a:lnTo>
                    <a:pt x="329214" y="3869914"/>
                  </a:lnTo>
                  <a:lnTo>
                    <a:pt x="314806" y="3859730"/>
                  </a:lnTo>
                  <a:lnTo>
                    <a:pt x="300558" y="3849546"/>
                  </a:lnTo>
                  <a:lnTo>
                    <a:pt x="286598" y="3839362"/>
                  </a:lnTo>
                  <a:lnTo>
                    <a:pt x="272752" y="3829178"/>
                  </a:lnTo>
                  <a:lnTo>
                    <a:pt x="259247" y="3818995"/>
                  </a:lnTo>
                  <a:lnTo>
                    <a:pt x="245927" y="3808811"/>
                  </a:lnTo>
                  <a:lnTo>
                    <a:pt x="232845" y="3798627"/>
                  </a:lnTo>
                  <a:lnTo>
                    <a:pt x="220103" y="3788443"/>
                  </a:lnTo>
                  <a:lnTo>
                    <a:pt x="207506" y="3778259"/>
                  </a:lnTo>
                  <a:lnTo>
                    <a:pt x="195364" y="3768075"/>
                  </a:lnTo>
                  <a:lnTo>
                    <a:pt x="183416" y="3757891"/>
                  </a:lnTo>
                  <a:lnTo>
                    <a:pt x="171790" y="3747707"/>
                  </a:lnTo>
                  <a:lnTo>
                    <a:pt x="160538" y="3737523"/>
                  </a:lnTo>
                  <a:lnTo>
                    <a:pt x="149456" y="3727339"/>
                  </a:lnTo>
                  <a:lnTo>
                    <a:pt x="138943" y="3717155"/>
                  </a:lnTo>
                  <a:lnTo>
                    <a:pt x="128616" y="3706971"/>
                  </a:lnTo>
                  <a:lnTo>
                    <a:pt x="118698" y="3696787"/>
                  </a:lnTo>
                  <a:lnTo>
                    <a:pt x="109165" y="3686603"/>
                  </a:lnTo>
                  <a:lnTo>
                    <a:pt x="99863" y="3676419"/>
                  </a:lnTo>
                  <a:lnTo>
                    <a:pt x="91159" y="3666235"/>
                  </a:lnTo>
                  <a:lnTo>
                    <a:pt x="82659" y="3656051"/>
                  </a:lnTo>
                  <a:lnTo>
                    <a:pt x="74648" y="3645867"/>
                  </a:lnTo>
                  <a:lnTo>
                    <a:pt x="67016" y="3635683"/>
                  </a:lnTo>
                  <a:lnTo>
                    <a:pt x="59676" y="3625499"/>
                  </a:lnTo>
                  <a:lnTo>
                    <a:pt x="52936" y="3615315"/>
                  </a:lnTo>
                  <a:lnTo>
                    <a:pt x="46412" y="3605131"/>
                  </a:lnTo>
                  <a:lnTo>
                    <a:pt x="40449" y="3594947"/>
                  </a:lnTo>
                  <a:lnTo>
                    <a:pt x="34841" y="3584763"/>
                  </a:lnTo>
                  <a:lnTo>
                    <a:pt x="29581" y="3574579"/>
                  </a:lnTo>
                  <a:lnTo>
                    <a:pt x="24901" y="3564395"/>
                  </a:lnTo>
                  <a:lnTo>
                    <a:pt x="20443" y="3554211"/>
                  </a:lnTo>
                  <a:lnTo>
                    <a:pt x="16604" y="3544027"/>
                  </a:lnTo>
                  <a:lnTo>
                    <a:pt x="13081" y="3533843"/>
                  </a:lnTo>
                  <a:lnTo>
                    <a:pt x="9954" y="3523659"/>
                  </a:lnTo>
                  <a:lnTo>
                    <a:pt x="7365" y="3513475"/>
                  </a:lnTo>
                  <a:lnTo>
                    <a:pt x="4999" y="3503291"/>
                  </a:lnTo>
                  <a:lnTo>
                    <a:pt x="3290" y="3493107"/>
                  </a:lnTo>
                  <a:lnTo>
                    <a:pt x="1849" y="3482923"/>
                  </a:lnTo>
                  <a:lnTo>
                    <a:pt x="840" y="3472739"/>
                  </a:lnTo>
                  <a:lnTo>
                    <a:pt x="312" y="3462555"/>
                  </a:lnTo>
                  <a:lnTo>
                    <a:pt x="0" y="3452371"/>
                  </a:lnTo>
                  <a:lnTo>
                    <a:pt x="361" y="3442187"/>
                  </a:lnTo>
                  <a:lnTo>
                    <a:pt x="936" y="3432003"/>
                  </a:lnTo>
                  <a:lnTo>
                    <a:pt x="1963" y="3421819"/>
                  </a:lnTo>
                  <a:lnTo>
                    <a:pt x="3402" y="3411635"/>
                  </a:lnTo>
                  <a:lnTo>
                    <a:pt x="5078" y="3401451"/>
                  </a:lnTo>
                  <a:lnTo>
                    <a:pt x="7353" y="3391267"/>
                  </a:lnTo>
                  <a:lnTo>
                    <a:pt x="9820" y="3381083"/>
                  </a:lnTo>
                  <a:lnTo>
                    <a:pt x="12739" y="3370899"/>
                  </a:lnTo>
                  <a:lnTo>
                    <a:pt x="15997" y="3360715"/>
                  </a:lnTo>
                  <a:lnTo>
                    <a:pt x="19505" y="3350531"/>
                  </a:lnTo>
                  <a:lnTo>
                    <a:pt x="23515" y="3340347"/>
                  </a:lnTo>
                  <a:lnTo>
                    <a:pt x="27697" y="3330163"/>
                  </a:lnTo>
                  <a:lnTo>
                    <a:pt x="32311" y="3319979"/>
                  </a:lnTo>
                  <a:lnTo>
                    <a:pt x="37188" y="3309795"/>
                  </a:lnTo>
                  <a:lnTo>
                    <a:pt x="42314" y="3299611"/>
                  </a:lnTo>
                  <a:lnTo>
                    <a:pt x="47841" y="3289427"/>
                  </a:lnTo>
                  <a:lnTo>
                    <a:pt x="53515" y="3279243"/>
                  </a:lnTo>
                  <a:lnTo>
                    <a:pt x="59581" y="3269059"/>
                  </a:lnTo>
                  <a:lnTo>
                    <a:pt x="65838" y="3258875"/>
                  </a:lnTo>
                  <a:lnTo>
                    <a:pt x="72327" y="3248691"/>
                  </a:lnTo>
                  <a:lnTo>
                    <a:pt x="79115" y="3238507"/>
                  </a:lnTo>
                  <a:lnTo>
                    <a:pt x="86023" y="3228323"/>
                  </a:lnTo>
                  <a:lnTo>
                    <a:pt x="93262" y="3218139"/>
                  </a:lnTo>
                  <a:lnTo>
                    <a:pt x="100628" y="3207955"/>
                  </a:lnTo>
                  <a:lnTo>
                    <a:pt x="108192" y="3197771"/>
                  </a:lnTo>
                  <a:lnTo>
                    <a:pt x="115959" y="3187587"/>
                  </a:lnTo>
                  <a:lnTo>
                    <a:pt x="123817" y="3177403"/>
                  </a:lnTo>
                  <a:lnTo>
                    <a:pt x="131926" y="3167219"/>
                  </a:lnTo>
                  <a:lnTo>
                    <a:pt x="140107" y="3157035"/>
                  </a:lnTo>
                  <a:lnTo>
                    <a:pt x="148436" y="3146851"/>
                  </a:lnTo>
                  <a:lnTo>
                    <a:pt x="156883" y="3136667"/>
                  </a:lnTo>
                  <a:lnTo>
                    <a:pt x="165395" y="3126483"/>
                  </a:lnTo>
                  <a:lnTo>
                    <a:pt x="174050" y="3116299"/>
                  </a:lnTo>
                  <a:lnTo>
                    <a:pt x="182741" y="3106115"/>
                  </a:lnTo>
                  <a:lnTo>
                    <a:pt x="191514" y="3095931"/>
                  </a:lnTo>
                  <a:lnTo>
                    <a:pt x="200332" y="3085747"/>
                  </a:lnTo>
                  <a:lnTo>
                    <a:pt x="209182" y="3075563"/>
                  </a:lnTo>
                  <a:lnTo>
                    <a:pt x="218069" y="3065379"/>
                  </a:lnTo>
                  <a:lnTo>
                    <a:pt x="226961" y="3055196"/>
                  </a:lnTo>
                  <a:lnTo>
                    <a:pt x="235857" y="3045012"/>
                  </a:lnTo>
                  <a:lnTo>
                    <a:pt x="244739" y="3034828"/>
                  </a:lnTo>
                  <a:lnTo>
                    <a:pt x="253606" y="3024644"/>
                  </a:lnTo>
                  <a:lnTo>
                    <a:pt x="262421" y="3014460"/>
                  </a:lnTo>
                  <a:lnTo>
                    <a:pt x="271210" y="3004276"/>
                  </a:lnTo>
                  <a:lnTo>
                    <a:pt x="279917" y="2994092"/>
                  </a:lnTo>
                  <a:lnTo>
                    <a:pt x="288564" y="2983908"/>
                  </a:lnTo>
                  <a:lnTo>
                    <a:pt x="297140" y="2973724"/>
                  </a:lnTo>
                  <a:lnTo>
                    <a:pt x="305591" y="2963540"/>
                  </a:lnTo>
                  <a:lnTo>
                    <a:pt x="313989" y="2953356"/>
                  </a:lnTo>
                  <a:lnTo>
                    <a:pt x="322210" y="2943172"/>
                  </a:lnTo>
                  <a:lnTo>
                    <a:pt x="330341" y="2932988"/>
                  </a:lnTo>
                  <a:lnTo>
                    <a:pt x="338338" y="2922804"/>
                  </a:lnTo>
                  <a:lnTo>
                    <a:pt x="346155" y="2912620"/>
                  </a:lnTo>
                  <a:lnTo>
                    <a:pt x="353893" y="2902436"/>
                  </a:lnTo>
                  <a:lnTo>
                    <a:pt x="361356" y="2892252"/>
                  </a:lnTo>
                  <a:lnTo>
                    <a:pt x="368716" y="2882068"/>
                  </a:lnTo>
                  <a:lnTo>
                    <a:pt x="375872" y="2871884"/>
                  </a:lnTo>
                  <a:lnTo>
                    <a:pt x="382813" y="2861700"/>
                  </a:lnTo>
                  <a:lnTo>
                    <a:pt x="389637" y="2851516"/>
                  </a:lnTo>
                  <a:lnTo>
                    <a:pt x="396119" y="2841332"/>
                  </a:lnTo>
                  <a:lnTo>
                    <a:pt x="402483" y="2831148"/>
                  </a:lnTo>
                  <a:lnTo>
                    <a:pt x="408573" y="2820964"/>
                  </a:lnTo>
                  <a:lnTo>
                    <a:pt x="414429" y="2810780"/>
                  </a:lnTo>
                  <a:lnTo>
                    <a:pt x="420121" y="2800596"/>
                  </a:lnTo>
                  <a:lnTo>
                    <a:pt x="425437" y="2790412"/>
                  </a:lnTo>
                  <a:lnTo>
                    <a:pt x="430620" y="2780228"/>
                  </a:lnTo>
                  <a:lnTo>
                    <a:pt x="435461" y="2770044"/>
                  </a:lnTo>
                  <a:lnTo>
                    <a:pt x="440065" y="2759860"/>
                  </a:lnTo>
                  <a:lnTo>
                    <a:pt x="444458" y="2749676"/>
                  </a:lnTo>
                  <a:lnTo>
                    <a:pt x="448462" y="2739492"/>
                  </a:lnTo>
                  <a:lnTo>
                    <a:pt x="452320" y="2729308"/>
                  </a:lnTo>
                  <a:lnTo>
                    <a:pt x="455778" y="2719124"/>
                  </a:lnTo>
                  <a:lnTo>
                    <a:pt x="459010" y="2708940"/>
                  </a:lnTo>
                  <a:lnTo>
                    <a:pt x="461986" y="2698756"/>
                  </a:lnTo>
                  <a:lnTo>
                    <a:pt x="464581" y="2688572"/>
                  </a:lnTo>
                  <a:lnTo>
                    <a:pt x="467022" y="2678388"/>
                  </a:lnTo>
                  <a:lnTo>
                    <a:pt x="469015" y="2668204"/>
                  </a:lnTo>
                  <a:lnTo>
                    <a:pt x="470808" y="2658020"/>
                  </a:lnTo>
                  <a:lnTo>
                    <a:pt x="472305" y="2647836"/>
                  </a:lnTo>
                  <a:lnTo>
                    <a:pt x="473446" y="2637652"/>
                  </a:lnTo>
                  <a:lnTo>
                    <a:pt x="474431" y="2627468"/>
                  </a:lnTo>
                  <a:lnTo>
                    <a:pt x="474937" y="2617284"/>
                  </a:lnTo>
                  <a:lnTo>
                    <a:pt x="475275" y="2607100"/>
                  </a:lnTo>
                  <a:lnTo>
                    <a:pt x="475291" y="2596916"/>
                  </a:lnTo>
                  <a:lnTo>
                    <a:pt x="474989" y="2586732"/>
                  </a:lnTo>
                  <a:lnTo>
                    <a:pt x="474520" y="2576548"/>
                  </a:lnTo>
                  <a:lnTo>
                    <a:pt x="473591" y="2566364"/>
                  </a:lnTo>
                  <a:lnTo>
                    <a:pt x="472517" y="2556180"/>
                  </a:lnTo>
                  <a:lnTo>
                    <a:pt x="471109" y="2545996"/>
                  </a:lnTo>
                  <a:lnTo>
                    <a:pt x="469432" y="2535812"/>
                  </a:lnTo>
                  <a:lnTo>
                    <a:pt x="467572" y="2525628"/>
                  </a:lnTo>
                  <a:lnTo>
                    <a:pt x="465317" y="2515444"/>
                  </a:lnTo>
                  <a:lnTo>
                    <a:pt x="462928" y="2505260"/>
                  </a:lnTo>
                  <a:lnTo>
                    <a:pt x="460213" y="2495076"/>
                  </a:lnTo>
                  <a:lnTo>
                    <a:pt x="457285" y="2484892"/>
                  </a:lnTo>
                  <a:lnTo>
                    <a:pt x="454171" y="2474708"/>
                  </a:lnTo>
                  <a:lnTo>
                    <a:pt x="450736" y="2464524"/>
                  </a:lnTo>
                  <a:lnTo>
                    <a:pt x="447186" y="2454340"/>
                  </a:lnTo>
                  <a:lnTo>
                    <a:pt x="443338" y="2444156"/>
                  </a:lnTo>
                  <a:lnTo>
                    <a:pt x="439333" y="2433972"/>
                  </a:lnTo>
                  <a:lnTo>
                    <a:pt x="435154" y="2423788"/>
                  </a:lnTo>
                  <a:lnTo>
                    <a:pt x="430736" y="2413604"/>
                  </a:lnTo>
                  <a:lnTo>
                    <a:pt x="426226" y="2403420"/>
                  </a:lnTo>
                  <a:lnTo>
                    <a:pt x="421467" y="2393236"/>
                  </a:lnTo>
                  <a:lnTo>
                    <a:pt x="416607" y="2383052"/>
                  </a:lnTo>
                  <a:lnTo>
                    <a:pt x="411602" y="2372868"/>
                  </a:lnTo>
                  <a:lnTo>
                    <a:pt x="406440" y="2362684"/>
                  </a:lnTo>
                  <a:lnTo>
                    <a:pt x="401212" y="2352500"/>
                  </a:lnTo>
                  <a:lnTo>
                    <a:pt x="395807" y="2342316"/>
                  </a:lnTo>
                  <a:lnTo>
                    <a:pt x="390349" y="2332132"/>
                  </a:lnTo>
                  <a:lnTo>
                    <a:pt x="384793" y="2321948"/>
                  </a:lnTo>
                  <a:lnTo>
                    <a:pt x="379159" y="2311764"/>
                  </a:lnTo>
                  <a:lnTo>
                    <a:pt x="373485" y="2301580"/>
                  </a:lnTo>
                  <a:lnTo>
                    <a:pt x="367730" y="2291397"/>
                  </a:lnTo>
                  <a:lnTo>
                    <a:pt x="361959" y="2281213"/>
                  </a:lnTo>
                  <a:lnTo>
                    <a:pt x="356153" y="2271029"/>
                  </a:lnTo>
                  <a:lnTo>
                    <a:pt x="350339" y="2260845"/>
                  </a:lnTo>
                  <a:lnTo>
                    <a:pt x="344520" y="2250661"/>
                  </a:lnTo>
                  <a:lnTo>
                    <a:pt x="338720" y="2240477"/>
                  </a:lnTo>
                  <a:lnTo>
                    <a:pt x="332936" y="2230293"/>
                  </a:lnTo>
                  <a:lnTo>
                    <a:pt x="327194" y="2220109"/>
                  </a:lnTo>
                  <a:lnTo>
                    <a:pt x="321503" y="2209925"/>
                  </a:lnTo>
                  <a:lnTo>
                    <a:pt x="315853" y="2199741"/>
                  </a:lnTo>
                  <a:lnTo>
                    <a:pt x="310311" y="2189557"/>
                  </a:lnTo>
                  <a:lnTo>
                    <a:pt x="304814" y="2179373"/>
                  </a:lnTo>
                  <a:lnTo>
                    <a:pt x="299450" y="2169189"/>
                  </a:lnTo>
                  <a:lnTo>
                    <a:pt x="294179" y="2159005"/>
                  </a:lnTo>
                  <a:lnTo>
                    <a:pt x="289008" y="2148821"/>
                  </a:lnTo>
                  <a:lnTo>
                    <a:pt x="284016" y="2138637"/>
                  </a:lnTo>
                  <a:lnTo>
                    <a:pt x="279098" y="2128453"/>
                  </a:lnTo>
                  <a:lnTo>
                    <a:pt x="274409" y="2118269"/>
                  </a:lnTo>
                  <a:lnTo>
                    <a:pt x="269840" y="2108085"/>
                  </a:lnTo>
                  <a:lnTo>
                    <a:pt x="265437" y="2097901"/>
                  </a:lnTo>
                  <a:lnTo>
                    <a:pt x="261266" y="2087717"/>
                  </a:lnTo>
                  <a:lnTo>
                    <a:pt x="257194" y="2077533"/>
                  </a:lnTo>
                  <a:lnTo>
                    <a:pt x="253450" y="2067349"/>
                  </a:lnTo>
                  <a:lnTo>
                    <a:pt x="249837" y="2057165"/>
                  </a:lnTo>
                  <a:lnTo>
                    <a:pt x="246461" y="2046981"/>
                  </a:lnTo>
                  <a:lnTo>
                    <a:pt x="243349" y="2036797"/>
                  </a:lnTo>
                  <a:lnTo>
                    <a:pt x="240365" y="2026613"/>
                  </a:lnTo>
                  <a:lnTo>
                    <a:pt x="237790" y="2016429"/>
                  </a:lnTo>
                  <a:lnTo>
                    <a:pt x="235350" y="2006245"/>
                  </a:lnTo>
                  <a:lnTo>
                    <a:pt x="233217" y="1996061"/>
                  </a:lnTo>
                  <a:lnTo>
                    <a:pt x="231360" y="1985877"/>
                  </a:lnTo>
                  <a:lnTo>
                    <a:pt x="229680" y="1975693"/>
                  </a:lnTo>
                  <a:lnTo>
                    <a:pt x="228434" y="1965509"/>
                  </a:lnTo>
                  <a:lnTo>
                    <a:pt x="227339" y="1955325"/>
                  </a:lnTo>
                  <a:lnTo>
                    <a:pt x="226614" y="1945141"/>
                  </a:lnTo>
                  <a:lnTo>
                    <a:pt x="226162" y="1934957"/>
                  </a:lnTo>
                  <a:lnTo>
                    <a:pt x="225935" y="1924773"/>
                  </a:lnTo>
                  <a:lnTo>
                    <a:pt x="226145" y="1914589"/>
                  </a:lnTo>
                  <a:lnTo>
                    <a:pt x="226515" y="1904405"/>
                  </a:lnTo>
                  <a:lnTo>
                    <a:pt x="227311" y="1894221"/>
                  </a:lnTo>
                  <a:lnTo>
                    <a:pt x="228362" y="1884037"/>
                  </a:lnTo>
                  <a:lnTo>
                    <a:pt x="229681" y="1873853"/>
                  </a:lnTo>
                  <a:lnTo>
                    <a:pt x="231420" y="1863669"/>
                  </a:lnTo>
                  <a:lnTo>
                    <a:pt x="233325" y="1853485"/>
                  </a:lnTo>
                  <a:lnTo>
                    <a:pt x="235698" y="1843301"/>
                  </a:lnTo>
                  <a:lnTo>
                    <a:pt x="238296" y="1833117"/>
                  </a:lnTo>
                  <a:lnTo>
                    <a:pt x="241198" y="1822933"/>
                  </a:lnTo>
                  <a:lnTo>
                    <a:pt x="244488" y="1812749"/>
                  </a:lnTo>
                  <a:lnTo>
                    <a:pt x="247944" y="1802565"/>
                  </a:lnTo>
                  <a:lnTo>
                    <a:pt x="251894" y="1792381"/>
                  </a:lnTo>
                  <a:lnTo>
                    <a:pt x="256034" y="1782197"/>
                  </a:lnTo>
                  <a:lnTo>
                    <a:pt x="260501" y="1772013"/>
                  </a:lnTo>
                  <a:lnTo>
                    <a:pt x="265315" y="1761829"/>
                  </a:lnTo>
                  <a:lnTo>
                    <a:pt x="270292" y="1751645"/>
                  </a:lnTo>
                  <a:lnTo>
                    <a:pt x="275765" y="1741461"/>
                  </a:lnTo>
                  <a:lnTo>
                    <a:pt x="281391" y="1731277"/>
                  </a:lnTo>
                  <a:lnTo>
                    <a:pt x="287358" y="1721093"/>
                  </a:lnTo>
                  <a:lnTo>
                    <a:pt x="293620" y="1710909"/>
                  </a:lnTo>
                  <a:lnTo>
                    <a:pt x="300064" y="1700725"/>
                  </a:lnTo>
                  <a:lnTo>
                    <a:pt x="306939" y="1690541"/>
                  </a:lnTo>
                  <a:lnTo>
                    <a:pt x="313955" y="1680357"/>
                  </a:lnTo>
                  <a:lnTo>
                    <a:pt x="321311" y="1670173"/>
                  </a:lnTo>
                  <a:lnTo>
                    <a:pt x="328906" y="1659989"/>
                  </a:lnTo>
                  <a:lnTo>
                    <a:pt x="336694" y="1649805"/>
                  </a:lnTo>
                  <a:lnTo>
                    <a:pt x="344841" y="1639621"/>
                  </a:lnTo>
                  <a:lnTo>
                    <a:pt x="353114" y="1629437"/>
                  </a:lnTo>
                  <a:lnTo>
                    <a:pt x="361711" y="1619253"/>
                  </a:lnTo>
                  <a:lnTo>
                    <a:pt x="370494" y="1609069"/>
                  </a:lnTo>
                  <a:lnTo>
                    <a:pt x="379467" y="1598885"/>
                  </a:lnTo>
                  <a:lnTo>
                    <a:pt x="388728" y="1588701"/>
                  </a:lnTo>
                  <a:lnTo>
                    <a:pt x="398097" y="1578517"/>
                  </a:lnTo>
                  <a:lnTo>
                    <a:pt x="407760" y="1568333"/>
                  </a:lnTo>
                  <a:lnTo>
                    <a:pt x="417558" y="1558149"/>
                  </a:lnTo>
                  <a:lnTo>
                    <a:pt x="427534" y="1547965"/>
                  </a:lnTo>
                  <a:lnTo>
                    <a:pt x="437726" y="1537781"/>
                  </a:lnTo>
                  <a:lnTo>
                    <a:pt x="448008" y="1527598"/>
                  </a:lnTo>
                  <a:lnTo>
                    <a:pt x="458542" y="1517414"/>
                  </a:lnTo>
                  <a:lnTo>
                    <a:pt x="469167" y="1507230"/>
                  </a:lnTo>
                  <a:lnTo>
                    <a:pt x="479945" y="1497046"/>
                  </a:lnTo>
                  <a:lnTo>
                    <a:pt x="490875" y="1486862"/>
                  </a:lnTo>
                  <a:lnTo>
                    <a:pt x="501874" y="1476678"/>
                  </a:lnTo>
                  <a:lnTo>
                    <a:pt x="513071" y="1466494"/>
                  </a:lnTo>
                  <a:lnTo>
                    <a:pt x="524323" y="1456310"/>
                  </a:lnTo>
                  <a:lnTo>
                    <a:pt x="535694" y="1446126"/>
                  </a:lnTo>
                  <a:lnTo>
                    <a:pt x="547160" y="1435942"/>
                  </a:lnTo>
                  <a:lnTo>
                    <a:pt x="558683" y="1425758"/>
                  </a:lnTo>
                  <a:lnTo>
                    <a:pt x="570325" y="1415574"/>
                  </a:lnTo>
                  <a:lnTo>
                    <a:pt x="582001" y="1405390"/>
                  </a:lnTo>
                  <a:lnTo>
                    <a:pt x="593756" y="1395206"/>
                  </a:lnTo>
                  <a:lnTo>
                    <a:pt x="605556" y="1385022"/>
                  </a:lnTo>
                  <a:lnTo>
                    <a:pt x="617392" y="1374838"/>
                  </a:lnTo>
                  <a:lnTo>
                    <a:pt x="629280" y="1364654"/>
                  </a:lnTo>
                  <a:lnTo>
                    <a:pt x="641183" y="1354470"/>
                  </a:lnTo>
                  <a:lnTo>
                    <a:pt x="653115" y="1344286"/>
                  </a:lnTo>
                  <a:lnTo>
                    <a:pt x="665055" y="1334102"/>
                  </a:lnTo>
                  <a:lnTo>
                    <a:pt x="677003" y="1323918"/>
                  </a:lnTo>
                  <a:lnTo>
                    <a:pt x="688946" y="1313734"/>
                  </a:lnTo>
                  <a:lnTo>
                    <a:pt x="700884" y="1303550"/>
                  </a:lnTo>
                  <a:lnTo>
                    <a:pt x="712800" y="1293366"/>
                  </a:lnTo>
                  <a:lnTo>
                    <a:pt x="724696" y="1283182"/>
                  </a:lnTo>
                  <a:lnTo>
                    <a:pt x="736565" y="1272998"/>
                  </a:lnTo>
                  <a:lnTo>
                    <a:pt x="748386" y="1262814"/>
                  </a:lnTo>
                  <a:lnTo>
                    <a:pt x="760185" y="1252630"/>
                  </a:lnTo>
                  <a:lnTo>
                    <a:pt x="771906" y="1242446"/>
                  </a:lnTo>
                  <a:lnTo>
                    <a:pt x="783588" y="1232262"/>
                  </a:lnTo>
                  <a:lnTo>
                    <a:pt x="795208" y="1222078"/>
                  </a:lnTo>
                  <a:lnTo>
                    <a:pt x="806746" y="1211894"/>
                  </a:lnTo>
                  <a:lnTo>
                    <a:pt x="818246" y="1201710"/>
                  </a:lnTo>
                  <a:lnTo>
                    <a:pt x="829614" y="1191526"/>
                  </a:lnTo>
                  <a:lnTo>
                    <a:pt x="840933" y="1181342"/>
                  </a:lnTo>
                  <a:lnTo>
                    <a:pt x="852151" y="1171158"/>
                  </a:lnTo>
                  <a:lnTo>
                    <a:pt x="863266" y="1160974"/>
                  </a:lnTo>
                  <a:lnTo>
                    <a:pt x="874320" y="1150790"/>
                  </a:lnTo>
                  <a:lnTo>
                    <a:pt x="885207" y="1140606"/>
                  </a:lnTo>
                  <a:lnTo>
                    <a:pt x="896035" y="1130422"/>
                  </a:lnTo>
                  <a:lnTo>
                    <a:pt x="906722" y="1120238"/>
                  </a:lnTo>
                  <a:lnTo>
                    <a:pt x="917295" y="1110054"/>
                  </a:lnTo>
                  <a:lnTo>
                    <a:pt x="927781" y="1099870"/>
                  </a:lnTo>
                  <a:lnTo>
                    <a:pt x="938080" y="1089686"/>
                  </a:lnTo>
                  <a:lnTo>
                    <a:pt x="948311" y="1079502"/>
                  </a:lnTo>
                  <a:lnTo>
                    <a:pt x="958364" y="1069318"/>
                  </a:lnTo>
                  <a:lnTo>
                    <a:pt x="968299" y="1059134"/>
                  </a:lnTo>
                  <a:lnTo>
                    <a:pt x="978122" y="1048950"/>
                  </a:lnTo>
                  <a:lnTo>
                    <a:pt x="987748" y="1038766"/>
                  </a:lnTo>
                  <a:lnTo>
                    <a:pt x="997299" y="1028582"/>
                  </a:lnTo>
                  <a:lnTo>
                    <a:pt x="1006638" y="1018398"/>
                  </a:lnTo>
                  <a:lnTo>
                    <a:pt x="1015864" y="1008214"/>
                  </a:lnTo>
                  <a:lnTo>
                    <a:pt x="1024951" y="998030"/>
                  </a:lnTo>
                  <a:lnTo>
                    <a:pt x="1033844" y="987846"/>
                  </a:lnTo>
                  <a:lnTo>
                    <a:pt x="1042655" y="977662"/>
                  </a:lnTo>
                  <a:lnTo>
                    <a:pt x="1051226" y="967478"/>
                  </a:lnTo>
                  <a:lnTo>
                    <a:pt x="1059694" y="957294"/>
                  </a:lnTo>
                  <a:lnTo>
                    <a:pt x="1068000" y="947110"/>
                  </a:lnTo>
                  <a:lnTo>
                    <a:pt x="1076119" y="936926"/>
                  </a:lnTo>
                  <a:lnTo>
                    <a:pt x="1084155" y="926742"/>
                  </a:lnTo>
                  <a:lnTo>
                    <a:pt x="1091925" y="916558"/>
                  </a:lnTo>
                  <a:lnTo>
                    <a:pt x="1099608" y="906374"/>
                  </a:lnTo>
                  <a:lnTo>
                    <a:pt x="1107109" y="896190"/>
                  </a:lnTo>
                  <a:lnTo>
                    <a:pt x="1114437" y="886006"/>
                  </a:lnTo>
                  <a:lnTo>
                    <a:pt x="1121668" y="875822"/>
                  </a:lnTo>
                  <a:lnTo>
                    <a:pt x="1128643" y="865638"/>
                  </a:lnTo>
                  <a:lnTo>
                    <a:pt x="1135533" y="855454"/>
                  </a:lnTo>
                  <a:lnTo>
                    <a:pt x="1142226" y="845270"/>
                  </a:lnTo>
                  <a:lnTo>
                    <a:pt x="1148765" y="835086"/>
                  </a:lnTo>
                  <a:lnTo>
                    <a:pt x="1155192" y="824902"/>
                  </a:lnTo>
                  <a:lnTo>
                    <a:pt x="1161383" y="814718"/>
                  </a:lnTo>
                  <a:lnTo>
                    <a:pt x="1167493" y="804534"/>
                  </a:lnTo>
                  <a:lnTo>
                    <a:pt x="1173394" y="794350"/>
                  </a:lnTo>
                  <a:lnTo>
                    <a:pt x="1179163" y="784166"/>
                  </a:lnTo>
                  <a:lnTo>
                    <a:pt x="1184806" y="773982"/>
                  </a:lnTo>
                  <a:lnTo>
                    <a:pt x="1190240" y="763799"/>
                  </a:lnTo>
                  <a:lnTo>
                    <a:pt x="1195595" y="753615"/>
                  </a:lnTo>
                  <a:lnTo>
                    <a:pt x="1200736" y="743431"/>
                  </a:lnTo>
                  <a:lnTo>
                    <a:pt x="1205767" y="733247"/>
                  </a:lnTo>
                  <a:lnTo>
                    <a:pt x="1210664" y="723063"/>
                  </a:lnTo>
                  <a:lnTo>
                    <a:pt x="1215378" y="712879"/>
                  </a:lnTo>
                  <a:lnTo>
                    <a:pt x="1220018" y="702695"/>
                  </a:lnTo>
                  <a:lnTo>
                    <a:pt x="1224444" y="692511"/>
                  </a:lnTo>
                  <a:lnTo>
                    <a:pt x="1228780" y="682327"/>
                  </a:lnTo>
                  <a:lnTo>
                    <a:pt x="1232979" y="672143"/>
                  </a:lnTo>
                  <a:lnTo>
                    <a:pt x="1237022" y="661959"/>
                  </a:lnTo>
                  <a:lnTo>
                    <a:pt x="1240996" y="651775"/>
                  </a:lnTo>
                  <a:lnTo>
                    <a:pt x="1244760" y="641591"/>
                  </a:lnTo>
                  <a:lnTo>
                    <a:pt x="1248455" y="631407"/>
                  </a:lnTo>
                  <a:lnTo>
                    <a:pt x="1252012" y="621223"/>
                  </a:lnTo>
                  <a:lnTo>
                    <a:pt x="1255439" y="611039"/>
                  </a:lnTo>
                  <a:lnTo>
                    <a:pt x="1258795" y="600855"/>
                  </a:lnTo>
                  <a:lnTo>
                    <a:pt x="1261966" y="590671"/>
                  </a:lnTo>
                  <a:lnTo>
                    <a:pt x="1265078" y="580487"/>
                  </a:lnTo>
                  <a:lnTo>
                    <a:pt x="1268054" y="570303"/>
                  </a:lnTo>
                  <a:lnTo>
                    <a:pt x="1270926" y="560119"/>
                  </a:lnTo>
                  <a:lnTo>
                    <a:pt x="1273723" y="549935"/>
                  </a:lnTo>
                  <a:lnTo>
                    <a:pt x="1276365" y="539751"/>
                  </a:lnTo>
                  <a:lnTo>
                    <a:pt x="1278956" y="529567"/>
                  </a:lnTo>
                  <a:lnTo>
                    <a:pt x="1281416" y="519383"/>
                  </a:lnTo>
                  <a:lnTo>
                    <a:pt x="1283794" y="509199"/>
                  </a:lnTo>
                  <a:lnTo>
                    <a:pt x="1286096" y="499015"/>
                  </a:lnTo>
                  <a:lnTo>
                    <a:pt x="1288273" y="488831"/>
                  </a:lnTo>
                  <a:lnTo>
                    <a:pt x="1290404" y="478647"/>
                  </a:lnTo>
                  <a:lnTo>
                    <a:pt x="1292413" y="468463"/>
                  </a:lnTo>
                  <a:lnTo>
                    <a:pt x="1294358" y="458279"/>
                  </a:lnTo>
                  <a:lnTo>
                    <a:pt x="1296231" y="448095"/>
                  </a:lnTo>
                  <a:lnTo>
                    <a:pt x="1298002" y="437911"/>
                  </a:lnTo>
                  <a:lnTo>
                    <a:pt x="1299734" y="427727"/>
                  </a:lnTo>
                  <a:lnTo>
                    <a:pt x="1301354" y="417543"/>
                  </a:lnTo>
                  <a:lnTo>
                    <a:pt x="1302927" y="407359"/>
                  </a:lnTo>
                  <a:lnTo>
                    <a:pt x="1304431" y="397175"/>
                  </a:lnTo>
                  <a:lnTo>
                    <a:pt x="1305856" y="386991"/>
                  </a:lnTo>
                  <a:lnTo>
                    <a:pt x="1307247" y="376807"/>
                  </a:lnTo>
                  <a:lnTo>
                    <a:pt x="1308537" y="366623"/>
                  </a:lnTo>
                  <a:lnTo>
                    <a:pt x="1309794" y="356439"/>
                  </a:lnTo>
                  <a:lnTo>
                    <a:pt x="1310987" y="346255"/>
                  </a:lnTo>
                  <a:lnTo>
                    <a:pt x="1312119" y="336071"/>
                  </a:lnTo>
                  <a:lnTo>
                    <a:pt x="1313220" y="325887"/>
                  </a:lnTo>
                  <a:lnTo>
                    <a:pt x="1314237" y="315703"/>
                  </a:lnTo>
                  <a:lnTo>
                    <a:pt x="1315229" y="305519"/>
                  </a:lnTo>
                  <a:lnTo>
                    <a:pt x="1316163" y="295335"/>
                  </a:lnTo>
                  <a:lnTo>
                    <a:pt x="1317052" y="285151"/>
                  </a:lnTo>
                  <a:lnTo>
                    <a:pt x="1317911" y="274967"/>
                  </a:lnTo>
                  <a:lnTo>
                    <a:pt x="1318705" y="264783"/>
                  </a:lnTo>
                  <a:lnTo>
                    <a:pt x="1319479" y="254599"/>
                  </a:lnTo>
                  <a:lnTo>
                    <a:pt x="1320201" y="244415"/>
                  </a:lnTo>
                  <a:lnTo>
                    <a:pt x="1320890" y="234231"/>
                  </a:lnTo>
                  <a:lnTo>
                    <a:pt x="1321551" y="224047"/>
                  </a:lnTo>
                  <a:lnTo>
                    <a:pt x="1322164" y="213863"/>
                  </a:lnTo>
                  <a:lnTo>
                    <a:pt x="1322760" y="203679"/>
                  </a:lnTo>
                  <a:lnTo>
                    <a:pt x="1323311" y="193495"/>
                  </a:lnTo>
                  <a:lnTo>
                    <a:pt x="1323839" y="183311"/>
                  </a:lnTo>
                  <a:lnTo>
                    <a:pt x="1324342" y="173127"/>
                  </a:lnTo>
                  <a:lnTo>
                    <a:pt x="1324809" y="162943"/>
                  </a:lnTo>
                  <a:lnTo>
                    <a:pt x="1325262" y="152759"/>
                  </a:lnTo>
                  <a:lnTo>
                    <a:pt x="1325678" y="142575"/>
                  </a:lnTo>
                  <a:lnTo>
                    <a:pt x="1326077" y="132391"/>
                  </a:lnTo>
                  <a:lnTo>
                    <a:pt x="1326455" y="122207"/>
                  </a:lnTo>
                  <a:lnTo>
                    <a:pt x="1326806" y="112023"/>
                  </a:lnTo>
                  <a:lnTo>
                    <a:pt x="1327147" y="101839"/>
                  </a:lnTo>
                  <a:lnTo>
                    <a:pt x="1327456" y="91655"/>
                  </a:lnTo>
                  <a:lnTo>
                    <a:pt x="1327754" y="81471"/>
                  </a:lnTo>
                  <a:lnTo>
                    <a:pt x="1328034" y="71287"/>
                  </a:lnTo>
                  <a:lnTo>
                    <a:pt x="1328295" y="61103"/>
                  </a:lnTo>
                  <a:lnTo>
                    <a:pt x="1328547" y="50919"/>
                  </a:lnTo>
                  <a:lnTo>
                    <a:pt x="1328775" y="40735"/>
                  </a:lnTo>
                  <a:lnTo>
                    <a:pt x="1328995" y="30551"/>
                  </a:lnTo>
                  <a:lnTo>
                    <a:pt x="1329200" y="20367"/>
                  </a:lnTo>
                  <a:lnTo>
                    <a:pt x="1329392" y="10183"/>
                  </a:lnTo>
                  <a:lnTo>
                    <a:pt x="1329575" y="0"/>
                  </a:lnTo>
                  <a:lnTo>
                    <a:pt x="1334496" y="0"/>
                  </a:lnTo>
                  <a:lnTo>
                    <a:pt x="1334680" y="10183"/>
                  </a:lnTo>
                  <a:lnTo>
                    <a:pt x="1334871" y="20367"/>
                  </a:lnTo>
                  <a:lnTo>
                    <a:pt x="1335076" y="30551"/>
                  </a:lnTo>
                  <a:lnTo>
                    <a:pt x="1335296" y="40735"/>
                  </a:lnTo>
                  <a:lnTo>
                    <a:pt x="1335524" y="50919"/>
                  </a:lnTo>
                  <a:lnTo>
                    <a:pt x="1335776" y="61103"/>
                  </a:lnTo>
                  <a:lnTo>
                    <a:pt x="1336037" y="71287"/>
                  </a:lnTo>
                  <a:lnTo>
                    <a:pt x="1336317" y="81471"/>
                  </a:lnTo>
                  <a:lnTo>
                    <a:pt x="1336615" y="91655"/>
                  </a:lnTo>
                  <a:lnTo>
                    <a:pt x="1336925" y="101839"/>
                  </a:lnTo>
                  <a:lnTo>
                    <a:pt x="1337265" y="112023"/>
                  </a:lnTo>
                  <a:lnTo>
                    <a:pt x="1337617" y="122207"/>
                  </a:lnTo>
                  <a:lnTo>
                    <a:pt x="1337994" y="132391"/>
                  </a:lnTo>
                  <a:lnTo>
                    <a:pt x="1338393" y="142575"/>
                  </a:lnTo>
                  <a:lnTo>
                    <a:pt x="1338809" y="152759"/>
                  </a:lnTo>
                  <a:lnTo>
                    <a:pt x="1339262" y="162943"/>
                  </a:lnTo>
                  <a:lnTo>
                    <a:pt x="1339729" y="173127"/>
                  </a:lnTo>
                  <a:lnTo>
                    <a:pt x="1340232" y="183311"/>
                  </a:lnTo>
                  <a:lnTo>
                    <a:pt x="1340760" y="193495"/>
                  </a:lnTo>
                  <a:lnTo>
                    <a:pt x="1341311" y="203679"/>
                  </a:lnTo>
                  <a:lnTo>
                    <a:pt x="1341907" y="213863"/>
                  </a:lnTo>
                  <a:lnTo>
                    <a:pt x="1342520" y="224047"/>
                  </a:lnTo>
                  <a:lnTo>
                    <a:pt x="1343181" y="234231"/>
                  </a:lnTo>
                  <a:lnTo>
                    <a:pt x="1343870" y="244415"/>
                  </a:lnTo>
                  <a:lnTo>
                    <a:pt x="1344593" y="254599"/>
                  </a:lnTo>
                  <a:lnTo>
                    <a:pt x="1345366" y="264783"/>
                  </a:lnTo>
                  <a:lnTo>
                    <a:pt x="1346161" y="274967"/>
                  </a:lnTo>
                  <a:lnTo>
                    <a:pt x="1347019" y="285151"/>
                  </a:lnTo>
                  <a:lnTo>
                    <a:pt x="1347908" y="295335"/>
                  </a:lnTo>
                  <a:lnTo>
                    <a:pt x="1348842" y="305519"/>
                  </a:lnTo>
                  <a:lnTo>
                    <a:pt x="1349834" y="315703"/>
                  </a:lnTo>
                  <a:lnTo>
                    <a:pt x="1350851" y="325887"/>
                  </a:lnTo>
                  <a:lnTo>
                    <a:pt x="1351952" y="336071"/>
                  </a:lnTo>
                  <a:lnTo>
                    <a:pt x="1353085" y="346255"/>
                  </a:lnTo>
                  <a:lnTo>
                    <a:pt x="1354277" y="356439"/>
                  </a:lnTo>
                  <a:lnTo>
                    <a:pt x="1355534" y="366623"/>
                  </a:lnTo>
                  <a:lnTo>
                    <a:pt x="1356824" y="376807"/>
                  </a:lnTo>
                  <a:lnTo>
                    <a:pt x="1358215" y="386991"/>
                  </a:lnTo>
                  <a:lnTo>
                    <a:pt x="1359640" y="397175"/>
                  </a:lnTo>
                  <a:lnTo>
                    <a:pt x="1361144" y="407359"/>
                  </a:lnTo>
                  <a:lnTo>
                    <a:pt x="1362717" y="417543"/>
                  </a:lnTo>
                  <a:lnTo>
                    <a:pt x="1364337" y="427727"/>
                  </a:lnTo>
                  <a:lnTo>
                    <a:pt x="1366069" y="437911"/>
                  </a:lnTo>
                  <a:lnTo>
                    <a:pt x="1367841" y="448095"/>
                  </a:lnTo>
                  <a:lnTo>
                    <a:pt x="1369713" y="458279"/>
                  </a:lnTo>
                  <a:lnTo>
                    <a:pt x="1371659" y="468463"/>
                  </a:lnTo>
                  <a:lnTo>
                    <a:pt x="1373667" y="478647"/>
                  </a:lnTo>
                  <a:lnTo>
                    <a:pt x="1375798" y="488831"/>
                  </a:lnTo>
                  <a:lnTo>
                    <a:pt x="1377975" y="499015"/>
                  </a:lnTo>
                  <a:lnTo>
                    <a:pt x="1380278" y="509199"/>
                  </a:lnTo>
                  <a:lnTo>
                    <a:pt x="1382655" y="519383"/>
                  </a:lnTo>
                  <a:lnTo>
                    <a:pt x="1385116" y="529567"/>
                  </a:lnTo>
                  <a:lnTo>
                    <a:pt x="1387706" y="539751"/>
                  </a:lnTo>
                  <a:lnTo>
                    <a:pt x="1390348" y="549935"/>
                  </a:lnTo>
                  <a:lnTo>
                    <a:pt x="1393146" y="560119"/>
                  </a:lnTo>
                  <a:lnTo>
                    <a:pt x="1396017" y="570303"/>
                  </a:lnTo>
                  <a:lnTo>
                    <a:pt x="1398993" y="580487"/>
                  </a:lnTo>
                  <a:lnTo>
                    <a:pt x="1402105" y="590671"/>
                  </a:lnTo>
                  <a:lnTo>
                    <a:pt x="1405276" y="600855"/>
                  </a:lnTo>
                  <a:lnTo>
                    <a:pt x="1408632" y="611039"/>
                  </a:lnTo>
                  <a:lnTo>
                    <a:pt x="1412059" y="621223"/>
                  </a:lnTo>
                  <a:lnTo>
                    <a:pt x="1415616" y="631407"/>
                  </a:lnTo>
                  <a:lnTo>
                    <a:pt x="1419311" y="641591"/>
                  </a:lnTo>
                  <a:lnTo>
                    <a:pt x="1423075" y="651775"/>
                  </a:lnTo>
                  <a:lnTo>
                    <a:pt x="1427049" y="661959"/>
                  </a:lnTo>
                  <a:lnTo>
                    <a:pt x="1431092" y="672143"/>
                  </a:lnTo>
                  <a:lnTo>
                    <a:pt x="1435291" y="682327"/>
                  </a:lnTo>
                  <a:lnTo>
                    <a:pt x="1439627" y="692511"/>
                  </a:lnTo>
                  <a:lnTo>
                    <a:pt x="1444053" y="702695"/>
                  </a:lnTo>
                  <a:lnTo>
                    <a:pt x="1448693" y="712879"/>
                  </a:lnTo>
                  <a:lnTo>
                    <a:pt x="1453407" y="723063"/>
                  </a:lnTo>
                  <a:lnTo>
                    <a:pt x="1458304" y="733247"/>
                  </a:lnTo>
                  <a:lnTo>
                    <a:pt x="1463335" y="743431"/>
                  </a:lnTo>
                  <a:lnTo>
                    <a:pt x="1468476" y="753615"/>
                  </a:lnTo>
                  <a:lnTo>
                    <a:pt x="1473831" y="763799"/>
                  </a:lnTo>
                  <a:lnTo>
                    <a:pt x="1479265" y="773982"/>
                  </a:lnTo>
                  <a:lnTo>
                    <a:pt x="1484909" y="784166"/>
                  </a:lnTo>
                  <a:lnTo>
                    <a:pt x="1490677" y="794350"/>
                  </a:lnTo>
                  <a:lnTo>
                    <a:pt x="1496578" y="804534"/>
                  </a:lnTo>
                  <a:lnTo>
                    <a:pt x="1502688" y="814718"/>
                  </a:lnTo>
                  <a:lnTo>
                    <a:pt x="1508879" y="824902"/>
                  </a:lnTo>
                  <a:lnTo>
                    <a:pt x="1515306" y="835086"/>
                  </a:lnTo>
                  <a:lnTo>
                    <a:pt x="1521845" y="845270"/>
                  </a:lnTo>
                  <a:lnTo>
                    <a:pt x="1528538" y="855454"/>
                  </a:lnTo>
                  <a:lnTo>
                    <a:pt x="1535429" y="865638"/>
                  </a:lnTo>
                  <a:lnTo>
                    <a:pt x="1542403" y="875822"/>
                  </a:lnTo>
                  <a:lnTo>
                    <a:pt x="1549634" y="886006"/>
                  </a:lnTo>
                  <a:lnTo>
                    <a:pt x="1556962" y="896190"/>
                  </a:lnTo>
                  <a:lnTo>
                    <a:pt x="1564463" y="906374"/>
                  </a:lnTo>
                  <a:lnTo>
                    <a:pt x="1572146" y="916558"/>
                  </a:lnTo>
                  <a:lnTo>
                    <a:pt x="1579917" y="926742"/>
                  </a:lnTo>
                  <a:lnTo>
                    <a:pt x="1587952" y="936926"/>
                  </a:lnTo>
                  <a:lnTo>
                    <a:pt x="1596072" y="947110"/>
                  </a:lnTo>
                  <a:lnTo>
                    <a:pt x="1604378" y="957294"/>
                  </a:lnTo>
                  <a:lnTo>
                    <a:pt x="1612846" y="967478"/>
                  </a:lnTo>
                  <a:lnTo>
                    <a:pt x="1621416" y="977662"/>
                  </a:lnTo>
                  <a:lnTo>
                    <a:pt x="1630227" y="987846"/>
                  </a:lnTo>
                  <a:lnTo>
                    <a:pt x="1639120" y="998030"/>
                  </a:lnTo>
                  <a:lnTo>
                    <a:pt x="1648207" y="1008214"/>
                  </a:lnTo>
                  <a:lnTo>
                    <a:pt x="1657433" y="1018398"/>
                  </a:lnTo>
                  <a:lnTo>
                    <a:pt x="1666772" y="1028582"/>
                  </a:lnTo>
                  <a:lnTo>
                    <a:pt x="1676323" y="1038766"/>
                  </a:lnTo>
                  <a:lnTo>
                    <a:pt x="1685950" y="1048950"/>
                  </a:lnTo>
                  <a:lnTo>
                    <a:pt x="1695772" y="1059134"/>
                  </a:lnTo>
                  <a:lnTo>
                    <a:pt x="1705707" y="1069318"/>
                  </a:lnTo>
                  <a:lnTo>
                    <a:pt x="1715760" y="1079502"/>
                  </a:lnTo>
                  <a:lnTo>
                    <a:pt x="1725991" y="1089686"/>
                  </a:lnTo>
                  <a:lnTo>
                    <a:pt x="1736290" y="1099870"/>
                  </a:lnTo>
                  <a:lnTo>
                    <a:pt x="1746776" y="1110054"/>
                  </a:lnTo>
                  <a:lnTo>
                    <a:pt x="1757349" y="1120238"/>
                  </a:lnTo>
                  <a:lnTo>
                    <a:pt x="1768036" y="1130422"/>
                  </a:lnTo>
                  <a:lnTo>
                    <a:pt x="1778865" y="1140606"/>
                  </a:lnTo>
                  <a:lnTo>
                    <a:pt x="1789751" y="1150790"/>
                  </a:lnTo>
                  <a:lnTo>
                    <a:pt x="1800806" y="1160974"/>
                  </a:lnTo>
                  <a:lnTo>
                    <a:pt x="1811920" y="1171158"/>
                  </a:lnTo>
                  <a:lnTo>
                    <a:pt x="1823138" y="1181342"/>
                  </a:lnTo>
                  <a:lnTo>
                    <a:pt x="1834457" y="1191526"/>
                  </a:lnTo>
                  <a:lnTo>
                    <a:pt x="1845825" y="1201710"/>
                  </a:lnTo>
                  <a:lnTo>
                    <a:pt x="1857325" y="1211894"/>
                  </a:lnTo>
                  <a:lnTo>
                    <a:pt x="1868863" y="1222078"/>
                  </a:lnTo>
                  <a:lnTo>
                    <a:pt x="1880483" y="1232262"/>
                  </a:lnTo>
                  <a:lnTo>
                    <a:pt x="1892165" y="1242446"/>
                  </a:lnTo>
                  <a:lnTo>
                    <a:pt x="1903886" y="1252630"/>
                  </a:lnTo>
                  <a:lnTo>
                    <a:pt x="1915685" y="1262814"/>
                  </a:lnTo>
                  <a:lnTo>
                    <a:pt x="1927506" y="1272998"/>
                  </a:lnTo>
                  <a:lnTo>
                    <a:pt x="1939375" y="1283182"/>
                  </a:lnTo>
                  <a:lnTo>
                    <a:pt x="1951271" y="1293366"/>
                  </a:lnTo>
                  <a:lnTo>
                    <a:pt x="1963187" y="1303550"/>
                  </a:lnTo>
                  <a:lnTo>
                    <a:pt x="1975125" y="1313734"/>
                  </a:lnTo>
                  <a:lnTo>
                    <a:pt x="1987068" y="1323918"/>
                  </a:lnTo>
                  <a:lnTo>
                    <a:pt x="1999016" y="1334102"/>
                  </a:lnTo>
                  <a:lnTo>
                    <a:pt x="2010956" y="1344286"/>
                  </a:lnTo>
                  <a:lnTo>
                    <a:pt x="2022888" y="1354470"/>
                  </a:lnTo>
                  <a:lnTo>
                    <a:pt x="2034791" y="1364654"/>
                  </a:lnTo>
                  <a:lnTo>
                    <a:pt x="2046679" y="1374838"/>
                  </a:lnTo>
                  <a:lnTo>
                    <a:pt x="2058515" y="1385022"/>
                  </a:lnTo>
                  <a:lnTo>
                    <a:pt x="2070315" y="1395206"/>
                  </a:lnTo>
                  <a:lnTo>
                    <a:pt x="2082070" y="1405390"/>
                  </a:lnTo>
                  <a:lnTo>
                    <a:pt x="2093746" y="1415574"/>
                  </a:lnTo>
                  <a:lnTo>
                    <a:pt x="2105388" y="1425758"/>
                  </a:lnTo>
                  <a:lnTo>
                    <a:pt x="2116911" y="1435942"/>
                  </a:lnTo>
                  <a:lnTo>
                    <a:pt x="2128377" y="1446126"/>
                  </a:lnTo>
                  <a:lnTo>
                    <a:pt x="2139749" y="1456310"/>
                  </a:lnTo>
                  <a:lnTo>
                    <a:pt x="2151000" y="1466494"/>
                  </a:lnTo>
                  <a:lnTo>
                    <a:pt x="2162197" y="1476678"/>
                  </a:lnTo>
                  <a:lnTo>
                    <a:pt x="2173197" y="1486862"/>
                  </a:lnTo>
                  <a:lnTo>
                    <a:pt x="2184126" y="1497046"/>
                  </a:lnTo>
                  <a:lnTo>
                    <a:pt x="2194905" y="1507230"/>
                  </a:lnTo>
                  <a:lnTo>
                    <a:pt x="2205529" y="1517414"/>
                  </a:lnTo>
                  <a:lnTo>
                    <a:pt x="2216063" y="1527598"/>
                  </a:lnTo>
                  <a:lnTo>
                    <a:pt x="2226345" y="1537781"/>
                  </a:lnTo>
                  <a:lnTo>
                    <a:pt x="2236537" y="1547965"/>
                  </a:lnTo>
                  <a:lnTo>
                    <a:pt x="2246513" y="1558149"/>
                  </a:lnTo>
                  <a:lnTo>
                    <a:pt x="2256312" y="1568333"/>
                  </a:lnTo>
                  <a:lnTo>
                    <a:pt x="2265975" y="1578517"/>
                  </a:lnTo>
                  <a:lnTo>
                    <a:pt x="2275344" y="1588701"/>
                  </a:lnTo>
                  <a:lnTo>
                    <a:pt x="2284604" y="1598885"/>
                  </a:lnTo>
                  <a:lnTo>
                    <a:pt x="2293577" y="1609069"/>
                  </a:lnTo>
                  <a:lnTo>
                    <a:pt x="2302360" y="1619253"/>
                  </a:lnTo>
                  <a:lnTo>
                    <a:pt x="2310957" y="1629437"/>
                  </a:lnTo>
                  <a:lnTo>
                    <a:pt x="2319230" y="1639621"/>
                  </a:lnTo>
                  <a:lnTo>
                    <a:pt x="2327378" y="1649805"/>
                  </a:lnTo>
                  <a:lnTo>
                    <a:pt x="2335165" y="1659989"/>
                  </a:lnTo>
                  <a:lnTo>
                    <a:pt x="2342760" y="1670173"/>
                  </a:lnTo>
                  <a:lnTo>
                    <a:pt x="2350116" y="1680357"/>
                  </a:lnTo>
                  <a:lnTo>
                    <a:pt x="2357132" y="1690541"/>
                  </a:lnTo>
                  <a:lnTo>
                    <a:pt x="2364007" y="1700725"/>
                  </a:lnTo>
                  <a:lnTo>
                    <a:pt x="2370452" y="1710909"/>
                  </a:lnTo>
                  <a:lnTo>
                    <a:pt x="2376713" y="1721093"/>
                  </a:lnTo>
                  <a:lnTo>
                    <a:pt x="2382680" y="1731277"/>
                  </a:lnTo>
                  <a:lnTo>
                    <a:pt x="2388306" y="1741461"/>
                  </a:lnTo>
                  <a:lnTo>
                    <a:pt x="2393779" y="1751645"/>
                  </a:lnTo>
                  <a:lnTo>
                    <a:pt x="2398756" y="1761829"/>
                  </a:lnTo>
                  <a:lnTo>
                    <a:pt x="2403570" y="1772013"/>
                  </a:lnTo>
                  <a:lnTo>
                    <a:pt x="2408037" y="1782197"/>
                  </a:lnTo>
                  <a:lnTo>
                    <a:pt x="2412177" y="1792381"/>
                  </a:lnTo>
                  <a:lnTo>
                    <a:pt x="2416127" y="1802565"/>
                  </a:lnTo>
                  <a:lnTo>
                    <a:pt x="2419583" y="1812749"/>
                  </a:lnTo>
                  <a:lnTo>
                    <a:pt x="2422874" y="1822933"/>
                  </a:lnTo>
                  <a:lnTo>
                    <a:pt x="2425775" y="1833117"/>
                  </a:lnTo>
                  <a:lnTo>
                    <a:pt x="2428373" y="1843301"/>
                  </a:lnTo>
                  <a:lnTo>
                    <a:pt x="2430746" y="1853485"/>
                  </a:lnTo>
                  <a:lnTo>
                    <a:pt x="2432651" y="1863669"/>
                  </a:lnTo>
                  <a:lnTo>
                    <a:pt x="2434391" y="1873853"/>
                  </a:lnTo>
                  <a:lnTo>
                    <a:pt x="2435709" y="1884037"/>
                  </a:lnTo>
                  <a:lnTo>
                    <a:pt x="2436760" y="1894221"/>
                  </a:lnTo>
                  <a:lnTo>
                    <a:pt x="2437556" y="1904405"/>
                  </a:lnTo>
                  <a:lnTo>
                    <a:pt x="2437926" y="1914589"/>
                  </a:lnTo>
                  <a:lnTo>
                    <a:pt x="2438136" y="1924773"/>
                  </a:lnTo>
                  <a:lnTo>
                    <a:pt x="2437909" y="1934957"/>
                  </a:lnTo>
                  <a:lnTo>
                    <a:pt x="2437457" y="1945141"/>
                  </a:lnTo>
                  <a:lnTo>
                    <a:pt x="2436732" y="1955325"/>
                  </a:lnTo>
                  <a:lnTo>
                    <a:pt x="2435637" y="1965509"/>
                  </a:lnTo>
                  <a:lnTo>
                    <a:pt x="2434391" y="1975693"/>
                  </a:lnTo>
                  <a:lnTo>
                    <a:pt x="2432711" y="1985877"/>
                  </a:lnTo>
                  <a:lnTo>
                    <a:pt x="2430854" y="1996061"/>
                  </a:lnTo>
                  <a:lnTo>
                    <a:pt x="2428721" y="2006245"/>
                  </a:lnTo>
                  <a:lnTo>
                    <a:pt x="2426281" y="2016429"/>
                  </a:lnTo>
                  <a:lnTo>
                    <a:pt x="2423706" y="2026613"/>
                  </a:lnTo>
                  <a:lnTo>
                    <a:pt x="2420722" y="2036797"/>
                  </a:lnTo>
                  <a:lnTo>
                    <a:pt x="2417610" y="2046981"/>
                  </a:lnTo>
                  <a:lnTo>
                    <a:pt x="2414234" y="2057165"/>
                  </a:lnTo>
                  <a:lnTo>
                    <a:pt x="2410621" y="2067349"/>
                  </a:lnTo>
                  <a:lnTo>
                    <a:pt x="2406877" y="2077533"/>
                  </a:lnTo>
                  <a:lnTo>
                    <a:pt x="2402805" y="2087717"/>
                  </a:lnTo>
                  <a:lnTo>
                    <a:pt x="2398634" y="2097901"/>
                  </a:lnTo>
                  <a:lnTo>
                    <a:pt x="2394231" y="2108085"/>
                  </a:lnTo>
                  <a:lnTo>
                    <a:pt x="2389662" y="2118269"/>
                  </a:lnTo>
                  <a:lnTo>
                    <a:pt x="2384973" y="2128453"/>
                  </a:lnTo>
                  <a:lnTo>
                    <a:pt x="2380055" y="2138637"/>
                  </a:lnTo>
                  <a:lnTo>
                    <a:pt x="2375063" y="2148821"/>
                  </a:lnTo>
                  <a:lnTo>
                    <a:pt x="2369892" y="2159005"/>
                  </a:lnTo>
                  <a:lnTo>
                    <a:pt x="2364621" y="2169189"/>
                  </a:lnTo>
                  <a:lnTo>
                    <a:pt x="2359257" y="2179373"/>
                  </a:lnTo>
                  <a:lnTo>
                    <a:pt x="2353760" y="2189557"/>
                  </a:lnTo>
                  <a:lnTo>
                    <a:pt x="2348218" y="2199741"/>
                  </a:lnTo>
                  <a:lnTo>
                    <a:pt x="2342568" y="2209925"/>
                  </a:lnTo>
                  <a:lnTo>
                    <a:pt x="2336877" y="2220109"/>
                  </a:lnTo>
                  <a:lnTo>
                    <a:pt x="2331136" y="2230293"/>
                  </a:lnTo>
                  <a:lnTo>
                    <a:pt x="2325351" y="2240477"/>
                  </a:lnTo>
                  <a:lnTo>
                    <a:pt x="2319551" y="2250661"/>
                  </a:lnTo>
                  <a:lnTo>
                    <a:pt x="2313732" y="2260845"/>
                  </a:lnTo>
                  <a:lnTo>
                    <a:pt x="2307918" y="2271029"/>
                  </a:lnTo>
                  <a:lnTo>
                    <a:pt x="2302112" y="2281213"/>
                  </a:lnTo>
                  <a:lnTo>
                    <a:pt x="2296341" y="2291397"/>
                  </a:lnTo>
                  <a:lnTo>
                    <a:pt x="2290586" y="2301580"/>
                  </a:lnTo>
                  <a:lnTo>
                    <a:pt x="2284912" y="2311764"/>
                  </a:lnTo>
                  <a:lnTo>
                    <a:pt x="2279278" y="2321948"/>
                  </a:lnTo>
                  <a:lnTo>
                    <a:pt x="2273722" y="2332132"/>
                  </a:lnTo>
                  <a:lnTo>
                    <a:pt x="2268264" y="2342316"/>
                  </a:lnTo>
                  <a:lnTo>
                    <a:pt x="2262859" y="2352500"/>
                  </a:lnTo>
                  <a:lnTo>
                    <a:pt x="2257631" y="2362684"/>
                  </a:lnTo>
                  <a:lnTo>
                    <a:pt x="2252469" y="2372868"/>
                  </a:lnTo>
                  <a:lnTo>
                    <a:pt x="2247464" y="2383052"/>
                  </a:lnTo>
                  <a:lnTo>
                    <a:pt x="2242604" y="2393236"/>
                  </a:lnTo>
                  <a:lnTo>
                    <a:pt x="2237845" y="2403420"/>
                  </a:lnTo>
                  <a:lnTo>
                    <a:pt x="2233335" y="2413604"/>
                  </a:lnTo>
                  <a:lnTo>
                    <a:pt x="2228917" y="2423788"/>
                  </a:lnTo>
                  <a:lnTo>
                    <a:pt x="2224738" y="2433972"/>
                  </a:lnTo>
                  <a:lnTo>
                    <a:pt x="2220734" y="2444156"/>
                  </a:lnTo>
                  <a:lnTo>
                    <a:pt x="2216885" y="2454340"/>
                  </a:lnTo>
                  <a:lnTo>
                    <a:pt x="2213336" y="2464524"/>
                  </a:lnTo>
                  <a:lnTo>
                    <a:pt x="2209900" y="2474708"/>
                  </a:lnTo>
                  <a:lnTo>
                    <a:pt x="2206786" y="2484892"/>
                  </a:lnTo>
                  <a:lnTo>
                    <a:pt x="2203858" y="2495076"/>
                  </a:lnTo>
                  <a:lnTo>
                    <a:pt x="2201143" y="2505260"/>
                  </a:lnTo>
                  <a:lnTo>
                    <a:pt x="2198755" y="2515444"/>
                  </a:lnTo>
                  <a:lnTo>
                    <a:pt x="2196499" y="2525628"/>
                  </a:lnTo>
                  <a:lnTo>
                    <a:pt x="2194639" y="2535812"/>
                  </a:lnTo>
                  <a:lnTo>
                    <a:pt x="2192963" y="2545996"/>
                  </a:lnTo>
                  <a:lnTo>
                    <a:pt x="2191554" y="2556180"/>
                  </a:lnTo>
                  <a:lnTo>
                    <a:pt x="2190480" y="2566364"/>
                  </a:lnTo>
                  <a:lnTo>
                    <a:pt x="2189551" y="2576548"/>
                  </a:lnTo>
                  <a:lnTo>
                    <a:pt x="2189083" y="2586732"/>
                  </a:lnTo>
                  <a:lnTo>
                    <a:pt x="2188781" y="2596916"/>
                  </a:lnTo>
                  <a:lnTo>
                    <a:pt x="2188796" y="2607100"/>
                  </a:lnTo>
                  <a:lnTo>
                    <a:pt x="2189134" y="2617284"/>
                  </a:lnTo>
                  <a:lnTo>
                    <a:pt x="2189640" y="2627468"/>
                  </a:lnTo>
                  <a:lnTo>
                    <a:pt x="2190626" y="2637652"/>
                  </a:lnTo>
                  <a:lnTo>
                    <a:pt x="2191766" y="2647836"/>
                  </a:lnTo>
                  <a:lnTo>
                    <a:pt x="2193263" y="2658020"/>
                  </a:lnTo>
                  <a:lnTo>
                    <a:pt x="2195056" y="2668204"/>
                  </a:lnTo>
                  <a:lnTo>
                    <a:pt x="2197049" y="2678388"/>
                  </a:lnTo>
                  <a:lnTo>
                    <a:pt x="2199490" y="2688572"/>
                  </a:lnTo>
                  <a:lnTo>
                    <a:pt x="2202085" y="2698756"/>
                  </a:lnTo>
                  <a:lnTo>
                    <a:pt x="2205061" y="2708940"/>
                  </a:lnTo>
                  <a:lnTo>
                    <a:pt x="2208294" y="2719124"/>
                  </a:lnTo>
                  <a:lnTo>
                    <a:pt x="2211751" y="2729308"/>
                  </a:lnTo>
                  <a:lnTo>
                    <a:pt x="2215609" y="2739492"/>
                  </a:lnTo>
                  <a:lnTo>
                    <a:pt x="2219614" y="2749676"/>
                  </a:lnTo>
                  <a:lnTo>
                    <a:pt x="2224006" y="2759860"/>
                  </a:lnTo>
                  <a:lnTo>
                    <a:pt x="2228610" y="2770044"/>
                  </a:lnTo>
                  <a:lnTo>
                    <a:pt x="2233452" y="2780228"/>
                  </a:lnTo>
                  <a:lnTo>
                    <a:pt x="2238634" y="2790412"/>
                  </a:lnTo>
                  <a:lnTo>
                    <a:pt x="2243950" y="2800596"/>
                  </a:lnTo>
                  <a:lnTo>
                    <a:pt x="2249642" y="2810780"/>
                  </a:lnTo>
                  <a:lnTo>
                    <a:pt x="2255498" y="2820964"/>
                  </a:lnTo>
                  <a:lnTo>
                    <a:pt x="2261588" y="2831148"/>
                  </a:lnTo>
                  <a:lnTo>
                    <a:pt x="2267953" y="2841332"/>
                  </a:lnTo>
                  <a:lnTo>
                    <a:pt x="2274434" y="2851516"/>
                  </a:lnTo>
                  <a:lnTo>
                    <a:pt x="2281258" y="2861700"/>
                  </a:lnTo>
                  <a:lnTo>
                    <a:pt x="2288199" y="2871884"/>
                  </a:lnTo>
                  <a:lnTo>
                    <a:pt x="2295355" y="2882068"/>
                  </a:lnTo>
                  <a:lnTo>
                    <a:pt x="2302715" y="2892252"/>
                  </a:lnTo>
                  <a:lnTo>
                    <a:pt x="2310179" y="2902436"/>
                  </a:lnTo>
                  <a:lnTo>
                    <a:pt x="2317916" y="2912620"/>
                  </a:lnTo>
                  <a:lnTo>
                    <a:pt x="2325733" y="2922804"/>
                  </a:lnTo>
                  <a:lnTo>
                    <a:pt x="2333730" y="2932988"/>
                  </a:lnTo>
                  <a:lnTo>
                    <a:pt x="2341862" y="2943172"/>
                  </a:lnTo>
                  <a:lnTo>
                    <a:pt x="2350082" y="2953356"/>
                  </a:lnTo>
                  <a:lnTo>
                    <a:pt x="2358480" y="2963540"/>
                  </a:lnTo>
                  <a:lnTo>
                    <a:pt x="2366931" y="2973724"/>
                  </a:lnTo>
                  <a:lnTo>
                    <a:pt x="2375507" y="2983908"/>
                  </a:lnTo>
                  <a:lnTo>
                    <a:pt x="2384154" y="2994092"/>
                  </a:lnTo>
                  <a:lnTo>
                    <a:pt x="2392861" y="3004276"/>
                  </a:lnTo>
                  <a:lnTo>
                    <a:pt x="2401651" y="3014460"/>
                  </a:lnTo>
                  <a:lnTo>
                    <a:pt x="2410465" y="3024644"/>
                  </a:lnTo>
                  <a:lnTo>
                    <a:pt x="2419333" y="3034828"/>
                  </a:lnTo>
                  <a:lnTo>
                    <a:pt x="2428214" y="3045012"/>
                  </a:lnTo>
                  <a:lnTo>
                    <a:pt x="2437111" y="3055196"/>
                  </a:lnTo>
                  <a:lnTo>
                    <a:pt x="2446003" y="3065379"/>
                  </a:lnTo>
                  <a:lnTo>
                    <a:pt x="2454889" y="3075563"/>
                  </a:lnTo>
                  <a:lnTo>
                    <a:pt x="2463739" y="3085747"/>
                  </a:lnTo>
                  <a:lnTo>
                    <a:pt x="2472557" y="3095931"/>
                  </a:lnTo>
                  <a:lnTo>
                    <a:pt x="2481330" y="3106115"/>
                  </a:lnTo>
                  <a:lnTo>
                    <a:pt x="2490021" y="3116299"/>
                  </a:lnTo>
                  <a:lnTo>
                    <a:pt x="2498676" y="3126483"/>
                  </a:lnTo>
                  <a:lnTo>
                    <a:pt x="2507188" y="3136667"/>
                  </a:lnTo>
                  <a:lnTo>
                    <a:pt x="2515635" y="3146851"/>
                  </a:lnTo>
                  <a:lnTo>
                    <a:pt x="2523964" y="3157035"/>
                  </a:lnTo>
                  <a:lnTo>
                    <a:pt x="2532145" y="3167219"/>
                  </a:lnTo>
                  <a:lnTo>
                    <a:pt x="2540254" y="3177403"/>
                  </a:lnTo>
                  <a:lnTo>
                    <a:pt x="2548112" y="3187587"/>
                  </a:lnTo>
                  <a:lnTo>
                    <a:pt x="2555879" y="3197771"/>
                  </a:lnTo>
                  <a:lnTo>
                    <a:pt x="2563443" y="3207955"/>
                  </a:lnTo>
                  <a:lnTo>
                    <a:pt x="2570809" y="3218139"/>
                  </a:lnTo>
                  <a:lnTo>
                    <a:pt x="2578048" y="3228323"/>
                  </a:lnTo>
                  <a:lnTo>
                    <a:pt x="2584956" y="3238507"/>
                  </a:lnTo>
                  <a:lnTo>
                    <a:pt x="2591744" y="3248691"/>
                  </a:lnTo>
                  <a:lnTo>
                    <a:pt x="2598233" y="3258875"/>
                  </a:lnTo>
                  <a:lnTo>
                    <a:pt x="2604490" y="3269059"/>
                  </a:lnTo>
                  <a:lnTo>
                    <a:pt x="2610556" y="3279243"/>
                  </a:lnTo>
                  <a:lnTo>
                    <a:pt x="2616230" y="3289427"/>
                  </a:lnTo>
                  <a:lnTo>
                    <a:pt x="2621757" y="3299611"/>
                  </a:lnTo>
                  <a:lnTo>
                    <a:pt x="2626884" y="3309795"/>
                  </a:lnTo>
                  <a:lnTo>
                    <a:pt x="2631760" y="3319979"/>
                  </a:lnTo>
                  <a:lnTo>
                    <a:pt x="2636374" y="3330163"/>
                  </a:lnTo>
                  <a:lnTo>
                    <a:pt x="2640556" y="3340347"/>
                  </a:lnTo>
                  <a:lnTo>
                    <a:pt x="2644566" y="3350531"/>
                  </a:lnTo>
                  <a:lnTo>
                    <a:pt x="2648074" y="3360715"/>
                  </a:lnTo>
                  <a:lnTo>
                    <a:pt x="2651332" y="3370899"/>
                  </a:lnTo>
                  <a:lnTo>
                    <a:pt x="2654251" y="3381083"/>
                  </a:lnTo>
                  <a:lnTo>
                    <a:pt x="2656718" y="3391267"/>
                  </a:lnTo>
                  <a:lnTo>
                    <a:pt x="2658993" y="3401451"/>
                  </a:lnTo>
                  <a:lnTo>
                    <a:pt x="2660669" y="3411635"/>
                  </a:lnTo>
                  <a:lnTo>
                    <a:pt x="2662108" y="3421819"/>
                  </a:lnTo>
                  <a:lnTo>
                    <a:pt x="2663135" y="3432003"/>
                  </a:lnTo>
                  <a:lnTo>
                    <a:pt x="2663710" y="3442187"/>
                  </a:lnTo>
                  <a:lnTo>
                    <a:pt x="2664072" y="3452371"/>
                  </a:lnTo>
                  <a:lnTo>
                    <a:pt x="2663759" y="3462555"/>
                  </a:lnTo>
                  <a:lnTo>
                    <a:pt x="2663231" y="3472739"/>
                  </a:lnTo>
                  <a:lnTo>
                    <a:pt x="2662222" y="3482923"/>
                  </a:lnTo>
                  <a:lnTo>
                    <a:pt x="2660781" y="3493107"/>
                  </a:lnTo>
                  <a:lnTo>
                    <a:pt x="2659072" y="3503291"/>
                  </a:lnTo>
                  <a:lnTo>
                    <a:pt x="2656706" y="3513475"/>
                  </a:lnTo>
                  <a:lnTo>
                    <a:pt x="2654117" y="3523659"/>
                  </a:lnTo>
                  <a:lnTo>
                    <a:pt x="2650991" y="3533843"/>
                  </a:lnTo>
                  <a:lnTo>
                    <a:pt x="2647468" y="3544027"/>
                  </a:lnTo>
                  <a:lnTo>
                    <a:pt x="2643628" y="3554211"/>
                  </a:lnTo>
                  <a:lnTo>
                    <a:pt x="2639170" y="3564395"/>
                  </a:lnTo>
                  <a:lnTo>
                    <a:pt x="2634490" y="3574579"/>
                  </a:lnTo>
                  <a:lnTo>
                    <a:pt x="2629230" y="3584763"/>
                  </a:lnTo>
                  <a:lnTo>
                    <a:pt x="2623622" y="3594947"/>
                  </a:lnTo>
                  <a:lnTo>
                    <a:pt x="2617659" y="3605131"/>
                  </a:lnTo>
                  <a:lnTo>
                    <a:pt x="2611135" y="3615315"/>
                  </a:lnTo>
                  <a:lnTo>
                    <a:pt x="2604396" y="3625499"/>
                  </a:lnTo>
                  <a:lnTo>
                    <a:pt x="2597055" y="3635683"/>
                  </a:lnTo>
                  <a:lnTo>
                    <a:pt x="2589423" y="3645867"/>
                  </a:lnTo>
                  <a:lnTo>
                    <a:pt x="2581412" y="3656051"/>
                  </a:lnTo>
                  <a:lnTo>
                    <a:pt x="2572912" y="3666235"/>
                  </a:lnTo>
                  <a:lnTo>
                    <a:pt x="2564208" y="3676419"/>
                  </a:lnTo>
                  <a:lnTo>
                    <a:pt x="2554906" y="3686603"/>
                  </a:lnTo>
                  <a:lnTo>
                    <a:pt x="2545374" y="3696787"/>
                  </a:lnTo>
                  <a:lnTo>
                    <a:pt x="2535455" y="3706971"/>
                  </a:lnTo>
                  <a:lnTo>
                    <a:pt x="2525128" y="3717155"/>
                  </a:lnTo>
                  <a:lnTo>
                    <a:pt x="2514616" y="3727339"/>
                  </a:lnTo>
                  <a:lnTo>
                    <a:pt x="2503534" y="3737523"/>
                  </a:lnTo>
                  <a:lnTo>
                    <a:pt x="2492281" y="3747707"/>
                  </a:lnTo>
                  <a:lnTo>
                    <a:pt x="2480655" y="3757891"/>
                  </a:lnTo>
                  <a:lnTo>
                    <a:pt x="2468707" y="3768075"/>
                  </a:lnTo>
                  <a:lnTo>
                    <a:pt x="2456565" y="3778259"/>
                  </a:lnTo>
                  <a:lnTo>
                    <a:pt x="2443968" y="3788443"/>
                  </a:lnTo>
                  <a:lnTo>
                    <a:pt x="2431226" y="3798627"/>
                  </a:lnTo>
                  <a:lnTo>
                    <a:pt x="2418144" y="3808811"/>
                  </a:lnTo>
                  <a:lnTo>
                    <a:pt x="2404824" y="3818995"/>
                  </a:lnTo>
                  <a:lnTo>
                    <a:pt x="2391319" y="3829178"/>
                  </a:lnTo>
                  <a:lnTo>
                    <a:pt x="2377473" y="3839362"/>
                  </a:lnTo>
                  <a:lnTo>
                    <a:pt x="2363513" y="3849546"/>
                  </a:lnTo>
                  <a:lnTo>
                    <a:pt x="2349265" y="3859730"/>
                  </a:lnTo>
                  <a:lnTo>
                    <a:pt x="2334857" y="3869914"/>
                  </a:lnTo>
                  <a:lnTo>
                    <a:pt x="2320290" y="3880098"/>
                  </a:lnTo>
                  <a:lnTo>
                    <a:pt x="2305493" y="3890282"/>
                  </a:lnTo>
                  <a:lnTo>
                    <a:pt x="2290611" y="3900466"/>
                  </a:lnTo>
                  <a:lnTo>
                    <a:pt x="2275515" y="3910650"/>
                  </a:lnTo>
                  <a:lnTo>
                    <a:pt x="2260326" y="3920834"/>
                  </a:lnTo>
                  <a:lnTo>
                    <a:pt x="2245020" y="3931018"/>
                  </a:lnTo>
                  <a:lnTo>
                    <a:pt x="2229583" y="3941202"/>
                  </a:lnTo>
                  <a:lnTo>
                    <a:pt x="2214095" y="3951386"/>
                  </a:lnTo>
                  <a:lnTo>
                    <a:pt x="2198479" y="3961570"/>
                  </a:lnTo>
                  <a:lnTo>
                    <a:pt x="2182825" y="3971754"/>
                  </a:lnTo>
                  <a:lnTo>
                    <a:pt x="2167109" y="3981938"/>
                  </a:lnTo>
                  <a:lnTo>
                    <a:pt x="2151349" y="3992122"/>
                  </a:lnTo>
                  <a:lnTo>
                    <a:pt x="2135569" y="4002306"/>
                  </a:lnTo>
                  <a:lnTo>
                    <a:pt x="2119760" y="4012490"/>
                  </a:lnTo>
                  <a:lnTo>
                    <a:pt x="2103953" y="4022674"/>
                  </a:lnTo>
                  <a:lnTo>
                    <a:pt x="2088151" y="4032858"/>
                  </a:lnTo>
                  <a:lnTo>
                    <a:pt x="2072373" y="4043042"/>
                  </a:lnTo>
                  <a:lnTo>
                    <a:pt x="2056611" y="4053226"/>
                  </a:lnTo>
                  <a:lnTo>
                    <a:pt x="2040916" y="4063410"/>
                  </a:lnTo>
                  <a:lnTo>
                    <a:pt x="2025253" y="4073594"/>
                  </a:lnTo>
                  <a:lnTo>
                    <a:pt x="2009667" y="4083778"/>
                  </a:lnTo>
                  <a:lnTo>
                    <a:pt x="1994157" y="4093962"/>
                  </a:lnTo>
                  <a:lnTo>
                    <a:pt x="1978706" y="4104146"/>
                  </a:lnTo>
                  <a:lnTo>
                    <a:pt x="1963399" y="4114330"/>
                  </a:lnTo>
                  <a:lnTo>
                    <a:pt x="1948148" y="4124514"/>
                  </a:lnTo>
                  <a:lnTo>
                    <a:pt x="1933051" y="4134698"/>
                  </a:lnTo>
                  <a:lnTo>
                    <a:pt x="1918065" y="4144882"/>
                  </a:lnTo>
                  <a:lnTo>
                    <a:pt x="1903185" y="4155066"/>
                  </a:lnTo>
                  <a:lnTo>
                    <a:pt x="1888503" y="4165250"/>
                  </a:lnTo>
                  <a:lnTo>
                    <a:pt x="1873900" y="4175434"/>
                  </a:lnTo>
                  <a:lnTo>
                    <a:pt x="1859525" y="4185618"/>
                  </a:lnTo>
                  <a:lnTo>
                    <a:pt x="1845278" y="4195802"/>
                  </a:lnTo>
                  <a:lnTo>
                    <a:pt x="1831188" y="4205986"/>
                  </a:lnTo>
                  <a:lnTo>
                    <a:pt x="1817330" y="4216170"/>
                  </a:lnTo>
                  <a:lnTo>
                    <a:pt x="1803568" y="4226354"/>
                  </a:lnTo>
                  <a:lnTo>
                    <a:pt x="1790104" y="4236538"/>
                  </a:lnTo>
                  <a:lnTo>
                    <a:pt x="1776770" y="4246722"/>
                  </a:lnTo>
                  <a:lnTo>
                    <a:pt x="1763643" y="4256906"/>
                  </a:lnTo>
                  <a:lnTo>
                    <a:pt x="1750762" y="4267090"/>
                  </a:lnTo>
                  <a:lnTo>
                    <a:pt x="1737990" y="4277274"/>
                  </a:lnTo>
                  <a:lnTo>
                    <a:pt x="1725577" y="4287458"/>
                  </a:lnTo>
                  <a:lnTo>
                    <a:pt x="1713285" y="4297642"/>
                  </a:lnTo>
                  <a:lnTo>
                    <a:pt x="1701245" y="4307826"/>
                  </a:lnTo>
                  <a:lnTo>
                    <a:pt x="1689449" y="4318010"/>
                  </a:lnTo>
                  <a:lnTo>
                    <a:pt x="1677790" y="4328194"/>
                  </a:lnTo>
                  <a:lnTo>
                    <a:pt x="1666502" y="4338378"/>
                  </a:lnTo>
                  <a:lnTo>
                    <a:pt x="1655336" y="4348562"/>
                  </a:lnTo>
                  <a:lnTo>
                    <a:pt x="1644459" y="4358746"/>
                  </a:lnTo>
                  <a:lnTo>
                    <a:pt x="1633813" y="4368930"/>
                  </a:lnTo>
                  <a:lnTo>
                    <a:pt x="1623333" y="4379114"/>
                  </a:lnTo>
                  <a:lnTo>
                    <a:pt x="1613210" y="4389298"/>
                  </a:lnTo>
                  <a:lnTo>
                    <a:pt x="1603211" y="4399482"/>
                  </a:lnTo>
                  <a:lnTo>
                    <a:pt x="1593531" y="4409666"/>
                  </a:lnTo>
                  <a:lnTo>
                    <a:pt x="1584057" y="4419850"/>
                  </a:lnTo>
                  <a:lnTo>
                    <a:pt x="1574776" y="4430034"/>
                  </a:lnTo>
                  <a:lnTo>
                    <a:pt x="1565824" y="4440218"/>
                  </a:lnTo>
                  <a:lnTo>
                    <a:pt x="1556996" y="4450402"/>
                  </a:lnTo>
                  <a:lnTo>
                    <a:pt x="1548505" y="4460586"/>
                  </a:lnTo>
                  <a:lnTo>
                    <a:pt x="1540192" y="4470770"/>
                  </a:lnTo>
                  <a:lnTo>
                    <a:pt x="1532090" y="4480954"/>
                  </a:lnTo>
                  <a:lnTo>
                    <a:pt x="1524283" y="4491138"/>
                  </a:lnTo>
                  <a:lnTo>
                    <a:pt x="1516595" y="4501322"/>
                  </a:lnTo>
                  <a:lnTo>
                    <a:pt x="1509254" y="4511506"/>
                  </a:lnTo>
                  <a:lnTo>
                    <a:pt x="1502058" y="4521690"/>
                  </a:lnTo>
                  <a:lnTo>
                    <a:pt x="1495086" y="4531874"/>
                  </a:lnTo>
                  <a:lnTo>
                    <a:pt x="1488369" y="4542058"/>
                  </a:lnTo>
                  <a:lnTo>
                    <a:pt x="1481765" y="4552242"/>
                  </a:lnTo>
                  <a:lnTo>
                    <a:pt x="1475506" y="4562426"/>
                  </a:lnTo>
                  <a:lnTo>
                    <a:pt x="1469361" y="4572610"/>
                  </a:lnTo>
                  <a:lnTo>
                    <a:pt x="1463445" y="4582794"/>
                  </a:lnTo>
                  <a:lnTo>
                    <a:pt x="1457744" y="4592977"/>
                  </a:lnTo>
                  <a:lnTo>
                    <a:pt x="1452160" y="4603161"/>
                  </a:lnTo>
                  <a:lnTo>
                    <a:pt x="1446885" y="4613345"/>
                  </a:lnTo>
                  <a:lnTo>
                    <a:pt x="1441708" y="4623529"/>
                  </a:lnTo>
                  <a:lnTo>
                    <a:pt x="1436757" y="4633713"/>
                  </a:lnTo>
                  <a:lnTo>
                    <a:pt x="1431982" y="4643897"/>
                  </a:lnTo>
                  <a:lnTo>
                    <a:pt x="1427330" y="4654081"/>
                  </a:lnTo>
                  <a:lnTo>
                    <a:pt x="1422938" y="4664265"/>
                  </a:lnTo>
                  <a:lnTo>
                    <a:pt x="1418634" y="4674449"/>
                  </a:lnTo>
                  <a:lnTo>
                    <a:pt x="1414547" y="4684633"/>
                  </a:lnTo>
                  <a:lnTo>
                    <a:pt x="1410600" y="4694817"/>
                  </a:lnTo>
                  <a:lnTo>
                    <a:pt x="1406779" y="4705001"/>
                  </a:lnTo>
                  <a:lnTo>
                    <a:pt x="1403169" y="4715185"/>
                  </a:lnTo>
                  <a:lnTo>
                    <a:pt x="1399637" y="4725369"/>
                  </a:lnTo>
                  <a:lnTo>
                    <a:pt x="1396310" y="4735553"/>
                  </a:lnTo>
                  <a:lnTo>
                    <a:pt x="1393090" y="4745737"/>
                  </a:lnTo>
                  <a:lnTo>
                    <a:pt x="1389993" y="4755921"/>
                  </a:lnTo>
                  <a:lnTo>
                    <a:pt x="1387065" y="4766105"/>
                  </a:lnTo>
                  <a:lnTo>
                    <a:pt x="1384204" y="4776289"/>
                  </a:lnTo>
                  <a:lnTo>
                    <a:pt x="1381532" y="4786473"/>
                  </a:lnTo>
                  <a:lnTo>
                    <a:pt x="1378939" y="4796657"/>
                  </a:lnTo>
                  <a:lnTo>
                    <a:pt x="1376463" y="4806841"/>
                  </a:lnTo>
                  <a:lnTo>
                    <a:pt x="1374119" y="4817025"/>
                  </a:lnTo>
                  <a:lnTo>
                    <a:pt x="1371832" y="4827209"/>
                  </a:lnTo>
                  <a:lnTo>
                    <a:pt x="1369715" y="4837393"/>
                  </a:lnTo>
                  <a:lnTo>
                    <a:pt x="1367653" y="4847577"/>
                  </a:lnTo>
                  <a:lnTo>
                    <a:pt x="1365700" y="4857761"/>
                  </a:lnTo>
                  <a:lnTo>
                    <a:pt x="1363847" y="4867945"/>
                  </a:lnTo>
                  <a:lnTo>
                    <a:pt x="1362048" y="4878129"/>
                  </a:lnTo>
                  <a:lnTo>
                    <a:pt x="1360388" y="4888313"/>
                  </a:lnTo>
                  <a:lnTo>
                    <a:pt x="1358770" y="4898497"/>
                  </a:lnTo>
                  <a:lnTo>
                    <a:pt x="1357250" y="4908681"/>
                  </a:lnTo>
                  <a:lnTo>
                    <a:pt x="1355804" y="4918865"/>
                  </a:lnTo>
                  <a:lnTo>
                    <a:pt x="1354410" y="4929049"/>
                  </a:lnTo>
                  <a:lnTo>
                    <a:pt x="1353122" y="4939233"/>
                  </a:lnTo>
                  <a:lnTo>
                    <a:pt x="1351869" y="4949417"/>
                  </a:lnTo>
                  <a:lnTo>
                    <a:pt x="1350702" y="4959601"/>
                  </a:lnTo>
                  <a:lnTo>
                    <a:pt x="1349588" y="4969785"/>
                  </a:lnTo>
                  <a:lnTo>
                    <a:pt x="1348522" y="4979969"/>
                  </a:lnTo>
                  <a:lnTo>
                    <a:pt x="1347536" y="4990153"/>
                  </a:lnTo>
                  <a:lnTo>
                    <a:pt x="1346578" y="5000337"/>
                  </a:lnTo>
                  <a:lnTo>
                    <a:pt x="1345693" y="5010521"/>
                  </a:lnTo>
                  <a:lnTo>
                    <a:pt x="1344846" y="5020705"/>
                  </a:lnTo>
                  <a:lnTo>
                    <a:pt x="1344042" y="5030889"/>
                  </a:lnTo>
                  <a:lnTo>
                    <a:pt x="1343296" y="5041073"/>
                  </a:lnTo>
                  <a:lnTo>
                    <a:pt x="1342572" y="5051257"/>
                  </a:lnTo>
                  <a:lnTo>
                    <a:pt x="1341911" y="5061441"/>
                  </a:lnTo>
                  <a:lnTo>
                    <a:pt x="1341275" y="5071625"/>
                  </a:lnTo>
                  <a:lnTo>
                    <a:pt x="1340676" y="5081809"/>
                  </a:lnTo>
                  <a:lnTo>
                    <a:pt x="1340119" y="5091993"/>
                  </a:lnTo>
                  <a:lnTo>
                    <a:pt x="1339580" y="5102177"/>
                  </a:lnTo>
                  <a:lnTo>
                    <a:pt x="1339092" y="5112361"/>
                  </a:lnTo>
                  <a:lnTo>
                    <a:pt x="1338621" y="5122545"/>
                  </a:lnTo>
                  <a:lnTo>
                    <a:pt x="1338181" y="5132729"/>
                  </a:lnTo>
                  <a:lnTo>
                    <a:pt x="1337771" y="5142913"/>
                  </a:lnTo>
                  <a:lnTo>
                    <a:pt x="1337375" y="5153097"/>
                  </a:lnTo>
                  <a:lnTo>
                    <a:pt x="1337018" y="5163281"/>
                  </a:lnTo>
                  <a:lnTo>
                    <a:pt x="1336674" y="5173465"/>
                  </a:lnTo>
                  <a:lnTo>
                    <a:pt x="1336355" y="5183649"/>
                  </a:lnTo>
                  <a:lnTo>
                    <a:pt x="1336056" y="5193833"/>
                  </a:lnTo>
                  <a:lnTo>
                    <a:pt x="1335770" y="5204017"/>
                  </a:lnTo>
                  <a:close/>
                </a:path>
              </a:pathLst>
            </a:custGeom>
            <a:solidFill>
              <a:srgbClr val="B4C7E7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2678271" y="3532662"/>
              <a:ext cx="1832631" cy="0"/>
            </a:xfrm>
            <a:custGeom>
              <a:avLst/>
              <a:pathLst>
                <a:path w="1832631" h="0">
                  <a:moveTo>
                    <a:pt x="0" y="0"/>
                  </a:moveTo>
                  <a:lnTo>
                    <a:pt x="1832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6702671" y="401322"/>
              <a:ext cx="2664072" cy="6002043"/>
            </a:xfrm>
            <a:custGeom>
              <a:avLst/>
              <a:pathLst>
                <a:path w="2664072" h="6002043">
                  <a:moveTo>
                    <a:pt x="1327192" y="6002043"/>
                  </a:moveTo>
                  <a:lnTo>
                    <a:pt x="1326865" y="5990298"/>
                  </a:lnTo>
                  <a:lnTo>
                    <a:pt x="1326504" y="5978552"/>
                  </a:lnTo>
                  <a:lnTo>
                    <a:pt x="1326132" y="5966806"/>
                  </a:lnTo>
                  <a:lnTo>
                    <a:pt x="1325731" y="5955061"/>
                  </a:lnTo>
                  <a:lnTo>
                    <a:pt x="1325309" y="5943315"/>
                  </a:lnTo>
                  <a:lnTo>
                    <a:pt x="1324867" y="5931569"/>
                  </a:lnTo>
                  <a:lnTo>
                    <a:pt x="1324388" y="5919823"/>
                  </a:lnTo>
                  <a:lnTo>
                    <a:pt x="1323895" y="5908078"/>
                  </a:lnTo>
                  <a:lnTo>
                    <a:pt x="1323360" y="5896332"/>
                  </a:lnTo>
                  <a:lnTo>
                    <a:pt x="1322803" y="5884586"/>
                  </a:lnTo>
                  <a:lnTo>
                    <a:pt x="1322215" y="5872841"/>
                  </a:lnTo>
                  <a:lnTo>
                    <a:pt x="1321588" y="5861095"/>
                  </a:lnTo>
                  <a:lnTo>
                    <a:pt x="1320942" y="5849349"/>
                  </a:lnTo>
                  <a:lnTo>
                    <a:pt x="1320238" y="5837604"/>
                  </a:lnTo>
                  <a:lnTo>
                    <a:pt x="1319515" y="5825858"/>
                  </a:lnTo>
                  <a:lnTo>
                    <a:pt x="1318742" y="5814112"/>
                  </a:lnTo>
                  <a:lnTo>
                    <a:pt x="1317932" y="5802367"/>
                  </a:lnTo>
                  <a:lnTo>
                    <a:pt x="1317089" y="5790621"/>
                  </a:lnTo>
                  <a:lnTo>
                    <a:pt x="1316183" y="5778875"/>
                  </a:lnTo>
                  <a:lnTo>
                    <a:pt x="1315255" y="5767130"/>
                  </a:lnTo>
                  <a:lnTo>
                    <a:pt x="1314256" y="5755384"/>
                  </a:lnTo>
                  <a:lnTo>
                    <a:pt x="1313222" y="5743638"/>
                  </a:lnTo>
                  <a:lnTo>
                    <a:pt x="1312136" y="5731893"/>
                  </a:lnTo>
                  <a:lnTo>
                    <a:pt x="1310987" y="5720147"/>
                  </a:lnTo>
                  <a:lnTo>
                    <a:pt x="1309810" y="5708401"/>
                  </a:lnTo>
                  <a:lnTo>
                    <a:pt x="1308537" y="5696656"/>
                  </a:lnTo>
                  <a:lnTo>
                    <a:pt x="1307235" y="5684910"/>
                  </a:lnTo>
                  <a:lnTo>
                    <a:pt x="1305857" y="5673164"/>
                  </a:lnTo>
                  <a:lnTo>
                    <a:pt x="1304418" y="5661418"/>
                  </a:lnTo>
                  <a:lnTo>
                    <a:pt x="1302930" y="5649673"/>
                  </a:lnTo>
                  <a:lnTo>
                    <a:pt x="1301346" y="5637927"/>
                  </a:lnTo>
                  <a:lnTo>
                    <a:pt x="1299729" y="5626181"/>
                  </a:lnTo>
                  <a:lnTo>
                    <a:pt x="1298003" y="5614436"/>
                  </a:lnTo>
                  <a:lnTo>
                    <a:pt x="1296226" y="5602690"/>
                  </a:lnTo>
                  <a:lnTo>
                    <a:pt x="1294373" y="5590944"/>
                  </a:lnTo>
                  <a:lnTo>
                    <a:pt x="1292428" y="5579199"/>
                  </a:lnTo>
                  <a:lnTo>
                    <a:pt x="1290440" y="5567453"/>
                  </a:lnTo>
                  <a:lnTo>
                    <a:pt x="1288316" y="5555707"/>
                  </a:lnTo>
                  <a:lnTo>
                    <a:pt x="1286150" y="5543962"/>
                  </a:lnTo>
                  <a:lnTo>
                    <a:pt x="1283875" y="5532216"/>
                  </a:lnTo>
                  <a:lnTo>
                    <a:pt x="1281517" y="5520470"/>
                  </a:lnTo>
                  <a:lnTo>
                    <a:pt x="1279090" y="5508725"/>
                  </a:lnTo>
                  <a:lnTo>
                    <a:pt x="1276531" y="5496979"/>
                  </a:lnTo>
                  <a:lnTo>
                    <a:pt x="1273925" y="5485233"/>
                  </a:lnTo>
                  <a:lnTo>
                    <a:pt x="1271175" y="5473488"/>
                  </a:lnTo>
                  <a:lnTo>
                    <a:pt x="1268356" y="5461742"/>
                  </a:lnTo>
                  <a:lnTo>
                    <a:pt x="1265436" y="5449996"/>
                  </a:lnTo>
                  <a:lnTo>
                    <a:pt x="1262394" y="5438251"/>
                  </a:lnTo>
                  <a:lnTo>
                    <a:pt x="1259299" y="5426505"/>
                  </a:lnTo>
                  <a:lnTo>
                    <a:pt x="1256026" y="5414759"/>
                  </a:lnTo>
                  <a:lnTo>
                    <a:pt x="1252701" y="5403013"/>
                  </a:lnTo>
                  <a:lnTo>
                    <a:pt x="1249241" y="5391268"/>
                  </a:lnTo>
                  <a:lnTo>
                    <a:pt x="1245675" y="5379522"/>
                  </a:lnTo>
                  <a:lnTo>
                    <a:pt x="1242025" y="5367776"/>
                  </a:lnTo>
                  <a:lnTo>
                    <a:pt x="1238213" y="5356031"/>
                  </a:lnTo>
                  <a:lnTo>
                    <a:pt x="1234345" y="5344285"/>
                  </a:lnTo>
                  <a:lnTo>
                    <a:pt x="1230306" y="5332539"/>
                  </a:lnTo>
                  <a:lnTo>
                    <a:pt x="1226184" y="5320794"/>
                  </a:lnTo>
                  <a:lnTo>
                    <a:pt x="1221946" y="5309048"/>
                  </a:lnTo>
                  <a:lnTo>
                    <a:pt x="1217567" y="5297302"/>
                  </a:lnTo>
                  <a:lnTo>
                    <a:pt x="1213128" y="5285557"/>
                  </a:lnTo>
                  <a:lnTo>
                    <a:pt x="1208488" y="5273811"/>
                  </a:lnTo>
                  <a:lnTo>
                    <a:pt x="1203791" y="5262065"/>
                  </a:lnTo>
                  <a:lnTo>
                    <a:pt x="1198945" y="5250320"/>
                  </a:lnTo>
                  <a:lnTo>
                    <a:pt x="1193986" y="5238574"/>
                  </a:lnTo>
                  <a:lnTo>
                    <a:pt x="1188938" y="5226828"/>
                  </a:lnTo>
                  <a:lnTo>
                    <a:pt x="1183718" y="5215083"/>
                  </a:lnTo>
                  <a:lnTo>
                    <a:pt x="1178440" y="5203337"/>
                  </a:lnTo>
                  <a:lnTo>
                    <a:pt x="1172988" y="5191591"/>
                  </a:lnTo>
                  <a:lnTo>
                    <a:pt x="1167453" y="5179845"/>
                  </a:lnTo>
                  <a:lnTo>
                    <a:pt x="1161802" y="5168100"/>
                  </a:lnTo>
                  <a:lnTo>
                    <a:pt x="1156014" y="5156354"/>
                  </a:lnTo>
                  <a:lnTo>
                    <a:pt x="1150168" y="5144608"/>
                  </a:lnTo>
                  <a:lnTo>
                    <a:pt x="1144133" y="5132863"/>
                  </a:lnTo>
                  <a:lnTo>
                    <a:pt x="1138045" y="5121117"/>
                  </a:lnTo>
                  <a:lnTo>
                    <a:pt x="1131823" y="5109371"/>
                  </a:lnTo>
                  <a:lnTo>
                    <a:pt x="1125499" y="5097626"/>
                  </a:lnTo>
                  <a:lnTo>
                    <a:pt x="1119098" y="5085880"/>
                  </a:lnTo>
                  <a:lnTo>
                    <a:pt x="1112549" y="5074134"/>
                  </a:lnTo>
                  <a:lnTo>
                    <a:pt x="1105952" y="5062389"/>
                  </a:lnTo>
                  <a:lnTo>
                    <a:pt x="1099214" y="5050643"/>
                  </a:lnTo>
                  <a:lnTo>
                    <a:pt x="1092409" y="5038897"/>
                  </a:lnTo>
                  <a:lnTo>
                    <a:pt x="1085514" y="5027152"/>
                  </a:lnTo>
                  <a:lnTo>
                    <a:pt x="1078516" y="5015406"/>
                  </a:lnTo>
                  <a:lnTo>
                    <a:pt x="1071476" y="5003660"/>
                  </a:lnTo>
                  <a:lnTo>
                    <a:pt x="1064301" y="4991915"/>
                  </a:lnTo>
                  <a:lnTo>
                    <a:pt x="1057090" y="4980169"/>
                  </a:lnTo>
                  <a:lnTo>
                    <a:pt x="1049791" y="4968423"/>
                  </a:lnTo>
                  <a:lnTo>
                    <a:pt x="1042429" y="4956678"/>
                  </a:lnTo>
                  <a:lnTo>
                    <a:pt x="1035018" y="4944932"/>
                  </a:lnTo>
                  <a:lnTo>
                    <a:pt x="1027524" y="4933186"/>
                  </a:lnTo>
                  <a:lnTo>
                    <a:pt x="1020003" y="4921440"/>
                  </a:lnTo>
                  <a:lnTo>
                    <a:pt x="1012410" y="4909695"/>
                  </a:lnTo>
                  <a:lnTo>
                    <a:pt x="1004786" y="4897949"/>
                  </a:lnTo>
                  <a:lnTo>
                    <a:pt x="997123" y="4886203"/>
                  </a:lnTo>
                  <a:lnTo>
                    <a:pt x="989419" y="4874458"/>
                  </a:lnTo>
                  <a:lnTo>
                    <a:pt x="981700" y="4862712"/>
                  </a:lnTo>
                  <a:lnTo>
                    <a:pt x="973941" y="4850966"/>
                  </a:lnTo>
                  <a:lnTo>
                    <a:pt x="966175" y="4839221"/>
                  </a:lnTo>
                  <a:lnTo>
                    <a:pt x="958392" y="4827475"/>
                  </a:lnTo>
                  <a:lnTo>
                    <a:pt x="950604" y="4815729"/>
                  </a:lnTo>
                  <a:lnTo>
                    <a:pt x="942812" y="4803984"/>
                  </a:lnTo>
                  <a:lnTo>
                    <a:pt x="935027" y="4792238"/>
                  </a:lnTo>
                  <a:lnTo>
                    <a:pt x="927247" y="4780492"/>
                  </a:lnTo>
                  <a:lnTo>
                    <a:pt x="919487" y="4768747"/>
                  </a:lnTo>
                  <a:lnTo>
                    <a:pt x="911745" y="4757001"/>
                  </a:lnTo>
                  <a:lnTo>
                    <a:pt x="904025" y="4745255"/>
                  </a:lnTo>
                  <a:lnTo>
                    <a:pt x="896346" y="4733510"/>
                  </a:lnTo>
                  <a:lnTo>
                    <a:pt x="888682" y="4721764"/>
                  </a:lnTo>
                  <a:lnTo>
                    <a:pt x="881090" y="4710018"/>
                  </a:lnTo>
                  <a:lnTo>
                    <a:pt x="873524" y="4698273"/>
                  </a:lnTo>
                  <a:lnTo>
                    <a:pt x="866019" y="4686527"/>
                  </a:lnTo>
                  <a:lnTo>
                    <a:pt x="858573" y="4674781"/>
                  </a:lnTo>
                  <a:lnTo>
                    <a:pt x="851170" y="4663035"/>
                  </a:lnTo>
                  <a:lnTo>
                    <a:pt x="843868" y="4651290"/>
                  </a:lnTo>
                  <a:lnTo>
                    <a:pt x="836600" y="4639544"/>
                  </a:lnTo>
                  <a:lnTo>
                    <a:pt x="829442" y="4627798"/>
                  </a:lnTo>
                  <a:lnTo>
                    <a:pt x="822347" y="4616053"/>
                  </a:lnTo>
                  <a:lnTo>
                    <a:pt x="815331" y="4604307"/>
                  </a:lnTo>
                  <a:lnTo>
                    <a:pt x="808427" y="4592561"/>
                  </a:lnTo>
                  <a:lnTo>
                    <a:pt x="801566" y="4580816"/>
                  </a:lnTo>
                  <a:lnTo>
                    <a:pt x="794868" y="4569070"/>
                  </a:lnTo>
                  <a:lnTo>
                    <a:pt x="788221" y="4557324"/>
                  </a:lnTo>
                  <a:lnTo>
                    <a:pt x="781696" y="4545579"/>
                  </a:lnTo>
                  <a:lnTo>
                    <a:pt x="775277" y="4533833"/>
                  </a:lnTo>
                  <a:lnTo>
                    <a:pt x="768933" y="4522087"/>
                  </a:lnTo>
                  <a:lnTo>
                    <a:pt x="762753" y="4510342"/>
                  </a:lnTo>
                  <a:lnTo>
                    <a:pt x="756627" y="4498596"/>
                  </a:lnTo>
                  <a:lnTo>
                    <a:pt x="750665" y="4486850"/>
                  </a:lnTo>
                  <a:lnTo>
                    <a:pt x="744790" y="4475105"/>
                  </a:lnTo>
                  <a:lnTo>
                    <a:pt x="739024" y="4463359"/>
                  </a:lnTo>
                  <a:lnTo>
                    <a:pt x="733405" y="4451613"/>
                  </a:lnTo>
                  <a:lnTo>
                    <a:pt x="727843" y="4439867"/>
                  </a:lnTo>
                  <a:lnTo>
                    <a:pt x="722477" y="4428122"/>
                  </a:lnTo>
                  <a:lnTo>
                    <a:pt x="717172" y="4416376"/>
                  </a:lnTo>
                  <a:lnTo>
                    <a:pt x="712006" y="4404630"/>
                  </a:lnTo>
                  <a:lnTo>
                    <a:pt x="706957" y="4392885"/>
                  </a:lnTo>
                  <a:lnTo>
                    <a:pt x="701988" y="4381139"/>
                  </a:lnTo>
                  <a:lnTo>
                    <a:pt x="697188" y="4369393"/>
                  </a:lnTo>
                  <a:lnTo>
                    <a:pt x="692443" y="4357648"/>
                  </a:lnTo>
                  <a:lnTo>
                    <a:pt x="687855" y="4345902"/>
                  </a:lnTo>
                  <a:lnTo>
                    <a:pt x="683348" y="4334156"/>
                  </a:lnTo>
                  <a:lnTo>
                    <a:pt x="678940" y="4322411"/>
                  </a:lnTo>
                  <a:lnTo>
                    <a:pt x="674659" y="4310665"/>
                  </a:lnTo>
                  <a:lnTo>
                    <a:pt x="670427" y="4298919"/>
                  </a:lnTo>
                  <a:lnTo>
                    <a:pt x="666353" y="4287174"/>
                  </a:lnTo>
                  <a:lnTo>
                    <a:pt x="662326" y="4275428"/>
                  </a:lnTo>
                  <a:lnTo>
                    <a:pt x="658402" y="4263682"/>
                  </a:lnTo>
                  <a:lnTo>
                    <a:pt x="654560" y="4251937"/>
                  </a:lnTo>
                  <a:lnTo>
                    <a:pt x="650774" y="4240191"/>
                  </a:lnTo>
                  <a:lnTo>
                    <a:pt x="647097" y="4228445"/>
                  </a:lnTo>
                  <a:lnTo>
                    <a:pt x="643452" y="4216700"/>
                  </a:lnTo>
                  <a:lnTo>
                    <a:pt x="639898" y="4204954"/>
                  </a:lnTo>
                  <a:lnTo>
                    <a:pt x="636386" y="4193208"/>
                  </a:lnTo>
                  <a:lnTo>
                    <a:pt x="632924" y="4181462"/>
                  </a:lnTo>
                  <a:lnTo>
                    <a:pt x="629518" y="4169717"/>
                  </a:lnTo>
                  <a:lnTo>
                    <a:pt x="626133" y="4157971"/>
                  </a:lnTo>
                  <a:lnTo>
                    <a:pt x="622804" y="4146225"/>
                  </a:lnTo>
                  <a:lnTo>
                    <a:pt x="619487" y="4134480"/>
                  </a:lnTo>
                  <a:lnTo>
                    <a:pt x="616197" y="4122734"/>
                  </a:lnTo>
                  <a:lnTo>
                    <a:pt x="612919" y="4110988"/>
                  </a:lnTo>
                  <a:lnTo>
                    <a:pt x="609649" y="4099243"/>
                  </a:lnTo>
                  <a:lnTo>
                    <a:pt x="606381" y="4087497"/>
                  </a:lnTo>
                  <a:lnTo>
                    <a:pt x="603109" y="4075751"/>
                  </a:lnTo>
                  <a:lnTo>
                    <a:pt x="599822" y="4064006"/>
                  </a:lnTo>
                  <a:lnTo>
                    <a:pt x="596518" y="4052260"/>
                  </a:lnTo>
                  <a:lnTo>
                    <a:pt x="593193" y="4040514"/>
                  </a:lnTo>
                  <a:lnTo>
                    <a:pt x="589826" y="4028769"/>
                  </a:lnTo>
                  <a:lnTo>
                    <a:pt x="586443" y="4017023"/>
                  </a:lnTo>
                  <a:lnTo>
                    <a:pt x="582986" y="4005277"/>
                  </a:lnTo>
                  <a:lnTo>
                    <a:pt x="579499" y="3993532"/>
                  </a:lnTo>
                  <a:lnTo>
                    <a:pt x="575948" y="3981786"/>
                  </a:lnTo>
                  <a:lnTo>
                    <a:pt x="572329" y="3970040"/>
                  </a:lnTo>
                  <a:lnTo>
                    <a:pt x="568666" y="3958295"/>
                  </a:lnTo>
                  <a:lnTo>
                    <a:pt x="564888" y="3946549"/>
                  </a:lnTo>
                  <a:lnTo>
                    <a:pt x="561070" y="3934803"/>
                  </a:lnTo>
                  <a:lnTo>
                    <a:pt x="557134" y="3923057"/>
                  </a:lnTo>
                  <a:lnTo>
                    <a:pt x="553122" y="3911312"/>
                  </a:lnTo>
                  <a:lnTo>
                    <a:pt x="549026" y="3899566"/>
                  </a:lnTo>
                  <a:lnTo>
                    <a:pt x="544798" y="3887820"/>
                  </a:lnTo>
                  <a:lnTo>
                    <a:pt x="540520" y="3876075"/>
                  </a:lnTo>
                  <a:lnTo>
                    <a:pt x="536063" y="3864329"/>
                  </a:lnTo>
                  <a:lnTo>
                    <a:pt x="531542" y="3852583"/>
                  </a:lnTo>
                  <a:lnTo>
                    <a:pt x="526887" y="3840838"/>
                  </a:lnTo>
                  <a:lnTo>
                    <a:pt x="522106" y="3829092"/>
                  </a:lnTo>
                  <a:lnTo>
                    <a:pt x="517244" y="3817346"/>
                  </a:lnTo>
                  <a:lnTo>
                    <a:pt x="512190" y="3805601"/>
                  </a:lnTo>
                  <a:lnTo>
                    <a:pt x="507072" y="3793855"/>
                  </a:lnTo>
                  <a:lnTo>
                    <a:pt x="501775" y="3782109"/>
                  </a:lnTo>
                  <a:lnTo>
                    <a:pt x="496371" y="3770364"/>
                  </a:lnTo>
                  <a:lnTo>
                    <a:pt x="490847" y="3758618"/>
                  </a:lnTo>
                  <a:lnTo>
                    <a:pt x="485151" y="3746872"/>
                  </a:lnTo>
                  <a:lnTo>
                    <a:pt x="479389" y="3735127"/>
                  </a:lnTo>
                  <a:lnTo>
                    <a:pt x="473409" y="3723381"/>
                  </a:lnTo>
                  <a:lnTo>
                    <a:pt x="467353" y="3711635"/>
                  </a:lnTo>
                  <a:lnTo>
                    <a:pt x="461145" y="3699889"/>
                  </a:lnTo>
                  <a:lnTo>
                    <a:pt x="454799" y="3688144"/>
                  </a:lnTo>
                  <a:lnTo>
                    <a:pt x="448366" y="3676398"/>
                  </a:lnTo>
                  <a:lnTo>
                    <a:pt x="441735" y="3664652"/>
                  </a:lnTo>
                  <a:lnTo>
                    <a:pt x="435042" y="3652907"/>
                  </a:lnTo>
                  <a:lnTo>
                    <a:pt x="428178" y="3641161"/>
                  </a:lnTo>
                  <a:lnTo>
                    <a:pt x="421216" y="3629415"/>
                  </a:lnTo>
                  <a:lnTo>
                    <a:pt x="414147" y="3617670"/>
                  </a:lnTo>
                  <a:lnTo>
                    <a:pt x="406931" y="3605924"/>
                  </a:lnTo>
                  <a:lnTo>
                    <a:pt x="399660" y="3594178"/>
                  </a:lnTo>
                  <a:lnTo>
                    <a:pt x="392217" y="3582433"/>
                  </a:lnTo>
                  <a:lnTo>
                    <a:pt x="384719" y="3570687"/>
                  </a:lnTo>
                  <a:lnTo>
                    <a:pt x="377109" y="3558941"/>
                  </a:lnTo>
                  <a:lnTo>
                    <a:pt x="369405" y="3547196"/>
                  </a:lnTo>
                  <a:lnTo>
                    <a:pt x="361645" y="3535450"/>
                  </a:lnTo>
                  <a:lnTo>
                    <a:pt x="353762" y="3523704"/>
                  </a:lnTo>
                  <a:lnTo>
                    <a:pt x="345845" y="3511959"/>
                  </a:lnTo>
                  <a:lnTo>
                    <a:pt x="337835" y="3500213"/>
                  </a:lnTo>
                  <a:lnTo>
                    <a:pt x="329778" y="3488467"/>
                  </a:lnTo>
                  <a:lnTo>
                    <a:pt x="321672" y="3476722"/>
                  </a:lnTo>
                  <a:lnTo>
                    <a:pt x="313509" y="3464976"/>
                  </a:lnTo>
                  <a:lnTo>
                    <a:pt x="305325" y="3453230"/>
                  </a:lnTo>
                  <a:lnTo>
                    <a:pt x="297092" y="3441484"/>
                  </a:lnTo>
                  <a:lnTo>
                    <a:pt x="288848" y="3429739"/>
                  </a:lnTo>
                  <a:lnTo>
                    <a:pt x="280584" y="3417993"/>
                  </a:lnTo>
                  <a:lnTo>
                    <a:pt x="272315" y="3406247"/>
                  </a:lnTo>
                  <a:lnTo>
                    <a:pt x="264044" y="3394502"/>
                  </a:lnTo>
                  <a:lnTo>
                    <a:pt x="255789" y="3382756"/>
                  </a:lnTo>
                  <a:lnTo>
                    <a:pt x="247543" y="3371010"/>
                  </a:lnTo>
                  <a:lnTo>
                    <a:pt x="239330" y="3359265"/>
                  </a:lnTo>
                  <a:lnTo>
                    <a:pt x="231149" y="3347519"/>
                  </a:lnTo>
                  <a:lnTo>
                    <a:pt x="223002" y="3335773"/>
                  </a:lnTo>
                  <a:lnTo>
                    <a:pt x="214924" y="3324028"/>
                  </a:lnTo>
                  <a:lnTo>
                    <a:pt x="206874" y="3312282"/>
                  </a:lnTo>
                  <a:lnTo>
                    <a:pt x="198930" y="3300536"/>
                  </a:lnTo>
                  <a:lnTo>
                    <a:pt x="191034" y="3288791"/>
                  </a:lnTo>
                  <a:lnTo>
                    <a:pt x="183228" y="3277045"/>
                  </a:lnTo>
                  <a:lnTo>
                    <a:pt x="175524" y="3265299"/>
                  </a:lnTo>
                  <a:lnTo>
                    <a:pt x="167879" y="3253554"/>
                  </a:lnTo>
                  <a:lnTo>
                    <a:pt x="160403" y="3241808"/>
                  </a:lnTo>
                  <a:lnTo>
                    <a:pt x="152984" y="3230062"/>
                  </a:lnTo>
                  <a:lnTo>
                    <a:pt x="145727" y="3218317"/>
                  </a:lnTo>
                  <a:lnTo>
                    <a:pt x="138582" y="3206571"/>
                  </a:lnTo>
                  <a:lnTo>
                    <a:pt x="131551" y="3194825"/>
                  </a:lnTo>
                  <a:lnTo>
                    <a:pt x="124711" y="3183079"/>
                  </a:lnTo>
                  <a:lnTo>
                    <a:pt x="117943" y="3171334"/>
                  </a:lnTo>
                  <a:lnTo>
                    <a:pt x="111420" y="3159588"/>
                  </a:lnTo>
                  <a:lnTo>
                    <a:pt x="104996" y="3147842"/>
                  </a:lnTo>
                  <a:lnTo>
                    <a:pt x="98753" y="3136097"/>
                  </a:lnTo>
                  <a:lnTo>
                    <a:pt x="92698" y="3124351"/>
                  </a:lnTo>
                  <a:lnTo>
                    <a:pt x="86750" y="3112605"/>
                  </a:lnTo>
                  <a:lnTo>
                    <a:pt x="81087" y="3100860"/>
                  </a:lnTo>
                  <a:lnTo>
                    <a:pt x="75515" y="3089114"/>
                  </a:lnTo>
                  <a:lnTo>
                    <a:pt x="70195" y="3077368"/>
                  </a:lnTo>
                  <a:lnTo>
                    <a:pt x="65040" y="3065623"/>
                  </a:lnTo>
                  <a:lnTo>
                    <a:pt x="60050" y="3053877"/>
                  </a:lnTo>
                  <a:lnTo>
                    <a:pt x="55324" y="3042131"/>
                  </a:lnTo>
                  <a:lnTo>
                    <a:pt x="50696" y="3030386"/>
                  </a:lnTo>
                  <a:lnTo>
                    <a:pt x="46388" y="3018640"/>
                  </a:lnTo>
                  <a:lnTo>
                    <a:pt x="42203" y="3006894"/>
                  </a:lnTo>
                  <a:lnTo>
                    <a:pt x="38242" y="2995149"/>
                  </a:lnTo>
                  <a:lnTo>
                    <a:pt x="34506" y="2983403"/>
                  </a:lnTo>
                  <a:lnTo>
                    <a:pt x="30895" y="2971657"/>
                  </a:lnTo>
                  <a:lnTo>
                    <a:pt x="27609" y="2959911"/>
                  </a:lnTo>
                  <a:lnTo>
                    <a:pt x="24423" y="2948166"/>
                  </a:lnTo>
                  <a:lnTo>
                    <a:pt x="21510" y="2936420"/>
                  </a:lnTo>
                  <a:lnTo>
                    <a:pt x="18770" y="2924674"/>
                  </a:lnTo>
                  <a:lnTo>
                    <a:pt x="16201" y="2912929"/>
                  </a:lnTo>
                  <a:lnTo>
                    <a:pt x="13900" y="2901183"/>
                  </a:lnTo>
                  <a:lnTo>
                    <a:pt x="11696" y="2889437"/>
                  </a:lnTo>
                  <a:lnTo>
                    <a:pt x="9798" y="2877692"/>
                  </a:lnTo>
                  <a:lnTo>
                    <a:pt x="8017" y="2865946"/>
                  </a:lnTo>
                  <a:lnTo>
                    <a:pt x="6442" y="2854200"/>
                  </a:lnTo>
                  <a:lnTo>
                    <a:pt x="5069" y="2842455"/>
                  </a:lnTo>
                  <a:lnTo>
                    <a:pt x="3807" y="2830709"/>
                  </a:lnTo>
                  <a:lnTo>
                    <a:pt x="2825" y="2818963"/>
                  </a:lnTo>
                  <a:lnTo>
                    <a:pt x="1927" y="2807218"/>
                  </a:lnTo>
                  <a:lnTo>
                    <a:pt x="1253" y="2795472"/>
                  </a:lnTo>
                  <a:lnTo>
                    <a:pt x="718" y="2783726"/>
                  </a:lnTo>
                  <a:lnTo>
                    <a:pt x="317" y="2771981"/>
                  </a:lnTo>
                  <a:lnTo>
                    <a:pt x="122" y="2760235"/>
                  </a:lnTo>
                  <a:lnTo>
                    <a:pt x="0" y="2748489"/>
                  </a:lnTo>
                  <a:lnTo>
                    <a:pt x="100" y="2736744"/>
                  </a:lnTo>
                  <a:lnTo>
                    <a:pt x="283" y="2724998"/>
                  </a:lnTo>
                  <a:lnTo>
                    <a:pt x="610" y="2713252"/>
                  </a:lnTo>
                  <a:lnTo>
                    <a:pt x="1073" y="2701506"/>
                  </a:lnTo>
                  <a:lnTo>
                    <a:pt x="1609" y="2689761"/>
                  </a:lnTo>
                  <a:lnTo>
                    <a:pt x="2325" y="2678015"/>
                  </a:lnTo>
                  <a:lnTo>
                    <a:pt x="3092" y="2666269"/>
                  </a:lnTo>
                  <a:lnTo>
                    <a:pt x="3994" y="2654524"/>
                  </a:lnTo>
                  <a:lnTo>
                    <a:pt x="4978" y="2642778"/>
                  </a:lnTo>
                  <a:lnTo>
                    <a:pt x="6038" y="2631032"/>
                  </a:lnTo>
                  <a:lnTo>
                    <a:pt x="7211" y="2619287"/>
                  </a:lnTo>
                  <a:lnTo>
                    <a:pt x="8424" y="2607541"/>
                  </a:lnTo>
                  <a:lnTo>
                    <a:pt x="9750" y="2595795"/>
                  </a:lnTo>
                  <a:lnTo>
                    <a:pt x="11117" y="2584050"/>
                  </a:lnTo>
                  <a:lnTo>
                    <a:pt x="12553" y="2572304"/>
                  </a:lnTo>
                  <a:lnTo>
                    <a:pt x="14051" y="2560558"/>
                  </a:lnTo>
                  <a:lnTo>
                    <a:pt x="15582" y="2548813"/>
                  </a:lnTo>
                  <a:lnTo>
                    <a:pt x="17189" y="2537067"/>
                  </a:lnTo>
                  <a:lnTo>
                    <a:pt x="18817" y="2525321"/>
                  </a:lnTo>
                  <a:lnTo>
                    <a:pt x="20498" y="2513576"/>
                  </a:lnTo>
                  <a:lnTo>
                    <a:pt x="22208" y="2501830"/>
                  </a:lnTo>
                  <a:lnTo>
                    <a:pt x="23947" y="2490084"/>
                  </a:lnTo>
                  <a:lnTo>
                    <a:pt x="25724" y="2478339"/>
                  </a:lnTo>
                  <a:lnTo>
                    <a:pt x="27513" y="2466593"/>
                  </a:lnTo>
                  <a:lnTo>
                    <a:pt x="29339" y="2454847"/>
                  </a:lnTo>
                  <a:lnTo>
                    <a:pt x="31178" y="2443101"/>
                  </a:lnTo>
                  <a:lnTo>
                    <a:pt x="33037" y="2431356"/>
                  </a:lnTo>
                  <a:lnTo>
                    <a:pt x="34915" y="2419610"/>
                  </a:lnTo>
                  <a:lnTo>
                    <a:pt x="36803" y="2407864"/>
                  </a:lnTo>
                  <a:lnTo>
                    <a:pt x="38714" y="2396119"/>
                  </a:lnTo>
                  <a:lnTo>
                    <a:pt x="40633" y="2384373"/>
                  </a:lnTo>
                  <a:lnTo>
                    <a:pt x="42570" y="2372627"/>
                  </a:lnTo>
                  <a:lnTo>
                    <a:pt x="44520" y="2360882"/>
                  </a:lnTo>
                  <a:lnTo>
                    <a:pt x="46481" y="2349136"/>
                  </a:lnTo>
                  <a:lnTo>
                    <a:pt x="48464" y="2337390"/>
                  </a:lnTo>
                  <a:lnTo>
                    <a:pt x="50455" y="2325645"/>
                  </a:lnTo>
                  <a:lnTo>
                    <a:pt x="52474" y="2313899"/>
                  </a:lnTo>
                  <a:lnTo>
                    <a:pt x="54507" y="2302153"/>
                  </a:lnTo>
                  <a:lnTo>
                    <a:pt x="56563" y="2290408"/>
                  </a:lnTo>
                  <a:lnTo>
                    <a:pt x="58648" y="2278662"/>
                  </a:lnTo>
                  <a:lnTo>
                    <a:pt x="60748" y="2266916"/>
                  </a:lnTo>
                  <a:lnTo>
                    <a:pt x="62899" y="2255171"/>
                  </a:lnTo>
                  <a:lnTo>
                    <a:pt x="65068" y="2243425"/>
                  </a:lnTo>
                  <a:lnTo>
                    <a:pt x="67285" y="2231679"/>
                  </a:lnTo>
                  <a:lnTo>
                    <a:pt x="69543" y="2219933"/>
                  </a:lnTo>
                  <a:lnTo>
                    <a:pt x="71836" y="2208188"/>
                  </a:lnTo>
                  <a:lnTo>
                    <a:pt x="74202" y="2196442"/>
                  </a:lnTo>
                  <a:lnTo>
                    <a:pt x="76596" y="2184696"/>
                  </a:lnTo>
                  <a:lnTo>
                    <a:pt x="79082" y="2172951"/>
                  </a:lnTo>
                  <a:lnTo>
                    <a:pt x="81615" y="2161205"/>
                  </a:lnTo>
                  <a:lnTo>
                    <a:pt x="84221" y="2149459"/>
                  </a:lnTo>
                  <a:lnTo>
                    <a:pt x="86918" y="2137714"/>
                  </a:lnTo>
                  <a:lnTo>
                    <a:pt x="89660" y="2125968"/>
                  </a:lnTo>
                  <a:lnTo>
                    <a:pt x="92547" y="2114222"/>
                  </a:lnTo>
                  <a:lnTo>
                    <a:pt x="95483" y="2102477"/>
                  </a:lnTo>
                  <a:lnTo>
                    <a:pt x="98547" y="2090731"/>
                  </a:lnTo>
                  <a:lnTo>
                    <a:pt x="101711" y="2078985"/>
                  </a:lnTo>
                  <a:lnTo>
                    <a:pt x="104963" y="2067240"/>
                  </a:lnTo>
                  <a:lnTo>
                    <a:pt x="108383" y="2055494"/>
                  </a:lnTo>
                  <a:lnTo>
                    <a:pt x="111863" y="2043748"/>
                  </a:lnTo>
                  <a:lnTo>
                    <a:pt x="115544" y="2032003"/>
                  </a:lnTo>
                  <a:lnTo>
                    <a:pt x="119319" y="2020257"/>
                  </a:lnTo>
                  <a:lnTo>
                    <a:pt x="123240" y="2008511"/>
                  </a:lnTo>
                  <a:lnTo>
                    <a:pt x="127336" y="1996766"/>
                  </a:lnTo>
                  <a:lnTo>
                    <a:pt x="131515" y="1985020"/>
                  </a:lnTo>
                  <a:lnTo>
                    <a:pt x="135958" y="1973274"/>
                  </a:lnTo>
                  <a:lnTo>
                    <a:pt x="140485" y="1961528"/>
                  </a:lnTo>
                  <a:lnTo>
                    <a:pt x="145228" y="1949783"/>
                  </a:lnTo>
                  <a:lnTo>
                    <a:pt x="150135" y="1938037"/>
                  </a:lnTo>
                  <a:lnTo>
                    <a:pt x="155183" y="1926291"/>
                  </a:lnTo>
                  <a:lnTo>
                    <a:pt x="160493" y="1914546"/>
                  </a:lnTo>
                  <a:lnTo>
                    <a:pt x="165896" y="1902800"/>
                  </a:lnTo>
                  <a:lnTo>
                    <a:pt x="171592" y="1891054"/>
                  </a:lnTo>
                  <a:lnTo>
                    <a:pt x="177425" y="1879309"/>
                  </a:lnTo>
                  <a:lnTo>
                    <a:pt x="183462" y="1867563"/>
                  </a:lnTo>
                  <a:lnTo>
                    <a:pt x="189740" y="1855817"/>
                  </a:lnTo>
                  <a:lnTo>
                    <a:pt x="196129" y="1844072"/>
                  </a:lnTo>
                  <a:lnTo>
                    <a:pt x="202865" y="1832326"/>
                  </a:lnTo>
                  <a:lnTo>
                    <a:pt x="209706" y="1820580"/>
                  </a:lnTo>
                  <a:lnTo>
                    <a:pt x="216817" y="1808835"/>
                  </a:lnTo>
                  <a:lnTo>
                    <a:pt x="224129" y="1797089"/>
                  </a:lnTo>
                  <a:lnTo>
                    <a:pt x="231609" y="1785343"/>
                  </a:lnTo>
                  <a:lnTo>
                    <a:pt x="239397" y="1773598"/>
                  </a:lnTo>
                  <a:lnTo>
                    <a:pt x="247292" y="1761852"/>
                  </a:lnTo>
                  <a:lnTo>
                    <a:pt x="255514" y="1750106"/>
                  </a:lnTo>
                  <a:lnTo>
                    <a:pt x="263886" y="1738361"/>
                  </a:lnTo>
                  <a:lnTo>
                    <a:pt x="272478" y="1726615"/>
                  </a:lnTo>
                  <a:lnTo>
                    <a:pt x="281322" y="1714869"/>
                  </a:lnTo>
                  <a:lnTo>
                    <a:pt x="290281" y="1703123"/>
                  </a:lnTo>
                  <a:lnTo>
                    <a:pt x="299591" y="1691378"/>
                  </a:lnTo>
                  <a:lnTo>
                    <a:pt x="309003" y="1679632"/>
                  </a:lnTo>
                  <a:lnTo>
                    <a:pt x="318675" y="1667886"/>
                  </a:lnTo>
                  <a:lnTo>
                    <a:pt x="328537" y="1656141"/>
                  </a:lnTo>
                  <a:lnTo>
                    <a:pt x="338553" y="1644395"/>
                  </a:lnTo>
                  <a:lnTo>
                    <a:pt x="348848" y="1632649"/>
                  </a:lnTo>
                  <a:lnTo>
                    <a:pt x="359236" y="1620904"/>
                  </a:lnTo>
                  <a:lnTo>
                    <a:pt x="369906" y="1609158"/>
                  </a:lnTo>
                  <a:lnTo>
                    <a:pt x="380700" y="1597412"/>
                  </a:lnTo>
                  <a:lnTo>
                    <a:pt x="391675" y="1585667"/>
                  </a:lnTo>
                  <a:lnTo>
                    <a:pt x="402850" y="1573921"/>
                  </a:lnTo>
                  <a:lnTo>
                    <a:pt x="414114" y="1562175"/>
                  </a:lnTo>
                  <a:lnTo>
                    <a:pt x="425644" y="1550430"/>
                  </a:lnTo>
                  <a:lnTo>
                    <a:pt x="437247" y="1538684"/>
                  </a:lnTo>
                  <a:lnTo>
                    <a:pt x="449034" y="1526938"/>
                  </a:lnTo>
                  <a:lnTo>
                    <a:pt x="460950" y="1515193"/>
                  </a:lnTo>
                  <a:lnTo>
                    <a:pt x="472969" y="1503447"/>
                  </a:lnTo>
                  <a:lnTo>
                    <a:pt x="485164" y="1491701"/>
                  </a:lnTo>
                  <a:lnTo>
                    <a:pt x="497417" y="1479955"/>
                  </a:lnTo>
                  <a:lnTo>
                    <a:pt x="509834" y="1468210"/>
                  </a:lnTo>
                  <a:lnTo>
                    <a:pt x="522319" y="1456464"/>
                  </a:lnTo>
                  <a:lnTo>
                    <a:pt x="534901" y="1444718"/>
                  </a:lnTo>
                  <a:lnTo>
                    <a:pt x="547580" y="1432973"/>
                  </a:lnTo>
                  <a:lnTo>
                    <a:pt x="560301" y="1421227"/>
                  </a:lnTo>
                  <a:lnTo>
                    <a:pt x="573137" y="1409481"/>
                  </a:lnTo>
                  <a:lnTo>
                    <a:pt x="585998" y="1397736"/>
                  </a:lnTo>
                  <a:lnTo>
                    <a:pt x="598926" y="1385990"/>
                  </a:lnTo>
                  <a:lnTo>
                    <a:pt x="611890" y="1374244"/>
                  </a:lnTo>
                  <a:lnTo>
                    <a:pt x="624882" y="1362499"/>
                  </a:lnTo>
                  <a:lnTo>
                    <a:pt x="637908" y="1350753"/>
                  </a:lnTo>
                  <a:lnTo>
                    <a:pt x="650943" y="1339007"/>
                  </a:lnTo>
                  <a:lnTo>
                    <a:pt x="663989" y="1327262"/>
                  </a:lnTo>
                  <a:lnTo>
                    <a:pt x="677031" y="1315516"/>
                  </a:lnTo>
                  <a:lnTo>
                    <a:pt x="690067" y="1303770"/>
                  </a:lnTo>
                  <a:lnTo>
                    <a:pt x="703078" y="1292025"/>
                  </a:lnTo>
                  <a:lnTo>
                    <a:pt x="716078" y="1280279"/>
                  </a:lnTo>
                  <a:lnTo>
                    <a:pt x="729018" y="1268533"/>
                  </a:lnTo>
                  <a:lnTo>
                    <a:pt x="741935" y="1256788"/>
                  </a:lnTo>
                  <a:lnTo>
                    <a:pt x="754791" y="1245042"/>
                  </a:lnTo>
                  <a:lnTo>
                    <a:pt x="767587" y="1233296"/>
                  </a:lnTo>
                  <a:lnTo>
                    <a:pt x="780336" y="1221550"/>
                  </a:lnTo>
                  <a:lnTo>
                    <a:pt x="792975" y="1209805"/>
                  </a:lnTo>
                  <a:lnTo>
                    <a:pt x="805574" y="1198059"/>
                  </a:lnTo>
                  <a:lnTo>
                    <a:pt x="818043" y="1186313"/>
                  </a:lnTo>
                  <a:lnTo>
                    <a:pt x="830439" y="1174568"/>
                  </a:lnTo>
                  <a:lnTo>
                    <a:pt x="842737" y="1162822"/>
                  </a:lnTo>
                  <a:lnTo>
                    <a:pt x="854899" y="1151076"/>
                  </a:lnTo>
                  <a:lnTo>
                    <a:pt x="867006" y="1139331"/>
                  </a:lnTo>
                  <a:lnTo>
                    <a:pt x="878905" y="1127585"/>
                  </a:lnTo>
                  <a:lnTo>
                    <a:pt x="890740" y="1115839"/>
                  </a:lnTo>
                  <a:lnTo>
                    <a:pt x="902413" y="1104094"/>
                  </a:lnTo>
                  <a:lnTo>
                    <a:pt x="913948" y="1092348"/>
                  </a:lnTo>
                  <a:lnTo>
                    <a:pt x="925380" y="1080602"/>
                  </a:lnTo>
                  <a:lnTo>
                    <a:pt x="936592" y="1068857"/>
                  </a:lnTo>
                  <a:lnTo>
                    <a:pt x="947730" y="1057111"/>
                  </a:lnTo>
                  <a:lnTo>
                    <a:pt x="958637" y="1045365"/>
                  </a:lnTo>
                  <a:lnTo>
                    <a:pt x="969424" y="1033620"/>
                  </a:lnTo>
                  <a:lnTo>
                    <a:pt x="980051" y="1021874"/>
                  </a:lnTo>
                  <a:lnTo>
                    <a:pt x="990469" y="1010128"/>
                  </a:lnTo>
                  <a:lnTo>
                    <a:pt x="1000805" y="998383"/>
                  </a:lnTo>
                  <a:lnTo>
                    <a:pt x="1010841" y="986637"/>
                  </a:lnTo>
                  <a:lnTo>
                    <a:pt x="1020788" y="974891"/>
                  </a:lnTo>
                  <a:lnTo>
                    <a:pt x="1030517" y="963145"/>
                  </a:lnTo>
                  <a:lnTo>
                    <a:pt x="1040066" y="951400"/>
                  </a:lnTo>
                  <a:lnTo>
                    <a:pt x="1049481" y="939654"/>
                  </a:lnTo>
                  <a:lnTo>
                    <a:pt x="1058622" y="927908"/>
                  </a:lnTo>
                  <a:lnTo>
                    <a:pt x="1067671" y="916163"/>
                  </a:lnTo>
                  <a:lnTo>
                    <a:pt x="1076446" y="904417"/>
                  </a:lnTo>
                  <a:lnTo>
                    <a:pt x="1085080" y="892671"/>
                  </a:lnTo>
                  <a:lnTo>
                    <a:pt x="1093530" y="880926"/>
                  </a:lnTo>
                  <a:lnTo>
                    <a:pt x="1101745" y="869180"/>
                  </a:lnTo>
                  <a:lnTo>
                    <a:pt x="1109867" y="857434"/>
                  </a:lnTo>
                  <a:lnTo>
                    <a:pt x="1117665" y="845689"/>
                  </a:lnTo>
                  <a:lnTo>
                    <a:pt x="1125368" y="833943"/>
                  </a:lnTo>
                  <a:lnTo>
                    <a:pt x="1132841" y="822197"/>
                  </a:lnTo>
                  <a:lnTo>
                    <a:pt x="1140128" y="810452"/>
                  </a:lnTo>
                  <a:lnTo>
                    <a:pt x="1147278" y="798706"/>
                  </a:lnTo>
                  <a:lnTo>
                    <a:pt x="1154152" y="786960"/>
                  </a:lnTo>
                  <a:lnTo>
                    <a:pt x="1160935" y="775215"/>
                  </a:lnTo>
                  <a:lnTo>
                    <a:pt x="1167450" y="763469"/>
                  </a:lnTo>
                  <a:lnTo>
                    <a:pt x="1173828" y="751723"/>
                  </a:lnTo>
                  <a:lnTo>
                    <a:pt x="1180033" y="739977"/>
                  </a:lnTo>
                  <a:lnTo>
                    <a:pt x="1186015" y="728232"/>
                  </a:lnTo>
                  <a:lnTo>
                    <a:pt x="1191910" y="716486"/>
                  </a:lnTo>
                  <a:lnTo>
                    <a:pt x="1197509" y="704740"/>
                  </a:lnTo>
                  <a:lnTo>
                    <a:pt x="1203021" y="692995"/>
                  </a:lnTo>
                  <a:lnTo>
                    <a:pt x="1208329" y="681249"/>
                  </a:lnTo>
                  <a:lnTo>
                    <a:pt x="1213469" y="669503"/>
                  </a:lnTo>
                  <a:lnTo>
                    <a:pt x="1218491" y="657758"/>
                  </a:lnTo>
                  <a:lnTo>
                    <a:pt x="1223272" y="646012"/>
                  </a:lnTo>
                  <a:lnTo>
                    <a:pt x="1227974" y="634266"/>
                  </a:lnTo>
                  <a:lnTo>
                    <a:pt x="1232451" y="622521"/>
                  </a:lnTo>
                  <a:lnTo>
                    <a:pt x="1236812" y="610775"/>
                  </a:lnTo>
                  <a:lnTo>
                    <a:pt x="1241028" y="599029"/>
                  </a:lnTo>
                  <a:lnTo>
                    <a:pt x="1245061" y="587284"/>
                  </a:lnTo>
                  <a:lnTo>
                    <a:pt x="1249022" y="575538"/>
                  </a:lnTo>
                  <a:lnTo>
                    <a:pt x="1252746" y="563792"/>
                  </a:lnTo>
                  <a:lnTo>
                    <a:pt x="1256399" y="552047"/>
                  </a:lnTo>
                  <a:lnTo>
                    <a:pt x="1259890" y="540301"/>
                  </a:lnTo>
                  <a:lnTo>
                    <a:pt x="1263250" y="528555"/>
                  </a:lnTo>
                  <a:lnTo>
                    <a:pt x="1266518" y="516810"/>
                  </a:lnTo>
                  <a:lnTo>
                    <a:pt x="1269600" y="505064"/>
                  </a:lnTo>
                  <a:lnTo>
                    <a:pt x="1272622" y="493318"/>
                  </a:lnTo>
                  <a:lnTo>
                    <a:pt x="1275473" y="481572"/>
                  </a:lnTo>
                  <a:lnTo>
                    <a:pt x="1278237" y="469827"/>
                  </a:lnTo>
                  <a:lnTo>
                    <a:pt x="1280895" y="458081"/>
                  </a:lnTo>
                  <a:lnTo>
                    <a:pt x="1283416" y="446335"/>
                  </a:lnTo>
                  <a:lnTo>
                    <a:pt x="1285885" y="434590"/>
                  </a:lnTo>
                  <a:lnTo>
                    <a:pt x="1288182" y="422844"/>
                  </a:lnTo>
                  <a:lnTo>
                    <a:pt x="1290428" y="411098"/>
                  </a:lnTo>
                  <a:lnTo>
                    <a:pt x="1292559" y="399353"/>
                  </a:lnTo>
                  <a:lnTo>
                    <a:pt x="1294596" y="387607"/>
                  </a:lnTo>
                  <a:lnTo>
                    <a:pt x="1296571" y="375861"/>
                  </a:lnTo>
                  <a:lnTo>
                    <a:pt x="1298414" y="364116"/>
                  </a:lnTo>
                  <a:lnTo>
                    <a:pt x="1300216" y="352370"/>
                  </a:lnTo>
                  <a:lnTo>
                    <a:pt x="1301902" y="340624"/>
                  </a:lnTo>
                  <a:lnTo>
                    <a:pt x="1303529" y="328879"/>
                  </a:lnTo>
                  <a:lnTo>
                    <a:pt x="1305084" y="317133"/>
                  </a:lnTo>
                  <a:lnTo>
                    <a:pt x="1306547" y="305387"/>
                  </a:lnTo>
                  <a:lnTo>
                    <a:pt x="1307976" y="293642"/>
                  </a:lnTo>
                  <a:lnTo>
                    <a:pt x="1309292" y="281896"/>
                  </a:lnTo>
                  <a:lnTo>
                    <a:pt x="1310575" y="270150"/>
                  </a:lnTo>
                  <a:lnTo>
                    <a:pt x="1311783" y="258405"/>
                  </a:lnTo>
                  <a:lnTo>
                    <a:pt x="1312931" y="246659"/>
                  </a:lnTo>
                  <a:lnTo>
                    <a:pt x="1314039" y="234913"/>
                  </a:lnTo>
                  <a:lnTo>
                    <a:pt x="1315063" y="223167"/>
                  </a:lnTo>
                  <a:lnTo>
                    <a:pt x="1316062" y="211422"/>
                  </a:lnTo>
                  <a:lnTo>
                    <a:pt x="1316989" y="199676"/>
                  </a:lnTo>
                  <a:lnTo>
                    <a:pt x="1317878" y="187930"/>
                  </a:lnTo>
                  <a:lnTo>
                    <a:pt x="1318724" y="176185"/>
                  </a:lnTo>
                  <a:lnTo>
                    <a:pt x="1319513" y="164439"/>
                  </a:lnTo>
                  <a:lnTo>
                    <a:pt x="1320281" y="152693"/>
                  </a:lnTo>
                  <a:lnTo>
                    <a:pt x="1320983" y="140948"/>
                  </a:lnTo>
                  <a:lnTo>
                    <a:pt x="1321663" y="129202"/>
                  </a:lnTo>
                  <a:lnTo>
                    <a:pt x="1322300" y="117456"/>
                  </a:lnTo>
                  <a:lnTo>
                    <a:pt x="1322902" y="105711"/>
                  </a:lnTo>
                  <a:lnTo>
                    <a:pt x="1323479" y="93965"/>
                  </a:lnTo>
                  <a:lnTo>
                    <a:pt x="1324009" y="82219"/>
                  </a:lnTo>
                  <a:lnTo>
                    <a:pt x="1324523" y="70474"/>
                  </a:lnTo>
                  <a:lnTo>
                    <a:pt x="1324997" y="58728"/>
                  </a:lnTo>
                  <a:lnTo>
                    <a:pt x="1325449" y="46982"/>
                  </a:lnTo>
                  <a:lnTo>
                    <a:pt x="1325877" y="35237"/>
                  </a:lnTo>
                  <a:lnTo>
                    <a:pt x="1326273" y="23491"/>
                  </a:lnTo>
                  <a:lnTo>
                    <a:pt x="1326657" y="11745"/>
                  </a:lnTo>
                  <a:lnTo>
                    <a:pt x="1327005" y="0"/>
                  </a:lnTo>
                  <a:lnTo>
                    <a:pt x="1337066" y="0"/>
                  </a:lnTo>
                  <a:lnTo>
                    <a:pt x="1337414" y="11745"/>
                  </a:lnTo>
                  <a:lnTo>
                    <a:pt x="1337798" y="23491"/>
                  </a:lnTo>
                  <a:lnTo>
                    <a:pt x="1338194" y="35237"/>
                  </a:lnTo>
                  <a:lnTo>
                    <a:pt x="1338622" y="46982"/>
                  </a:lnTo>
                  <a:lnTo>
                    <a:pt x="1339074" y="58728"/>
                  </a:lnTo>
                  <a:lnTo>
                    <a:pt x="1339548" y="70474"/>
                  </a:lnTo>
                  <a:lnTo>
                    <a:pt x="1340062" y="82219"/>
                  </a:lnTo>
                  <a:lnTo>
                    <a:pt x="1340592" y="93965"/>
                  </a:lnTo>
                  <a:lnTo>
                    <a:pt x="1341170" y="105711"/>
                  </a:lnTo>
                  <a:lnTo>
                    <a:pt x="1341771" y="117456"/>
                  </a:lnTo>
                  <a:lnTo>
                    <a:pt x="1342408" y="129202"/>
                  </a:lnTo>
                  <a:lnTo>
                    <a:pt x="1343089" y="140948"/>
                  </a:lnTo>
                  <a:lnTo>
                    <a:pt x="1343790" y="152693"/>
                  </a:lnTo>
                  <a:lnTo>
                    <a:pt x="1344558" y="164439"/>
                  </a:lnTo>
                  <a:lnTo>
                    <a:pt x="1345348" y="176185"/>
                  </a:lnTo>
                  <a:lnTo>
                    <a:pt x="1346193" y="187930"/>
                  </a:lnTo>
                  <a:lnTo>
                    <a:pt x="1347083" y="199676"/>
                  </a:lnTo>
                  <a:lnTo>
                    <a:pt x="1348009" y="211422"/>
                  </a:lnTo>
                  <a:lnTo>
                    <a:pt x="1349008" y="223167"/>
                  </a:lnTo>
                  <a:lnTo>
                    <a:pt x="1350032" y="234913"/>
                  </a:lnTo>
                  <a:lnTo>
                    <a:pt x="1351140" y="246659"/>
                  </a:lnTo>
                  <a:lnTo>
                    <a:pt x="1352288" y="258405"/>
                  </a:lnTo>
                  <a:lnTo>
                    <a:pt x="1353496" y="270150"/>
                  </a:lnTo>
                  <a:lnTo>
                    <a:pt x="1354779" y="281896"/>
                  </a:lnTo>
                  <a:lnTo>
                    <a:pt x="1356095" y="293642"/>
                  </a:lnTo>
                  <a:lnTo>
                    <a:pt x="1357524" y="305387"/>
                  </a:lnTo>
                  <a:lnTo>
                    <a:pt x="1358987" y="317133"/>
                  </a:lnTo>
                  <a:lnTo>
                    <a:pt x="1360542" y="328879"/>
                  </a:lnTo>
                  <a:lnTo>
                    <a:pt x="1362169" y="340624"/>
                  </a:lnTo>
                  <a:lnTo>
                    <a:pt x="1363855" y="352370"/>
                  </a:lnTo>
                  <a:lnTo>
                    <a:pt x="1365657" y="364116"/>
                  </a:lnTo>
                  <a:lnTo>
                    <a:pt x="1367501" y="375861"/>
                  </a:lnTo>
                  <a:lnTo>
                    <a:pt x="1369475" y="387607"/>
                  </a:lnTo>
                  <a:lnTo>
                    <a:pt x="1371512" y="399353"/>
                  </a:lnTo>
                  <a:lnTo>
                    <a:pt x="1373643" y="411098"/>
                  </a:lnTo>
                  <a:lnTo>
                    <a:pt x="1375889" y="422844"/>
                  </a:lnTo>
                  <a:lnTo>
                    <a:pt x="1378187" y="434590"/>
                  </a:lnTo>
                  <a:lnTo>
                    <a:pt x="1380655" y="446335"/>
                  </a:lnTo>
                  <a:lnTo>
                    <a:pt x="1383177" y="458081"/>
                  </a:lnTo>
                  <a:lnTo>
                    <a:pt x="1385834" y="469827"/>
                  </a:lnTo>
                  <a:lnTo>
                    <a:pt x="1388598" y="481572"/>
                  </a:lnTo>
                  <a:lnTo>
                    <a:pt x="1391449" y="493318"/>
                  </a:lnTo>
                  <a:lnTo>
                    <a:pt x="1394471" y="505064"/>
                  </a:lnTo>
                  <a:lnTo>
                    <a:pt x="1397553" y="516810"/>
                  </a:lnTo>
                  <a:lnTo>
                    <a:pt x="1400821" y="528555"/>
                  </a:lnTo>
                  <a:lnTo>
                    <a:pt x="1404181" y="540301"/>
                  </a:lnTo>
                  <a:lnTo>
                    <a:pt x="1407672" y="552047"/>
                  </a:lnTo>
                  <a:lnTo>
                    <a:pt x="1411325" y="563792"/>
                  </a:lnTo>
                  <a:lnTo>
                    <a:pt x="1415049" y="575538"/>
                  </a:lnTo>
                  <a:lnTo>
                    <a:pt x="1419010" y="587284"/>
                  </a:lnTo>
                  <a:lnTo>
                    <a:pt x="1423043" y="599029"/>
                  </a:lnTo>
                  <a:lnTo>
                    <a:pt x="1427260" y="610775"/>
                  </a:lnTo>
                  <a:lnTo>
                    <a:pt x="1431621" y="622521"/>
                  </a:lnTo>
                  <a:lnTo>
                    <a:pt x="1436097" y="634266"/>
                  </a:lnTo>
                  <a:lnTo>
                    <a:pt x="1440800" y="646012"/>
                  </a:lnTo>
                  <a:lnTo>
                    <a:pt x="1445580" y="657758"/>
                  </a:lnTo>
                  <a:lnTo>
                    <a:pt x="1450602" y="669503"/>
                  </a:lnTo>
                  <a:lnTo>
                    <a:pt x="1455743" y="681249"/>
                  </a:lnTo>
                  <a:lnTo>
                    <a:pt x="1461050" y="692995"/>
                  </a:lnTo>
                  <a:lnTo>
                    <a:pt x="1466562" y="704740"/>
                  </a:lnTo>
                  <a:lnTo>
                    <a:pt x="1472161" y="716486"/>
                  </a:lnTo>
                  <a:lnTo>
                    <a:pt x="1478056" y="728232"/>
                  </a:lnTo>
                  <a:lnTo>
                    <a:pt x="1484039" y="739977"/>
                  </a:lnTo>
                  <a:lnTo>
                    <a:pt x="1490243" y="751723"/>
                  </a:lnTo>
                  <a:lnTo>
                    <a:pt x="1496621" y="763469"/>
                  </a:lnTo>
                  <a:lnTo>
                    <a:pt x="1503136" y="775215"/>
                  </a:lnTo>
                  <a:lnTo>
                    <a:pt x="1509919" y="786960"/>
                  </a:lnTo>
                  <a:lnTo>
                    <a:pt x="1516793" y="798706"/>
                  </a:lnTo>
                  <a:lnTo>
                    <a:pt x="1523943" y="810452"/>
                  </a:lnTo>
                  <a:lnTo>
                    <a:pt x="1531230" y="822197"/>
                  </a:lnTo>
                  <a:lnTo>
                    <a:pt x="1538703" y="833943"/>
                  </a:lnTo>
                  <a:lnTo>
                    <a:pt x="1546406" y="845689"/>
                  </a:lnTo>
                  <a:lnTo>
                    <a:pt x="1554205" y="857434"/>
                  </a:lnTo>
                  <a:lnTo>
                    <a:pt x="1562326" y="869180"/>
                  </a:lnTo>
                  <a:lnTo>
                    <a:pt x="1570542" y="880926"/>
                  </a:lnTo>
                  <a:lnTo>
                    <a:pt x="1578992" y="892671"/>
                  </a:lnTo>
                  <a:lnTo>
                    <a:pt x="1587625" y="904417"/>
                  </a:lnTo>
                  <a:lnTo>
                    <a:pt x="1596400" y="916163"/>
                  </a:lnTo>
                  <a:lnTo>
                    <a:pt x="1605449" y="927908"/>
                  </a:lnTo>
                  <a:lnTo>
                    <a:pt x="1614590" y="939654"/>
                  </a:lnTo>
                  <a:lnTo>
                    <a:pt x="1624005" y="951400"/>
                  </a:lnTo>
                  <a:lnTo>
                    <a:pt x="1633554" y="963145"/>
                  </a:lnTo>
                  <a:lnTo>
                    <a:pt x="1643283" y="974891"/>
                  </a:lnTo>
                  <a:lnTo>
                    <a:pt x="1653230" y="986637"/>
                  </a:lnTo>
                  <a:lnTo>
                    <a:pt x="1663267" y="998383"/>
                  </a:lnTo>
                  <a:lnTo>
                    <a:pt x="1673602" y="1010128"/>
                  </a:lnTo>
                  <a:lnTo>
                    <a:pt x="1684021" y="1021874"/>
                  </a:lnTo>
                  <a:lnTo>
                    <a:pt x="1694647" y="1033620"/>
                  </a:lnTo>
                  <a:lnTo>
                    <a:pt x="1705434" y="1045365"/>
                  </a:lnTo>
                  <a:lnTo>
                    <a:pt x="1716341" y="1057111"/>
                  </a:lnTo>
                  <a:lnTo>
                    <a:pt x="1727479" y="1068857"/>
                  </a:lnTo>
                  <a:lnTo>
                    <a:pt x="1738691" y="1080602"/>
                  </a:lnTo>
                  <a:lnTo>
                    <a:pt x="1750123" y="1092348"/>
                  </a:lnTo>
                  <a:lnTo>
                    <a:pt x="1761658" y="1104094"/>
                  </a:lnTo>
                  <a:lnTo>
                    <a:pt x="1773331" y="1115839"/>
                  </a:lnTo>
                  <a:lnTo>
                    <a:pt x="1785166" y="1127585"/>
                  </a:lnTo>
                  <a:lnTo>
                    <a:pt x="1797065" y="1139331"/>
                  </a:lnTo>
                  <a:lnTo>
                    <a:pt x="1809172" y="1151076"/>
                  </a:lnTo>
                  <a:lnTo>
                    <a:pt x="1821334" y="1162822"/>
                  </a:lnTo>
                  <a:lnTo>
                    <a:pt x="1833632" y="1174568"/>
                  </a:lnTo>
                  <a:lnTo>
                    <a:pt x="1846028" y="1186313"/>
                  </a:lnTo>
                  <a:lnTo>
                    <a:pt x="1858497" y="1198059"/>
                  </a:lnTo>
                  <a:lnTo>
                    <a:pt x="1871096" y="1209805"/>
                  </a:lnTo>
                  <a:lnTo>
                    <a:pt x="1883735" y="1221550"/>
                  </a:lnTo>
                  <a:lnTo>
                    <a:pt x="1896484" y="1233296"/>
                  </a:lnTo>
                  <a:lnTo>
                    <a:pt x="1909280" y="1245042"/>
                  </a:lnTo>
                  <a:lnTo>
                    <a:pt x="1922136" y="1256788"/>
                  </a:lnTo>
                  <a:lnTo>
                    <a:pt x="1935053" y="1268533"/>
                  </a:lnTo>
                  <a:lnTo>
                    <a:pt x="1947993" y="1280279"/>
                  </a:lnTo>
                  <a:lnTo>
                    <a:pt x="1960993" y="1292025"/>
                  </a:lnTo>
                  <a:lnTo>
                    <a:pt x="1974004" y="1303770"/>
                  </a:lnTo>
                  <a:lnTo>
                    <a:pt x="1987040" y="1315516"/>
                  </a:lnTo>
                  <a:lnTo>
                    <a:pt x="2000082" y="1327262"/>
                  </a:lnTo>
                  <a:lnTo>
                    <a:pt x="2013129" y="1339007"/>
                  </a:lnTo>
                  <a:lnTo>
                    <a:pt x="2026163" y="1350753"/>
                  </a:lnTo>
                  <a:lnTo>
                    <a:pt x="2039189" y="1362499"/>
                  </a:lnTo>
                  <a:lnTo>
                    <a:pt x="2052182" y="1374244"/>
                  </a:lnTo>
                  <a:lnTo>
                    <a:pt x="2065145" y="1385990"/>
                  </a:lnTo>
                  <a:lnTo>
                    <a:pt x="2078073" y="1397736"/>
                  </a:lnTo>
                  <a:lnTo>
                    <a:pt x="2090934" y="1409481"/>
                  </a:lnTo>
                  <a:lnTo>
                    <a:pt x="2103770" y="1421227"/>
                  </a:lnTo>
                  <a:lnTo>
                    <a:pt x="2116491" y="1432973"/>
                  </a:lnTo>
                  <a:lnTo>
                    <a:pt x="2129171" y="1444718"/>
                  </a:lnTo>
                  <a:lnTo>
                    <a:pt x="2141752" y="1456464"/>
                  </a:lnTo>
                  <a:lnTo>
                    <a:pt x="2154237" y="1468210"/>
                  </a:lnTo>
                  <a:lnTo>
                    <a:pt x="2166654" y="1479955"/>
                  </a:lnTo>
                  <a:lnTo>
                    <a:pt x="2178907" y="1491701"/>
                  </a:lnTo>
                  <a:lnTo>
                    <a:pt x="2191103" y="1503447"/>
                  </a:lnTo>
                  <a:lnTo>
                    <a:pt x="2203122" y="1515193"/>
                  </a:lnTo>
                  <a:lnTo>
                    <a:pt x="2215037" y="1526938"/>
                  </a:lnTo>
                  <a:lnTo>
                    <a:pt x="2226825" y="1538684"/>
                  </a:lnTo>
                  <a:lnTo>
                    <a:pt x="2238427" y="1550430"/>
                  </a:lnTo>
                  <a:lnTo>
                    <a:pt x="2249957" y="1562175"/>
                  </a:lnTo>
                  <a:lnTo>
                    <a:pt x="2261221" y="1573921"/>
                  </a:lnTo>
                  <a:lnTo>
                    <a:pt x="2272397" y="1585667"/>
                  </a:lnTo>
                  <a:lnTo>
                    <a:pt x="2283371" y="1597412"/>
                  </a:lnTo>
                  <a:lnTo>
                    <a:pt x="2294165" y="1609158"/>
                  </a:lnTo>
                  <a:lnTo>
                    <a:pt x="2304835" y="1620904"/>
                  </a:lnTo>
                  <a:lnTo>
                    <a:pt x="2315223" y="1632649"/>
                  </a:lnTo>
                  <a:lnTo>
                    <a:pt x="2325518" y="1644395"/>
                  </a:lnTo>
                  <a:lnTo>
                    <a:pt x="2335534" y="1656141"/>
                  </a:lnTo>
                  <a:lnTo>
                    <a:pt x="2345396" y="1667886"/>
                  </a:lnTo>
                  <a:lnTo>
                    <a:pt x="2355068" y="1679632"/>
                  </a:lnTo>
                  <a:lnTo>
                    <a:pt x="2364480" y="1691378"/>
                  </a:lnTo>
                  <a:lnTo>
                    <a:pt x="2373791" y="1703123"/>
                  </a:lnTo>
                  <a:lnTo>
                    <a:pt x="2382749" y="1714869"/>
                  </a:lnTo>
                  <a:lnTo>
                    <a:pt x="2391594" y="1726615"/>
                  </a:lnTo>
                  <a:lnTo>
                    <a:pt x="2400186" y="1738361"/>
                  </a:lnTo>
                  <a:lnTo>
                    <a:pt x="2408557" y="1750106"/>
                  </a:lnTo>
                  <a:lnTo>
                    <a:pt x="2416779" y="1761852"/>
                  </a:lnTo>
                  <a:lnTo>
                    <a:pt x="2424674" y="1773598"/>
                  </a:lnTo>
                  <a:lnTo>
                    <a:pt x="2432462" y="1785343"/>
                  </a:lnTo>
                  <a:lnTo>
                    <a:pt x="2439942" y="1797089"/>
                  </a:lnTo>
                  <a:lnTo>
                    <a:pt x="2447254" y="1808835"/>
                  </a:lnTo>
                  <a:lnTo>
                    <a:pt x="2454365" y="1820580"/>
                  </a:lnTo>
                  <a:lnTo>
                    <a:pt x="2461206" y="1832326"/>
                  </a:lnTo>
                  <a:lnTo>
                    <a:pt x="2467942" y="1844072"/>
                  </a:lnTo>
                  <a:lnTo>
                    <a:pt x="2474331" y="1855817"/>
                  </a:lnTo>
                  <a:lnTo>
                    <a:pt x="2480609" y="1867563"/>
                  </a:lnTo>
                  <a:lnTo>
                    <a:pt x="2486647" y="1879309"/>
                  </a:lnTo>
                  <a:lnTo>
                    <a:pt x="2492479" y="1891054"/>
                  </a:lnTo>
                  <a:lnTo>
                    <a:pt x="2498175" y="1902800"/>
                  </a:lnTo>
                  <a:lnTo>
                    <a:pt x="2503578" y="1914546"/>
                  </a:lnTo>
                  <a:lnTo>
                    <a:pt x="2508888" y="1926291"/>
                  </a:lnTo>
                  <a:lnTo>
                    <a:pt x="2513936" y="1938037"/>
                  </a:lnTo>
                  <a:lnTo>
                    <a:pt x="2518843" y="1949783"/>
                  </a:lnTo>
                  <a:lnTo>
                    <a:pt x="2523586" y="1961528"/>
                  </a:lnTo>
                  <a:lnTo>
                    <a:pt x="2528113" y="1973274"/>
                  </a:lnTo>
                  <a:lnTo>
                    <a:pt x="2532557" y="1985020"/>
                  </a:lnTo>
                  <a:lnTo>
                    <a:pt x="2536735" y="1996766"/>
                  </a:lnTo>
                  <a:lnTo>
                    <a:pt x="2540832" y="2008511"/>
                  </a:lnTo>
                  <a:lnTo>
                    <a:pt x="2544753" y="2020257"/>
                  </a:lnTo>
                  <a:lnTo>
                    <a:pt x="2548527" y="2032003"/>
                  </a:lnTo>
                  <a:lnTo>
                    <a:pt x="2552208" y="2043748"/>
                  </a:lnTo>
                  <a:lnTo>
                    <a:pt x="2555688" y="2055494"/>
                  </a:lnTo>
                  <a:lnTo>
                    <a:pt x="2559108" y="2067240"/>
                  </a:lnTo>
                  <a:lnTo>
                    <a:pt x="2562360" y="2078985"/>
                  </a:lnTo>
                  <a:lnTo>
                    <a:pt x="2565524" y="2090731"/>
                  </a:lnTo>
                  <a:lnTo>
                    <a:pt x="2568588" y="2102477"/>
                  </a:lnTo>
                  <a:lnTo>
                    <a:pt x="2571524" y="2114222"/>
                  </a:lnTo>
                  <a:lnTo>
                    <a:pt x="2574412" y="2125968"/>
                  </a:lnTo>
                  <a:lnTo>
                    <a:pt x="2577153" y="2137714"/>
                  </a:lnTo>
                  <a:lnTo>
                    <a:pt x="2579850" y="2149459"/>
                  </a:lnTo>
                  <a:lnTo>
                    <a:pt x="2582456" y="2161205"/>
                  </a:lnTo>
                  <a:lnTo>
                    <a:pt x="2584989" y="2172951"/>
                  </a:lnTo>
                  <a:lnTo>
                    <a:pt x="2587476" y="2184696"/>
                  </a:lnTo>
                  <a:lnTo>
                    <a:pt x="2589869" y="2196442"/>
                  </a:lnTo>
                  <a:lnTo>
                    <a:pt x="2592235" y="2208188"/>
                  </a:lnTo>
                  <a:lnTo>
                    <a:pt x="2594528" y="2219933"/>
                  </a:lnTo>
                  <a:lnTo>
                    <a:pt x="2596786" y="2231679"/>
                  </a:lnTo>
                  <a:lnTo>
                    <a:pt x="2599003" y="2243425"/>
                  </a:lnTo>
                  <a:lnTo>
                    <a:pt x="2601172" y="2255171"/>
                  </a:lnTo>
                  <a:lnTo>
                    <a:pt x="2603323" y="2266916"/>
                  </a:lnTo>
                  <a:lnTo>
                    <a:pt x="2605423" y="2278662"/>
                  </a:lnTo>
                  <a:lnTo>
                    <a:pt x="2607508" y="2290408"/>
                  </a:lnTo>
                  <a:lnTo>
                    <a:pt x="2609564" y="2302153"/>
                  </a:lnTo>
                  <a:lnTo>
                    <a:pt x="2611597" y="2313899"/>
                  </a:lnTo>
                  <a:lnTo>
                    <a:pt x="2613616" y="2325645"/>
                  </a:lnTo>
                  <a:lnTo>
                    <a:pt x="2615607" y="2337390"/>
                  </a:lnTo>
                  <a:lnTo>
                    <a:pt x="2617590" y="2349136"/>
                  </a:lnTo>
                  <a:lnTo>
                    <a:pt x="2619552" y="2360882"/>
                  </a:lnTo>
                  <a:lnTo>
                    <a:pt x="2621501" y="2372627"/>
                  </a:lnTo>
                  <a:lnTo>
                    <a:pt x="2623438" y="2384373"/>
                  </a:lnTo>
                  <a:lnTo>
                    <a:pt x="2625357" y="2396119"/>
                  </a:lnTo>
                  <a:lnTo>
                    <a:pt x="2627268" y="2407864"/>
                  </a:lnTo>
                  <a:lnTo>
                    <a:pt x="2629156" y="2419610"/>
                  </a:lnTo>
                  <a:lnTo>
                    <a:pt x="2631034" y="2431356"/>
                  </a:lnTo>
                  <a:lnTo>
                    <a:pt x="2632893" y="2443101"/>
                  </a:lnTo>
                  <a:lnTo>
                    <a:pt x="2634732" y="2454847"/>
                  </a:lnTo>
                  <a:lnTo>
                    <a:pt x="2636558" y="2466593"/>
                  </a:lnTo>
                  <a:lnTo>
                    <a:pt x="2638348" y="2478339"/>
                  </a:lnTo>
                  <a:lnTo>
                    <a:pt x="2640124" y="2490084"/>
                  </a:lnTo>
                  <a:lnTo>
                    <a:pt x="2641863" y="2501830"/>
                  </a:lnTo>
                  <a:lnTo>
                    <a:pt x="2643573" y="2513576"/>
                  </a:lnTo>
                  <a:lnTo>
                    <a:pt x="2645254" y="2525321"/>
                  </a:lnTo>
                  <a:lnTo>
                    <a:pt x="2646882" y="2537067"/>
                  </a:lnTo>
                  <a:lnTo>
                    <a:pt x="2648489" y="2548813"/>
                  </a:lnTo>
                  <a:lnTo>
                    <a:pt x="2650020" y="2560558"/>
                  </a:lnTo>
                  <a:lnTo>
                    <a:pt x="2651518" y="2572304"/>
                  </a:lnTo>
                  <a:lnTo>
                    <a:pt x="2652954" y="2584050"/>
                  </a:lnTo>
                  <a:lnTo>
                    <a:pt x="2654321" y="2595795"/>
                  </a:lnTo>
                  <a:lnTo>
                    <a:pt x="2655648" y="2607541"/>
                  </a:lnTo>
                  <a:lnTo>
                    <a:pt x="2656860" y="2619287"/>
                  </a:lnTo>
                  <a:lnTo>
                    <a:pt x="2658033" y="2631032"/>
                  </a:lnTo>
                  <a:lnTo>
                    <a:pt x="2659093" y="2642778"/>
                  </a:lnTo>
                  <a:lnTo>
                    <a:pt x="2660077" y="2654524"/>
                  </a:lnTo>
                  <a:lnTo>
                    <a:pt x="2660979" y="2666269"/>
                  </a:lnTo>
                  <a:lnTo>
                    <a:pt x="2661746" y="2678015"/>
                  </a:lnTo>
                  <a:lnTo>
                    <a:pt x="2662463" y="2689761"/>
                  </a:lnTo>
                  <a:lnTo>
                    <a:pt x="2662998" y="2701506"/>
                  </a:lnTo>
                  <a:lnTo>
                    <a:pt x="2663461" y="2713252"/>
                  </a:lnTo>
                  <a:lnTo>
                    <a:pt x="2663788" y="2724998"/>
                  </a:lnTo>
                  <a:lnTo>
                    <a:pt x="2663971" y="2736744"/>
                  </a:lnTo>
                  <a:lnTo>
                    <a:pt x="2664072" y="2748489"/>
                  </a:lnTo>
                  <a:lnTo>
                    <a:pt x="2663949" y="2760235"/>
                  </a:lnTo>
                  <a:lnTo>
                    <a:pt x="2663754" y="2771981"/>
                  </a:lnTo>
                  <a:lnTo>
                    <a:pt x="2663353" y="2783726"/>
                  </a:lnTo>
                  <a:lnTo>
                    <a:pt x="2662818" y="2795472"/>
                  </a:lnTo>
                  <a:lnTo>
                    <a:pt x="2662144" y="2807218"/>
                  </a:lnTo>
                  <a:lnTo>
                    <a:pt x="2661246" y="2818963"/>
                  </a:lnTo>
                  <a:lnTo>
                    <a:pt x="2660264" y="2830709"/>
                  </a:lnTo>
                  <a:lnTo>
                    <a:pt x="2659002" y="2842455"/>
                  </a:lnTo>
                  <a:lnTo>
                    <a:pt x="2657630" y="2854200"/>
                  </a:lnTo>
                  <a:lnTo>
                    <a:pt x="2656055" y="2865946"/>
                  </a:lnTo>
                  <a:lnTo>
                    <a:pt x="2654273" y="2877692"/>
                  </a:lnTo>
                  <a:lnTo>
                    <a:pt x="2652376" y="2889437"/>
                  </a:lnTo>
                  <a:lnTo>
                    <a:pt x="2650171" y="2901183"/>
                  </a:lnTo>
                  <a:lnTo>
                    <a:pt x="2647870" y="2912929"/>
                  </a:lnTo>
                  <a:lnTo>
                    <a:pt x="2645301" y="2924674"/>
                  </a:lnTo>
                  <a:lnTo>
                    <a:pt x="2642561" y="2936420"/>
                  </a:lnTo>
                  <a:lnTo>
                    <a:pt x="2639648" y="2948166"/>
                  </a:lnTo>
                  <a:lnTo>
                    <a:pt x="2636462" y="2959911"/>
                  </a:lnTo>
                  <a:lnTo>
                    <a:pt x="2633176" y="2971657"/>
                  </a:lnTo>
                  <a:lnTo>
                    <a:pt x="2629565" y="2983403"/>
                  </a:lnTo>
                  <a:lnTo>
                    <a:pt x="2625829" y="2995149"/>
                  </a:lnTo>
                  <a:lnTo>
                    <a:pt x="2621868" y="3006894"/>
                  </a:lnTo>
                  <a:lnTo>
                    <a:pt x="2617684" y="3018640"/>
                  </a:lnTo>
                  <a:lnTo>
                    <a:pt x="2613375" y="3030386"/>
                  </a:lnTo>
                  <a:lnTo>
                    <a:pt x="2608747" y="3042131"/>
                  </a:lnTo>
                  <a:lnTo>
                    <a:pt x="2604021" y="3053877"/>
                  </a:lnTo>
                  <a:lnTo>
                    <a:pt x="2599031" y="3065623"/>
                  </a:lnTo>
                  <a:lnTo>
                    <a:pt x="2593876" y="3077368"/>
                  </a:lnTo>
                  <a:lnTo>
                    <a:pt x="2588556" y="3089114"/>
                  </a:lnTo>
                  <a:lnTo>
                    <a:pt x="2582984" y="3100860"/>
                  </a:lnTo>
                  <a:lnTo>
                    <a:pt x="2577321" y="3112605"/>
                  </a:lnTo>
                  <a:lnTo>
                    <a:pt x="2571373" y="3124351"/>
                  </a:lnTo>
                  <a:lnTo>
                    <a:pt x="2565318" y="3136097"/>
                  </a:lnTo>
                  <a:lnTo>
                    <a:pt x="2559075" y="3147842"/>
                  </a:lnTo>
                  <a:lnTo>
                    <a:pt x="2552651" y="3159588"/>
                  </a:lnTo>
                  <a:lnTo>
                    <a:pt x="2546129" y="3171334"/>
                  </a:lnTo>
                  <a:lnTo>
                    <a:pt x="2539360" y="3183079"/>
                  </a:lnTo>
                  <a:lnTo>
                    <a:pt x="2532520" y="3194825"/>
                  </a:lnTo>
                  <a:lnTo>
                    <a:pt x="2525489" y="3206571"/>
                  </a:lnTo>
                  <a:lnTo>
                    <a:pt x="2518344" y="3218317"/>
                  </a:lnTo>
                  <a:lnTo>
                    <a:pt x="2511087" y="3230062"/>
                  </a:lnTo>
                  <a:lnTo>
                    <a:pt x="2503668" y="3241808"/>
                  </a:lnTo>
                  <a:lnTo>
                    <a:pt x="2496192" y="3253554"/>
                  </a:lnTo>
                  <a:lnTo>
                    <a:pt x="2488547" y="3265299"/>
                  </a:lnTo>
                  <a:lnTo>
                    <a:pt x="2480843" y="3277045"/>
                  </a:lnTo>
                  <a:lnTo>
                    <a:pt x="2473037" y="3288791"/>
                  </a:lnTo>
                  <a:lnTo>
                    <a:pt x="2465141" y="3300536"/>
                  </a:lnTo>
                  <a:lnTo>
                    <a:pt x="2457198" y="3312282"/>
                  </a:lnTo>
                  <a:lnTo>
                    <a:pt x="2449147" y="3324028"/>
                  </a:lnTo>
                  <a:lnTo>
                    <a:pt x="2441069" y="3335773"/>
                  </a:lnTo>
                  <a:lnTo>
                    <a:pt x="2432922" y="3347519"/>
                  </a:lnTo>
                  <a:lnTo>
                    <a:pt x="2424741" y="3359265"/>
                  </a:lnTo>
                  <a:lnTo>
                    <a:pt x="2416528" y="3371010"/>
                  </a:lnTo>
                  <a:lnTo>
                    <a:pt x="2408282" y="3382756"/>
                  </a:lnTo>
                  <a:lnTo>
                    <a:pt x="2400027" y="3394502"/>
                  </a:lnTo>
                  <a:lnTo>
                    <a:pt x="2391756" y="3406247"/>
                  </a:lnTo>
                  <a:lnTo>
                    <a:pt x="2383488" y="3417993"/>
                  </a:lnTo>
                  <a:lnTo>
                    <a:pt x="2375224" y="3429739"/>
                  </a:lnTo>
                  <a:lnTo>
                    <a:pt x="2366980" y="3441484"/>
                  </a:lnTo>
                  <a:lnTo>
                    <a:pt x="2358746" y="3453230"/>
                  </a:lnTo>
                  <a:lnTo>
                    <a:pt x="2350562" y="3464976"/>
                  </a:lnTo>
                  <a:lnTo>
                    <a:pt x="2342399" y="3476722"/>
                  </a:lnTo>
                  <a:lnTo>
                    <a:pt x="2334293" y="3488467"/>
                  </a:lnTo>
                  <a:lnTo>
                    <a:pt x="2326236" y="3500213"/>
                  </a:lnTo>
                  <a:lnTo>
                    <a:pt x="2318226" y="3511959"/>
                  </a:lnTo>
                  <a:lnTo>
                    <a:pt x="2310309" y="3523704"/>
                  </a:lnTo>
                  <a:lnTo>
                    <a:pt x="2302426" y="3535450"/>
                  </a:lnTo>
                  <a:lnTo>
                    <a:pt x="2294666" y="3547196"/>
                  </a:lnTo>
                  <a:lnTo>
                    <a:pt x="2286962" y="3558941"/>
                  </a:lnTo>
                  <a:lnTo>
                    <a:pt x="2279353" y="3570687"/>
                  </a:lnTo>
                  <a:lnTo>
                    <a:pt x="2271854" y="3582433"/>
                  </a:lnTo>
                  <a:lnTo>
                    <a:pt x="2264411" y="3594178"/>
                  </a:lnTo>
                  <a:lnTo>
                    <a:pt x="2257140" y="3605924"/>
                  </a:lnTo>
                  <a:lnTo>
                    <a:pt x="2249924" y="3617670"/>
                  </a:lnTo>
                  <a:lnTo>
                    <a:pt x="2242856" y="3629415"/>
                  </a:lnTo>
                  <a:lnTo>
                    <a:pt x="2235894" y="3641161"/>
                  </a:lnTo>
                  <a:lnTo>
                    <a:pt x="2229029" y="3652907"/>
                  </a:lnTo>
                  <a:lnTo>
                    <a:pt x="2222336" y="3664652"/>
                  </a:lnTo>
                  <a:lnTo>
                    <a:pt x="2215705" y="3676398"/>
                  </a:lnTo>
                  <a:lnTo>
                    <a:pt x="2209273" y="3688144"/>
                  </a:lnTo>
                  <a:lnTo>
                    <a:pt x="2202926" y="3699889"/>
                  </a:lnTo>
                  <a:lnTo>
                    <a:pt x="2196718" y="3711635"/>
                  </a:lnTo>
                  <a:lnTo>
                    <a:pt x="2190662" y="3723381"/>
                  </a:lnTo>
                  <a:lnTo>
                    <a:pt x="2184682" y="3735127"/>
                  </a:lnTo>
                  <a:lnTo>
                    <a:pt x="2178920" y="3746872"/>
                  </a:lnTo>
                  <a:lnTo>
                    <a:pt x="2173224" y="3758618"/>
                  </a:lnTo>
                  <a:lnTo>
                    <a:pt x="2167701" y="3770364"/>
                  </a:lnTo>
                  <a:lnTo>
                    <a:pt x="2162297" y="3782109"/>
                  </a:lnTo>
                  <a:lnTo>
                    <a:pt x="2156999" y="3793855"/>
                  </a:lnTo>
                  <a:lnTo>
                    <a:pt x="2151881" y="3805601"/>
                  </a:lnTo>
                  <a:lnTo>
                    <a:pt x="2146827" y="3817346"/>
                  </a:lnTo>
                  <a:lnTo>
                    <a:pt x="2141965" y="3829092"/>
                  </a:lnTo>
                  <a:lnTo>
                    <a:pt x="2137184" y="3840838"/>
                  </a:lnTo>
                  <a:lnTo>
                    <a:pt x="2132529" y="3852583"/>
                  </a:lnTo>
                  <a:lnTo>
                    <a:pt x="2128008" y="3864329"/>
                  </a:lnTo>
                  <a:lnTo>
                    <a:pt x="2123551" y="3876075"/>
                  </a:lnTo>
                  <a:lnTo>
                    <a:pt x="2119273" y="3887820"/>
                  </a:lnTo>
                  <a:lnTo>
                    <a:pt x="2115046" y="3899566"/>
                  </a:lnTo>
                  <a:lnTo>
                    <a:pt x="2110949" y="3911312"/>
                  </a:lnTo>
                  <a:lnTo>
                    <a:pt x="2106938" y="3923057"/>
                  </a:lnTo>
                  <a:lnTo>
                    <a:pt x="2103001" y="3934803"/>
                  </a:lnTo>
                  <a:lnTo>
                    <a:pt x="2099183" y="3946549"/>
                  </a:lnTo>
                  <a:lnTo>
                    <a:pt x="2095405" y="3958295"/>
                  </a:lnTo>
                  <a:lnTo>
                    <a:pt x="2091742" y="3970040"/>
                  </a:lnTo>
                  <a:lnTo>
                    <a:pt x="2088123" y="3981786"/>
                  </a:lnTo>
                  <a:lnTo>
                    <a:pt x="2084573" y="3993532"/>
                  </a:lnTo>
                  <a:lnTo>
                    <a:pt x="2081085" y="4005277"/>
                  </a:lnTo>
                  <a:lnTo>
                    <a:pt x="2077629" y="4017023"/>
                  </a:lnTo>
                  <a:lnTo>
                    <a:pt x="2074245" y="4028769"/>
                  </a:lnTo>
                  <a:lnTo>
                    <a:pt x="2070878" y="4040514"/>
                  </a:lnTo>
                  <a:lnTo>
                    <a:pt x="2067554" y="4052260"/>
                  </a:lnTo>
                  <a:lnTo>
                    <a:pt x="2064249" y="4064006"/>
                  </a:lnTo>
                  <a:lnTo>
                    <a:pt x="2060962" y="4075751"/>
                  </a:lnTo>
                  <a:lnTo>
                    <a:pt x="2057691" y="4087497"/>
                  </a:lnTo>
                  <a:lnTo>
                    <a:pt x="2054422" y="4099243"/>
                  </a:lnTo>
                  <a:lnTo>
                    <a:pt x="2051152" y="4110988"/>
                  </a:lnTo>
                  <a:lnTo>
                    <a:pt x="2047874" y="4122734"/>
                  </a:lnTo>
                  <a:lnTo>
                    <a:pt x="2044584" y="4134480"/>
                  </a:lnTo>
                  <a:lnTo>
                    <a:pt x="2041267" y="4146225"/>
                  </a:lnTo>
                  <a:lnTo>
                    <a:pt x="2037938" y="4157971"/>
                  </a:lnTo>
                  <a:lnTo>
                    <a:pt x="2034553" y="4169717"/>
                  </a:lnTo>
                  <a:lnTo>
                    <a:pt x="2031147" y="4181462"/>
                  </a:lnTo>
                  <a:lnTo>
                    <a:pt x="2027685" y="4193208"/>
                  </a:lnTo>
                  <a:lnTo>
                    <a:pt x="2024173" y="4204954"/>
                  </a:lnTo>
                  <a:lnTo>
                    <a:pt x="2020619" y="4216700"/>
                  </a:lnTo>
                  <a:lnTo>
                    <a:pt x="2016974" y="4228445"/>
                  </a:lnTo>
                  <a:lnTo>
                    <a:pt x="2013297" y="4240191"/>
                  </a:lnTo>
                  <a:lnTo>
                    <a:pt x="2009511" y="4251937"/>
                  </a:lnTo>
                  <a:lnTo>
                    <a:pt x="2005669" y="4263682"/>
                  </a:lnTo>
                  <a:lnTo>
                    <a:pt x="2001746" y="4275428"/>
                  </a:lnTo>
                  <a:lnTo>
                    <a:pt x="1997718" y="4287174"/>
                  </a:lnTo>
                  <a:lnTo>
                    <a:pt x="1993644" y="4298919"/>
                  </a:lnTo>
                  <a:lnTo>
                    <a:pt x="1989412" y="4310665"/>
                  </a:lnTo>
                  <a:lnTo>
                    <a:pt x="1985131" y="4322411"/>
                  </a:lnTo>
                  <a:lnTo>
                    <a:pt x="1980723" y="4334156"/>
                  </a:lnTo>
                  <a:lnTo>
                    <a:pt x="1976216" y="4345902"/>
                  </a:lnTo>
                  <a:lnTo>
                    <a:pt x="1971628" y="4357648"/>
                  </a:lnTo>
                  <a:lnTo>
                    <a:pt x="1966883" y="4369393"/>
                  </a:lnTo>
                  <a:lnTo>
                    <a:pt x="1962084" y="4381139"/>
                  </a:lnTo>
                  <a:lnTo>
                    <a:pt x="1957115" y="4392885"/>
                  </a:lnTo>
                  <a:lnTo>
                    <a:pt x="1952065" y="4404630"/>
                  </a:lnTo>
                  <a:lnTo>
                    <a:pt x="1946899" y="4416376"/>
                  </a:lnTo>
                  <a:lnTo>
                    <a:pt x="1941594" y="4428122"/>
                  </a:lnTo>
                  <a:lnTo>
                    <a:pt x="1936228" y="4439867"/>
                  </a:lnTo>
                  <a:lnTo>
                    <a:pt x="1930666" y="4451613"/>
                  </a:lnTo>
                  <a:lnTo>
                    <a:pt x="1925047" y="4463359"/>
                  </a:lnTo>
                  <a:lnTo>
                    <a:pt x="1919281" y="4475105"/>
                  </a:lnTo>
                  <a:lnTo>
                    <a:pt x="1913407" y="4486850"/>
                  </a:lnTo>
                  <a:lnTo>
                    <a:pt x="1907444" y="4498596"/>
                  </a:lnTo>
                  <a:lnTo>
                    <a:pt x="1901319" y="4510342"/>
                  </a:lnTo>
                  <a:lnTo>
                    <a:pt x="1895139" y="4522087"/>
                  </a:lnTo>
                  <a:lnTo>
                    <a:pt x="1888794" y="4533833"/>
                  </a:lnTo>
                  <a:lnTo>
                    <a:pt x="1882375" y="4545579"/>
                  </a:lnTo>
                  <a:lnTo>
                    <a:pt x="1875850" y="4557324"/>
                  </a:lnTo>
                  <a:lnTo>
                    <a:pt x="1869203" y="4569070"/>
                  </a:lnTo>
                  <a:lnTo>
                    <a:pt x="1862505" y="4580816"/>
                  </a:lnTo>
                  <a:lnTo>
                    <a:pt x="1855644" y="4592561"/>
                  </a:lnTo>
                  <a:lnTo>
                    <a:pt x="1848740" y="4604307"/>
                  </a:lnTo>
                  <a:lnTo>
                    <a:pt x="1841724" y="4616053"/>
                  </a:lnTo>
                  <a:lnTo>
                    <a:pt x="1834629" y="4627798"/>
                  </a:lnTo>
                  <a:lnTo>
                    <a:pt x="1827471" y="4639544"/>
                  </a:lnTo>
                  <a:lnTo>
                    <a:pt x="1820204" y="4651290"/>
                  </a:lnTo>
                  <a:lnTo>
                    <a:pt x="1812901" y="4663035"/>
                  </a:lnTo>
                  <a:lnTo>
                    <a:pt x="1805498" y="4674781"/>
                  </a:lnTo>
                  <a:lnTo>
                    <a:pt x="1798052" y="4686527"/>
                  </a:lnTo>
                  <a:lnTo>
                    <a:pt x="1790547" y="4698273"/>
                  </a:lnTo>
                  <a:lnTo>
                    <a:pt x="1782981" y="4710018"/>
                  </a:lnTo>
                  <a:lnTo>
                    <a:pt x="1775389" y="4721764"/>
                  </a:lnTo>
                  <a:lnTo>
                    <a:pt x="1767726" y="4733510"/>
                  </a:lnTo>
                  <a:lnTo>
                    <a:pt x="1760046" y="4745255"/>
                  </a:lnTo>
                  <a:lnTo>
                    <a:pt x="1752326" y="4757001"/>
                  </a:lnTo>
                  <a:lnTo>
                    <a:pt x="1744584" y="4768747"/>
                  </a:lnTo>
                  <a:lnTo>
                    <a:pt x="1736824" y="4780492"/>
                  </a:lnTo>
                  <a:lnTo>
                    <a:pt x="1729044" y="4792238"/>
                  </a:lnTo>
                  <a:lnTo>
                    <a:pt x="1721259" y="4803984"/>
                  </a:lnTo>
                  <a:lnTo>
                    <a:pt x="1713467" y="4815729"/>
                  </a:lnTo>
                  <a:lnTo>
                    <a:pt x="1705679" y="4827475"/>
                  </a:lnTo>
                  <a:lnTo>
                    <a:pt x="1697896" y="4839221"/>
                  </a:lnTo>
                  <a:lnTo>
                    <a:pt x="1690130" y="4850966"/>
                  </a:lnTo>
                  <a:lnTo>
                    <a:pt x="1682371" y="4862712"/>
                  </a:lnTo>
                  <a:lnTo>
                    <a:pt x="1674652" y="4874458"/>
                  </a:lnTo>
                  <a:lnTo>
                    <a:pt x="1666949" y="4886203"/>
                  </a:lnTo>
                  <a:lnTo>
                    <a:pt x="1659285" y="4897949"/>
                  </a:lnTo>
                  <a:lnTo>
                    <a:pt x="1651662" y="4909695"/>
                  </a:lnTo>
                  <a:lnTo>
                    <a:pt x="1644068" y="4921440"/>
                  </a:lnTo>
                  <a:lnTo>
                    <a:pt x="1636547" y="4933186"/>
                  </a:lnTo>
                  <a:lnTo>
                    <a:pt x="1629053" y="4944932"/>
                  </a:lnTo>
                  <a:lnTo>
                    <a:pt x="1621642" y="4956678"/>
                  </a:lnTo>
                  <a:lnTo>
                    <a:pt x="1614280" y="4968423"/>
                  </a:lnTo>
                  <a:lnTo>
                    <a:pt x="1606981" y="4980169"/>
                  </a:lnTo>
                  <a:lnTo>
                    <a:pt x="1599770" y="4991915"/>
                  </a:lnTo>
                  <a:lnTo>
                    <a:pt x="1592595" y="5003660"/>
                  </a:lnTo>
                  <a:lnTo>
                    <a:pt x="1585555" y="5015406"/>
                  </a:lnTo>
                  <a:lnTo>
                    <a:pt x="1578557" y="5027152"/>
                  </a:lnTo>
                  <a:lnTo>
                    <a:pt x="1571663" y="5038897"/>
                  </a:lnTo>
                  <a:lnTo>
                    <a:pt x="1564858" y="5050643"/>
                  </a:lnTo>
                  <a:lnTo>
                    <a:pt x="1558119" y="5062389"/>
                  </a:lnTo>
                  <a:lnTo>
                    <a:pt x="1551522" y="5074134"/>
                  </a:lnTo>
                  <a:lnTo>
                    <a:pt x="1544973" y="5085880"/>
                  </a:lnTo>
                  <a:lnTo>
                    <a:pt x="1538572" y="5097626"/>
                  </a:lnTo>
                  <a:lnTo>
                    <a:pt x="1532248" y="5109371"/>
                  </a:lnTo>
                  <a:lnTo>
                    <a:pt x="1526026" y="5121117"/>
                  </a:lnTo>
                  <a:lnTo>
                    <a:pt x="1519938" y="5132863"/>
                  </a:lnTo>
                  <a:lnTo>
                    <a:pt x="1513903" y="5144608"/>
                  </a:lnTo>
                  <a:lnTo>
                    <a:pt x="1508057" y="5156354"/>
                  </a:lnTo>
                  <a:lnTo>
                    <a:pt x="1502269" y="5168100"/>
                  </a:lnTo>
                  <a:lnTo>
                    <a:pt x="1496619" y="5179845"/>
                  </a:lnTo>
                  <a:lnTo>
                    <a:pt x="1491083" y="5191591"/>
                  </a:lnTo>
                  <a:lnTo>
                    <a:pt x="1485631" y="5203337"/>
                  </a:lnTo>
                  <a:lnTo>
                    <a:pt x="1480353" y="5215083"/>
                  </a:lnTo>
                  <a:lnTo>
                    <a:pt x="1475133" y="5226828"/>
                  </a:lnTo>
                  <a:lnTo>
                    <a:pt x="1470085" y="5238574"/>
                  </a:lnTo>
                  <a:lnTo>
                    <a:pt x="1465126" y="5250320"/>
                  </a:lnTo>
                  <a:lnTo>
                    <a:pt x="1460281" y="5262065"/>
                  </a:lnTo>
                  <a:lnTo>
                    <a:pt x="1455583" y="5273811"/>
                  </a:lnTo>
                  <a:lnTo>
                    <a:pt x="1450944" y="5285557"/>
                  </a:lnTo>
                  <a:lnTo>
                    <a:pt x="1446504" y="5297302"/>
                  </a:lnTo>
                  <a:lnTo>
                    <a:pt x="1442125" y="5309048"/>
                  </a:lnTo>
                  <a:lnTo>
                    <a:pt x="1437887" y="5320794"/>
                  </a:lnTo>
                  <a:lnTo>
                    <a:pt x="1433765" y="5332539"/>
                  </a:lnTo>
                  <a:lnTo>
                    <a:pt x="1429726" y="5344285"/>
                  </a:lnTo>
                  <a:lnTo>
                    <a:pt x="1425858" y="5356031"/>
                  </a:lnTo>
                  <a:lnTo>
                    <a:pt x="1422046" y="5367776"/>
                  </a:lnTo>
                  <a:lnTo>
                    <a:pt x="1418396" y="5379522"/>
                  </a:lnTo>
                  <a:lnTo>
                    <a:pt x="1414831" y="5391268"/>
                  </a:lnTo>
                  <a:lnTo>
                    <a:pt x="1411370" y="5403013"/>
                  </a:lnTo>
                  <a:lnTo>
                    <a:pt x="1408045" y="5414759"/>
                  </a:lnTo>
                  <a:lnTo>
                    <a:pt x="1404772" y="5426505"/>
                  </a:lnTo>
                  <a:lnTo>
                    <a:pt x="1401677" y="5438251"/>
                  </a:lnTo>
                  <a:lnTo>
                    <a:pt x="1398635" y="5449996"/>
                  </a:lnTo>
                  <a:lnTo>
                    <a:pt x="1395715" y="5461742"/>
                  </a:lnTo>
                  <a:lnTo>
                    <a:pt x="1392896" y="5473488"/>
                  </a:lnTo>
                  <a:lnTo>
                    <a:pt x="1390146" y="5485233"/>
                  </a:lnTo>
                  <a:lnTo>
                    <a:pt x="1387540" y="5496979"/>
                  </a:lnTo>
                  <a:lnTo>
                    <a:pt x="1384981" y="5508725"/>
                  </a:lnTo>
                  <a:lnTo>
                    <a:pt x="1382554" y="5520470"/>
                  </a:lnTo>
                  <a:lnTo>
                    <a:pt x="1380196" y="5532216"/>
                  </a:lnTo>
                  <a:lnTo>
                    <a:pt x="1377922" y="5543962"/>
                  </a:lnTo>
                  <a:lnTo>
                    <a:pt x="1375755" y="5555707"/>
                  </a:lnTo>
                  <a:lnTo>
                    <a:pt x="1373631" y="5567453"/>
                  </a:lnTo>
                  <a:lnTo>
                    <a:pt x="1371644" y="5579199"/>
                  </a:lnTo>
                  <a:lnTo>
                    <a:pt x="1369698" y="5590944"/>
                  </a:lnTo>
                  <a:lnTo>
                    <a:pt x="1367845" y="5602690"/>
                  </a:lnTo>
                  <a:lnTo>
                    <a:pt x="1366068" y="5614436"/>
                  </a:lnTo>
                  <a:lnTo>
                    <a:pt x="1364343" y="5626181"/>
                  </a:lnTo>
                  <a:lnTo>
                    <a:pt x="1362725" y="5637927"/>
                  </a:lnTo>
                  <a:lnTo>
                    <a:pt x="1361141" y="5649673"/>
                  </a:lnTo>
                  <a:lnTo>
                    <a:pt x="1359653" y="5661418"/>
                  </a:lnTo>
                  <a:lnTo>
                    <a:pt x="1358214" y="5673164"/>
                  </a:lnTo>
                  <a:lnTo>
                    <a:pt x="1356836" y="5684910"/>
                  </a:lnTo>
                  <a:lnTo>
                    <a:pt x="1355534" y="5696656"/>
                  </a:lnTo>
                  <a:lnTo>
                    <a:pt x="1354262" y="5708401"/>
                  </a:lnTo>
                  <a:lnTo>
                    <a:pt x="1353084" y="5720147"/>
                  </a:lnTo>
                  <a:lnTo>
                    <a:pt x="1351935" y="5731893"/>
                  </a:lnTo>
                  <a:lnTo>
                    <a:pt x="1350849" y="5743638"/>
                  </a:lnTo>
                  <a:lnTo>
                    <a:pt x="1349815" y="5755384"/>
                  </a:lnTo>
                  <a:lnTo>
                    <a:pt x="1348816" y="5767130"/>
                  </a:lnTo>
                  <a:lnTo>
                    <a:pt x="1347888" y="5778875"/>
                  </a:lnTo>
                  <a:lnTo>
                    <a:pt x="1346983" y="5790621"/>
                  </a:lnTo>
                  <a:lnTo>
                    <a:pt x="1346140" y="5802367"/>
                  </a:lnTo>
                  <a:lnTo>
                    <a:pt x="1345329" y="5814112"/>
                  </a:lnTo>
                  <a:lnTo>
                    <a:pt x="1344557" y="5825858"/>
                  </a:lnTo>
                  <a:lnTo>
                    <a:pt x="1343833" y="5837604"/>
                  </a:lnTo>
                  <a:lnTo>
                    <a:pt x="1343129" y="5849349"/>
                  </a:lnTo>
                  <a:lnTo>
                    <a:pt x="1342484" y="5861095"/>
                  </a:lnTo>
                  <a:lnTo>
                    <a:pt x="1341856" y="5872841"/>
                  </a:lnTo>
                  <a:lnTo>
                    <a:pt x="1341268" y="5884586"/>
                  </a:lnTo>
                  <a:lnTo>
                    <a:pt x="1340712" y="5896332"/>
                  </a:lnTo>
                  <a:lnTo>
                    <a:pt x="1340176" y="5908078"/>
                  </a:lnTo>
                  <a:lnTo>
                    <a:pt x="1339684" y="5919823"/>
                  </a:lnTo>
                  <a:lnTo>
                    <a:pt x="1339205" y="5931569"/>
                  </a:lnTo>
                  <a:lnTo>
                    <a:pt x="1338763" y="5943315"/>
                  </a:lnTo>
                  <a:lnTo>
                    <a:pt x="1338340" y="5955061"/>
                  </a:lnTo>
                  <a:lnTo>
                    <a:pt x="1337939" y="5966806"/>
                  </a:lnTo>
                  <a:lnTo>
                    <a:pt x="1337567" y="5978552"/>
                  </a:lnTo>
                  <a:lnTo>
                    <a:pt x="1337206" y="5990298"/>
                  </a:lnTo>
                  <a:lnTo>
                    <a:pt x="1336879" y="6002043"/>
                  </a:lnTo>
                  <a:close/>
                </a:path>
              </a:pathLst>
            </a:custGeom>
            <a:solidFill>
              <a:srgbClr val="2F5597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703518" y="3187882"/>
              <a:ext cx="2662377" cy="0"/>
            </a:xfrm>
            <a:custGeom>
              <a:avLst/>
              <a:pathLst>
                <a:path w="2662377" h="0">
                  <a:moveTo>
                    <a:pt x="0" y="0"/>
                  </a:moveTo>
                  <a:lnTo>
                    <a:pt x="26623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3287669" y="4418815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3361020" y="2359548"/>
              <a:ext cx="117404" cy="117405"/>
            </a:xfrm>
            <a:custGeom>
              <a:avLst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8011683" y="3141297"/>
              <a:ext cx="117405" cy="117404"/>
            </a:xfrm>
            <a:custGeom>
              <a:avLst/>
              <a:pathLst>
                <a:path w="117405" h="117404">
                  <a:moveTo>
                    <a:pt x="0" y="117404"/>
                  </a:moveTo>
                  <a:lnTo>
                    <a:pt x="117405" y="117404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B8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8662858" y="4664082"/>
              <a:ext cx="117405" cy="117404"/>
            </a:xfrm>
            <a:custGeom>
              <a:avLst/>
              <a:pathLst>
                <a:path w="117405" h="117404">
                  <a:moveTo>
                    <a:pt x="0" y="117404"/>
                  </a:moveTo>
                  <a:lnTo>
                    <a:pt x="117405" y="117404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3357161" y="2862588"/>
              <a:ext cx="117405" cy="117405"/>
            </a:xfrm>
            <a:prstGeom prst="ellipse">
              <a:avLst/>
            </a:prstGeom>
            <a:solidFill>
              <a:srgbClr val="FFA07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4391063" y="4093869"/>
              <a:ext cx="117405" cy="117405"/>
            </a:xfrm>
            <a:prstGeom prst="ellipse">
              <a:avLst/>
            </a:prstGeom>
            <a:solidFill>
              <a:srgbClr val="9AFF9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7535889" y="1948318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7945161" y="3364171"/>
              <a:ext cx="117405" cy="117404"/>
            </a:xfrm>
            <a:custGeom>
              <a:avLst/>
              <a:pathLst>
                <a:path w="117405" h="117404">
                  <a:moveTo>
                    <a:pt x="0" y="117404"/>
                  </a:moveTo>
                  <a:lnTo>
                    <a:pt x="117405" y="117404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9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4314997" y="2005070"/>
              <a:ext cx="117405" cy="117405"/>
            </a:xfrm>
            <a:prstGeom prst="ellipse">
              <a:avLst/>
            </a:prstGeom>
            <a:solidFill>
              <a:srgbClr val="DB709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7796792" y="2341622"/>
              <a:ext cx="117405" cy="117405"/>
            </a:xfrm>
            <a:prstGeom prst="ellipse">
              <a:avLst/>
            </a:prstGeom>
            <a:solidFill>
              <a:srgbClr val="7FFFD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2976781" y="2612811"/>
              <a:ext cx="117405" cy="117405"/>
            </a:xfrm>
            <a:prstGeom prst="ellipse">
              <a:avLst/>
            </a:prstGeom>
            <a:solidFill>
              <a:srgbClr val="FF634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8461808" y="339575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ED90A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2919986" y="3931469"/>
              <a:ext cx="117405" cy="117404"/>
            </a:xfrm>
            <a:custGeom>
              <a:avLst/>
              <a:pathLst>
                <a:path w="117405" h="117404">
                  <a:moveTo>
                    <a:pt x="0" y="117404"/>
                  </a:moveTo>
                  <a:lnTo>
                    <a:pt x="117405" y="117404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B3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770406" y="3604313"/>
              <a:ext cx="117405" cy="117405"/>
            </a:xfrm>
            <a:prstGeom prst="ellipse">
              <a:avLst/>
            </a:prstGeom>
            <a:solidFill>
              <a:srgbClr val="FF8C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4308807" y="3546251"/>
              <a:ext cx="117405" cy="117405"/>
            </a:xfrm>
            <a:prstGeom prst="ellipse">
              <a:avLst/>
            </a:prstGeom>
            <a:solidFill>
              <a:srgbClr val="8B232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114266" y="2787765"/>
              <a:ext cx="117405" cy="117405"/>
            </a:xfrm>
            <a:prstGeom prst="ellipse">
              <a:avLst/>
            </a:prstGeom>
            <a:solidFill>
              <a:srgbClr val="FFD3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7713130" y="2410582"/>
              <a:ext cx="117405" cy="117405"/>
            </a:xfrm>
            <a:prstGeom prst="ellipse">
              <a:avLst/>
            </a:prstGeom>
            <a:solidFill>
              <a:srgbClr val="FF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2815101" y="4108016"/>
              <a:ext cx="117405" cy="117404"/>
            </a:xfrm>
            <a:custGeom>
              <a:avLst/>
              <a:pathLst>
                <a:path w="117405" h="117404">
                  <a:moveTo>
                    <a:pt x="0" y="117404"/>
                  </a:moveTo>
                  <a:lnTo>
                    <a:pt x="117405" y="117404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5C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7764012" y="2041501"/>
              <a:ext cx="117405" cy="117405"/>
            </a:xfrm>
            <a:prstGeom prst="ellipse">
              <a:avLst/>
            </a:prstGeom>
            <a:solidFill>
              <a:srgbClr val="E066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4352033" y="2648353"/>
              <a:ext cx="117404" cy="117405"/>
            </a:xfrm>
            <a:custGeom>
              <a:avLst/>
              <a:pathLst>
                <a:path w="117404" h="117405">
                  <a:moveTo>
                    <a:pt x="0" y="58702"/>
                  </a:moveTo>
                  <a:lnTo>
                    <a:pt x="58702" y="0"/>
                  </a:lnTo>
                  <a:lnTo>
                    <a:pt x="117404" y="58702"/>
                  </a:lnTo>
                  <a:lnTo>
                    <a:pt x="58702" y="117405"/>
                  </a:lnTo>
                  <a:close/>
                </a:path>
              </a:pathLst>
            </a:custGeom>
            <a:solidFill>
              <a:srgbClr val="FFC5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8373613" y="3086273"/>
              <a:ext cx="117405" cy="117405"/>
            </a:xfrm>
            <a:custGeom>
              <a:avLst/>
              <a:pathLst>
                <a:path w="117405" h="117405">
                  <a:moveTo>
                    <a:pt x="0" y="117405"/>
                  </a:moveTo>
                  <a:lnTo>
                    <a:pt x="117405" y="117405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8657885" y="4737639"/>
              <a:ext cx="117405" cy="117404"/>
            </a:xfrm>
            <a:custGeom>
              <a:avLst/>
              <a:pathLst>
                <a:path w="117405" h="117404">
                  <a:moveTo>
                    <a:pt x="0" y="117404"/>
                  </a:moveTo>
                  <a:lnTo>
                    <a:pt x="117405" y="117404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432780" y="4262165"/>
              <a:ext cx="117405" cy="117405"/>
            </a:xfrm>
            <a:prstGeom prst="ellipse">
              <a:avLst/>
            </a:prstGeom>
            <a:solidFill>
              <a:srgbClr val="0064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7558164" y="3899303"/>
              <a:ext cx="117405" cy="117404"/>
            </a:xfrm>
            <a:custGeom>
              <a:avLst/>
              <a:pathLst>
                <a:path w="117405" h="117404">
                  <a:moveTo>
                    <a:pt x="0" y="117404"/>
                  </a:moveTo>
                  <a:lnTo>
                    <a:pt x="117405" y="117404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3203967" y="2296221"/>
              <a:ext cx="117404" cy="117405"/>
            </a:xfrm>
            <a:custGeom>
              <a:avLst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507775" y="4257658"/>
              <a:ext cx="117405" cy="117405"/>
            </a:xfrm>
            <a:prstGeom prst="ellipse">
              <a:avLst/>
            </a:prstGeom>
            <a:solidFill>
              <a:srgbClr val="8B735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2700255" y="4528210"/>
              <a:ext cx="117405" cy="117404"/>
            </a:xfrm>
            <a:custGeom>
              <a:avLst/>
              <a:pathLst>
                <a:path w="117405" h="117404">
                  <a:moveTo>
                    <a:pt x="0" y="117404"/>
                  </a:moveTo>
                  <a:lnTo>
                    <a:pt x="117405" y="117404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30514" y="101220"/>
              <a:ext cx="0" cy="6602248"/>
            </a:xfrm>
            <a:custGeom>
              <a:avLst/>
              <a:pathLst>
                <a:path w="0" h="6602248">
                  <a:moveTo>
                    <a:pt x="0" y="6602248"/>
                  </a:moveTo>
                  <a:lnTo>
                    <a:pt x="0" y="0"/>
                  </a:lnTo>
                </a:path>
              </a:pathLst>
            </a:custGeom>
            <a:ln w="19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340048" y="5388044"/>
              <a:ext cx="499367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1e+02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40048" y="3699333"/>
              <a:ext cx="499367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1e+04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40048" y="2010622"/>
              <a:ext cx="499367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1e+06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40048" y="321911"/>
              <a:ext cx="499367" cy="1299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1e+08</a:t>
              </a:r>
            </a:p>
          </p:txBody>
        </p:sp>
        <p:sp>
          <p:nvSpPr>
            <p:cNvPr id="40" name="pl40"/>
            <p:cNvSpPr/>
            <p:nvPr/>
          </p:nvSpPr>
          <p:spPr>
            <a:xfrm>
              <a:off x="3594587" y="6703468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9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8034707" y="6703468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9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3196620" y="6782579"/>
              <a:ext cx="795932" cy="2217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Direct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7534942" y="6782579"/>
              <a:ext cx="999529" cy="2217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Indirect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-1842028" y="3306995"/>
              <a:ext cx="3986708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patient movements per year (log)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2026-01-07T16:54:25Z</dcterms:modified>
  <cp:category/>
</cp:coreProperties>
</file>
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9144000" cy="4572000"/>
            <a:chOff x="457200" y="457200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147068" y="526789"/>
              <a:ext cx="5384542" cy="4029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147068" y="689270"/>
              <a:ext cx="4895038" cy="454948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147068" y="1339196"/>
              <a:ext cx="1835639" cy="454948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147068" y="1989123"/>
              <a:ext cx="1223759" cy="454948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147068" y="2639049"/>
              <a:ext cx="611879" cy="454948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47068" y="3938902"/>
              <a:ext cx="611879" cy="454948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147068" y="3288975"/>
              <a:ext cx="611879" cy="454948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47068" y="526789"/>
              <a:ext cx="0" cy="4029543"/>
            </a:xfrm>
            <a:custGeom>
              <a:avLst/>
              <a:pathLst>
                <a:path w="0" h="4029543">
                  <a:moveTo>
                    <a:pt x="0" y="402954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3"/>
            <p:cNvSpPr/>
            <p:nvPr/>
          </p:nvSpPr>
          <p:spPr>
            <a:xfrm>
              <a:off x="526789" y="4063151"/>
              <a:ext cx="355764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Contact precautions for symptomatic patients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1979140" y="3413225"/>
              <a:ext cx="210529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Reduction of length of stay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079722" y="2667287"/>
              <a:ext cx="300471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Screening of all incoming patients and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910034" y="2861394"/>
              <a:ext cx="2174403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isolation of positive patients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010790" y="2115456"/>
              <a:ext cx="3073648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Modification of patient transfer patterns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841189" y="1463446"/>
              <a:ext cx="224324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Sentinel surveillance system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74637" y="717508"/>
              <a:ext cx="3409801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Screening of a fraction of incoming patients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563984" y="911615"/>
              <a:ext cx="2520453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isolation of positive patients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4112274" y="41663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2274" y="35164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12274" y="286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12274" y="22165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12274" y="15666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2274" y="9167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47068" y="4556332"/>
              <a:ext cx="5384542" cy="0"/>
            </a:xfrm>
            <a:custGeom>
              <a:avLst/>
              <a:pathLst>
                <a:path w="5384542" h="0">
                  <a:moveTo>
                    <a:pt x="0" y="0"/>
                  </a:moveTo>
                  <a:lnTo>
                    <a:pt x="53845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47068" y="45563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370828" y="45563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94587" y="45563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18347" y="45563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042107" y="45563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4104689" y="4616655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328449" y="4618515"/>
              <a:ext cx="84757" cy="109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552209" y="4618962"/>
              <a:ext cx="84757" cy="109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775968" y="4616655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999728" y="4616655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419322" y="4757502"/>
              <a:ext cx="840035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Frequency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2026-01-07T17:07:46Z</dcterms:modified>
  <cp:category/>
</cp:coreProperties>
</file>